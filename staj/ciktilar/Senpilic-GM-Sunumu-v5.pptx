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50" r:id="rId5"/>
  </p:sldMasterIdLst>
  <p:notesMasterIdLst>
    <p:notesMasterId r:id="rId9"/>
  </p:notesMasterIdLst>
  <p:sldIdLst>
    <p:sldId id="531" r:id="rId6"/>
    <p:sldId id="532" r:id="rId7"/>
    <p:sldId id="535" r:id="rId8"/>
  </p:sldIdLst>
  <p:sldSz cx="12192000" cy="6858000"/>
  <p:notesSz cx="6858000" cy="9144000"/>
  <p:custDataLst>
    <p:tags r:id="rId10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ENERJISA" id="{1C079F34-DEF7-C24F-B537-01D2228D2BF9}">
          <p14:sldIdLst>
            <p14:sldId id="531"/>
            <p14:sldId id="532"/>
            <p14:sldId id="535"/>
          </p14:sldIdLst>
        </p14:section>
      </p14:sectionLst>
    </p:ext>
    <p:ext uri="{EFAFB233-063F-42B5-8137-9DF3F51BA10A}">
      <p15:sldGuideLst xmlns:p15="http://schemas.microsoft.com/office/powerpoint/2012/main">
        <p15:guide id="1" pos="3749" userDrawn="1">
          <p15:clr>
            <a:srgbClr val="A4A3A4"/>
          </p15:clr>
        </p15:guide>
        <p15:guide id="2" orient="horz" pos="123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" name="Idil Su TERZI" initials="IST" lastIdx="15" clrIdx="6">
    <p:extLst>
      <p:ext uri="{19B8F6BF-5375-455C-9EA6-DF929625EA0E}">
        <p15:presenceInfo xmlns:p15="http://schemas.microsoft.com/office/powerpoint/2012/main" userId="S::Idilsu.TERZI@enerjisa.com::336e32a8-b80d-42f5-83f7-171e5961c7ed" providerId="AD"/>
      </p:ext>
    </p:extLst>
  </p:cmAuthor>
  <p:cmAuthor id="1" name="Pelin ARSLAN" initials="PA" lastIdx="10" clrIdx="0">
    <p:extLst>
      <p:ext uri="{19B8F6BF-5375-455C-9EA6-DF929625EA0E}">
        <p15:presenceInfo xmlns:p15="http://schemas.microsoft.com/office/powerpoint/2012/main" userId="S-1-5-21-4268076034-2944419680-2427932543-49543" providerId="AD"/>
      </p:ext>
    </p:extLst>
  </p:cmAuthor>
  <p:cmAuthor id="2" name="Alican DAGDELEN" initials="AD" lastIdx="17" clrIdx="1">
    <p:extLst>
      <p:ext uri="{19B8F6BF-5375-455C-9EA6-DF929625EA0E}">
        <p15:presenceInfo xmlns:p15="http://schemas.microsoft.com/office/powerpoint/2012/main" userId="S-1-5-21-4268076034-2944419680-2427932543-120382" providerId="AD"/>
      </p:ext>
    </p:extLst>
  </p:cmAuthor>
  <p:cmAuthor id="3" name="Hatice Elif BAYAZITLI" initials="HEB" lastIdx="20" clrIdx="2">
    <p:extLst>
      <p:ext uri="{19B8F6BF-5375-455C-9EA6-DF929625EA0E}">
        <p15:presenceInfo xmlns:p15="http://schemas.microsoft.com/office/powerpoint/2012/main" userId="S::HaticeElif.BAYAZITLI@enerjisa.com::a120db75-44bf-44b9-95b0-e4a9088fb1c7" providerId="AD"/>
      </p:ext>
    </p:extLst>
  </p:cmAuthor>
  <p:cmAuthor id="4" name="Emine GUVEN" initials="EG" lastIdx="68" clrIdx="3">
    <p:extLst>
      <p:ext uri="{19B8F6BF-5375-455C-9EA6-DF929625EA0E}">
        <p15:presenceInfo xmlns:p15="http://schemas.microsoft.com/office/powerpoint/2012/main" userId="S::Emine.GUVEN@enerjisa.com::3e995701-13f1-4de0-8457-592f11ee796c" providerId="AD"/>
      </p:ext>
    </p:extLst>
  </p:cmAuthor>
  <p:cmAuthor id="5" name="Alican DAGDELEN" initials="AD [2]" lastIdx="8" clrIdx="4">
    <p:extLst>
      <p:ext uri="{19B8F6BF-5375-455C-9EA6-DF929625EA0E}">
        <p15:presenceInfo xmlns:p15="http://schemas.microsoft.com/office/powerpoint/2012/main" userId="S::Alican.DAGDELEN@enerjisa.com::84e4fe7a-397f-46e0-bf6d-1cff4c002fda" providerId="AD"/>
      </p:ext>
    </p:extLst>
  </p:cmAuthor>
  <p:cmAuthor id="6" name="Ceylanpinar ATAY" initials="CA" lastIdx="1" clrIdx="5">
    <p:extLst>
      <p:ext uri="{19B8F6BF-5375-455C-9EA6-DF929625EA0E}">
        <p15:presenceInfo xmlns:p15="http://schemas.microsoft.com/office/powerpoint/2012/main" userId="S::Ceylanpinar.ATAY@enerjisa.com::a2db63f3-49ed-4290-9141-3d3dfaf5e99c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3F3"/>
    <a:srgbClr val="EAEAEA"/>
    <a:srgbClr val="02B74F"/>
    <a:srgbClr val="EBEBEB"/>
    <a:srgbClr val="EEEEEE"/>
    <a:srgbClr val="F0F0F0"/>
    <a:srgbClr val="E0E0E0"/>
    <a:srgbClr val="00539F"/>
    <a:srgbClr val="222223"/>
    <a:srgbClr val="EB45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Orta Stil 2 - Vurgu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Orta Stil 2 - Vurgu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Orta Stil 2 - Vurgu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Orta Stil 2 - Vurg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Stil Yok, Tablo Kılavuz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Açık Stil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16DA210-FB5B-4158-B5E0-FEB733F419BA}" styleName="Açık Stil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Orta Stil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Koyu Stil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202B0CA-FC54-4496-8BCA-5EF66A818D29}" styleName="Koyu Stil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F2DE63D5-997A-4646-A377-4702673A728D}" styleName="Açık Stil 2 - Vurgu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8799B23B-EC83-4686-B30A-512413B5E67A}" styleName="Açık Stil 3 - Vurgu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Açık Stil 3 - Vurgu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2833802-FEF1-4C79-8D5D-14CF1EAF98D9}" styleName="Açık Stil 2 - Vurgu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C083E6E3-FA7D-4D7B-A595-EF9225AFEA82}" styleName="Açık Stil 1 - Vurgu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Stil Yok, Kılavuz Yok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582" autoAdjust="0"/>
  </p:normalViewPr>
  <p:slideViewPr>
    <p:cSldViewPr snapToGrid="0" snapToObjects="1">
      <p:cViewPr varScale="1">
        <p:scale>
          <a:sx n="74" d="100"/>
          <a:sy n="74" d="100"/>
        </p:scale>
        <p:origin x="376" y="84"/>
      </p:cViewPr>
      <p:guideLst>
        <p:guide pos="3749"/>
        <p:guide orient="horz" pos="123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0" Type="http://schemas.openxmlformats.org/officeDocument/2006/relationships/tags" Target="tags/tag1.xml"/><Relationship Id="rId11" Type="http://schemas.openxmlformats.org/officeDocument/2006/relationships/commentAuthors" Target="commentAuthors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8B9CA6-B745-2F43-9604-D19898B32A6A}" type="datetimeFigureOut">
              <a:rPr lang="tr-TR" smtClean="0"/>
              <a:t>25.09.2026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tr-TR"/>
              <a:t>Asıl metin stillerini düzenlemek için tıklayın
İkinci düzey
Üçüncü düzey
Dördüncü düzey
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EE8DFF-6852-1446-B682-2406FC1DC5B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8623732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Solda Şenpiliç'in, sağda Enerjisa'nın sorumlulukları; her maddenin yanında o sorumluluğun somut çıktısı var. Alttaki şerit, Şenpiliç'in zamanında tamamlaması gereken ve Enerjisa'nın işini başlatan teslim noktalarını gösterir: onaylı tasarım, ruhsat, saha teslimi, kazan duruş penceresi ve kabul tutanakları.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Üç alt yüklenici grubunun faz bazında görev kırılımı. Mühendislik alt yüklenicisi 18.09.2026–09.11.2026 (37 iş günü), mekanik alt yüklenici montaj ve kazan entegrasyonu için 16.03.2027–30.08.2027, elektrik/otomasyon alt yüklenicisi montaj ve devreye alma için 20.05.2027–14.07.2027 arasında sahadadır. İş günü sayıları hafta içi günlerdir, resmi tatiller düşülmemiştir.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Alt yüklenici tarihleri iş planından alınmıştır. Kesikli çubuklar tarihi henüz netleşmemiş, önceki ve sonraki işlerden türetilmiş pencerelerdir: satınalma/imalat ve Şenpiliç'in ruhsat-temel işleri mühendislik bitişi (09.11.2026) ile mekanik montaj başlangıcı (16.03.2027) arasına düşer; kazan duruşu devreye alma sonrasında, mekanik alt yüklenicinin bitişi olan 30.08.2027'ye kadar gerçekleşir. Alttaki üç kutu Şenpiliç'ten onay beklenen tarihlerdir.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Relationship Id="rId6" Type="http://schemas.openxmlformats.org/officeDocument/2006/relationships/image" Target="../media/image5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svg"/><Relationship Id="rId4" Type="http://schemas.openxmlformats.org/officeDocument/2006/relationships/image" Target="../media/image8.jpg"/><Relationship Id="rId5" Type="http://schemas.openxmlformats.org/officeDocument/2006/relationships/image" Target="../media/image9.png"/><Relationship Id="rId6" Type="http://schemas.openxmlformats.org/officeDocument/2006/relationships/image" Target="../media/image10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jpg"/><Relationship Id="rId4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jpg"/><Relationship Id="rId4" Type="http://schemas.openxmlformats.org/officeDocument/2006/relationships/image" Target="../media/image5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Relationship Id="rId3" Type="http://schemas.openxmlformats.org/officeDocument/2006/relationships/image" Target="../media/image9.png"/><Relationship Id="rId4" Type="http://schemas.openxmlformats.org/officeDocument/2006/relationships/image" Target="../media/image10.sv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jpg"/><Relationship Id="rId4" Type="http://schemas.openxmlformats.org/officeDocument/2006/relationships/image" Target="../media/image16.png"/><Relationship Id="rId5" Type="http://schemas.microsoft.com/office/2007/relationships/hdphoto" Target="../media/hdphoto1.wdp"/><Relationship Id="rId6" Type="http://schemas.openxmlformats.org/officeDocument/2006/relationships/image" Target="../media/image5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8.jpg"/><Relationship Id="rId4" Type="http://schemas.openxmlformats.org/officeDocument/2006/relationships/image" Target="../media/image5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jp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793909" y="359400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33"/>
          <a:stretch/>
        </p:blipFill>
        <p:spPr>
          <a:xfrm>
            <a:off x="12700" y="2184702"/>
            <a:ext cx="12179300" cy="3200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5440"/>
          <a:stretch/>
        </p:blipFill>
        <p:spPr>
          <a:xfrm>
            <a:off x="12700" y="-28654"/>
            <a:ext cx="12179300" cy="237008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592A731-A165-A543-9F39-E2CC70B8E6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6935"/>
          <a:stretch/>
        </p:blipFill>
        <p:spPr>
          <a:xfrm>
            <a:off x="6350" y="5276192"/>
            <a:ext cx="12179300" cy="158180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1813F36-0F6D-4E46-86A5-98FD52959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6" r="32232"/>
          <a:stretch/>
        </p:blipFill>
        <p:spPr>
          <a:xfrm>
            <a:off x="-600" y="0"/>
            <a:ext cx="7091884" cy="6858000"/>
          </a:xfrm>
          <a:custGeom>
            <a:avLst/>
            <a:gdLst>
              <a:gd name="connsiteX0" fmla="*/ 0 w 7091884"/>
              <a:gd name="connsiteY0" fmla="*/ 0 h 6858000"/>
              <a:gd name="connsiteX1" fmla="*/ 5741280 w 7091884"/>
              <a:gd name="connsiteY1" fmla="*/ 0 h 6858000"/>
              <a:gd name="connsiteX2" fmla="*/ 5886016 w 7091884"/>
              <a:gd name="connsiteY2" fmla="*/ 151808 h 6858000"/>
              <a:gd name="connsiteX3" fmla="*/ 7091884 w 7091884"/>
              <a:gd name="connsiteY3" fmla="*/ 3272883 h 6858000"/>
              <a:gd name="connsiteX4" fmla="*/ 5402682 w 7091884"/>
              <a:gd name="connsiteY4" fmla="*/ 6854760 h 6858000"/>
              <a:gd name="connsiteX5" fmla="*/ 5398559 w 7091884"/>
              <a:gd name="connsiteY5" fmla="*/ 6858000 h 6858000"/>
              <a:gd name="connsiteX6" fmla="*/ 0 w 709188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1884" h="6858000">
                <a:moveTo>
                  <a:pt x="0" y="0"/>
                </a:moveTo>
                <a:lnTo>
                  <a:pt x="5741280" y="0"/>
                </a:lnTo>
                <a:lnTo>
                  <a:pt x="5886016" y="151808"/>
                </a:lnTo>
                <a:cubicBezTo>
                  <a:pt x="6635243" y="976141"/>
                  <a:pt x="7091884" y="2071185"/>
                  <a:pt x="7091884" y="3272883"/>
                </a:cubicBezTo>
                <a:cubicBezTo>
                  <a:pt x="7091884" y="4714921"/>
                  <a:pt x="6434320" y="6003377"/>
                  <a:pt x="5402682" y="6854760"/>
                </a:cubicBezTo>
                <a:lnTo>
                  <a:pt x="5398559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5F37461-8013-7640-A100-9F9076E285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4689" t="3361" r="35774"/>
          <a:stretch/>
        </p:blipFill>
        <p:spPr>
          <a:xfrm>
            <a:off x="0" y="0"/>
            <a:ext cx="6039756" cy="6858000"/>
          </a:xfrm>
          <a:custGeom>
            <a:avLst/>
            <a:gdLst>
              <a:gd name="connsiteX0" fmla="*/ 975907 w 6039756"/>
              <a:gd name="connsiteY0" fmla="*/ 0 h 6858000"/>
              <a:gd name="connsiteX1" fmla="*/ 3924161 w 6039756"/>
              <a:gd name="connsiteY1" fmla="*/ 0 h 6858000"/>
              <a:gd name="connsiteX2" fmla="*/ 4006327 w 6039756"/>
              <a:gd name="connsiteY2" fmla="*/ 37147 h 6858000"/>
              <a:gd name="connsiteX3" fmla="*/ 6039756 w 6039756"/>
              <a:gd name="connsiteY3" fmla="*/ 3272883 h 6858000"/>
              <a:gd name="connsiteX4" fmla="*/ 2634761 w 6039756"/>
              <a:gd name="connsiteY4" fmla="*/ 6857934 h 6858000"/>
              <a:gd name="connsiteX5" fmla="*/ 2632155 w 6039756"/>
              <a:gd name="connsiteY5" fmla="*/ 6858000 h 6858000"/>
              <a:gd name="connsiteX6" fmla="*/ 2267914 w 6039756"/>
              <a:gd name="connsiteY6" fmla="*/ 6858000 h 6858000"/>
              <a:gd name="connsiteX7" fmla="*/ 2265308 w 6039756"/>
              <a:gd name="connsiteY7" fmla="*/ 6857934 h 6858000"/>
              <a:gd name="connsiteX8" fmla="*/ 166638 w 6039756"/>
              <a:gd name="connsiteY8" fmla="*/ 6042887 h 6858000"/>
              <a:gd name="connsiteX9" fmla="*/ 0 w 6039756"/>
              <a:gd name="connsiteY9" fmla="*/ 5891437 h 6858000"/>
              <a:gd name="connsiteX10" fmla="*/ 0 w 6039756"/>
              <a:gd name="connsiteY10" fmla="*/ 654329 h 6858000"/>
              <a:gd name="connsiteX11" fmla="*/ 166638 w 6039756"/>
              <a:gd name="connsiteY11" fmla="*/ 502879 h 6858000"/>
              <a:gd name="connsiteX12" fmla="*/ 893741 w 6039756"/>
              <a:gd name="connsiteY12" fmla="*/ 3714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039756" h="6858000">
                <a:moveTo>
                  <a:pt x="975907" y="0"/>
                </a:moveTo>
                <a:lnTo>
                  <a:pt x="3924161" y="0"/>
                </a:lnTo>
                <a:lnTo>
                  <a:pt x="4006327" y="37147"/>
                </a:lnTo>
                <a:cubicBezTo>
                  <a:pt x="5209488" y="616889"/>
                  <a:pt x="6039756" y="1847926"/>
                  <a:pt x="6039756" y="3272883"/>
                </a:cubicBezTo>
                <a:cubicBezTo>
                  <a:pt x="6039756" y="5193478"/>
                  <a:pt x="4531462" y="6761790"/>
                  <a:pt x="2634761" y="6857934"/>
                </a:cubicBezTo>
                <a:lnTo>
                  <a:pt x="2632155" y="6858000"/>
                </a:lnTo>
                <a:lnTo>
                  <a:pt x="2267914" y="6858000"/>
                </a:lnTo>
                <a:lnTo>
                  <a:pt x="2265308" y="6857934"/>
                </a:lnTo>
                <a:cubicBezTo>
                  <a:pt x="1469917" y="6817616"/>
                  <a:pt x="742831" y="6518404"/>
                  <a:pt x="166638" y="6042887"/>
                </a:cubicBezTo>
                <a:lnTo>
                  <a:pt x="0" y="5891437"/>
                </a:lnTo>
                <a:lnTo>
                  <a:pt x="0" y="654329"/>
                </a:lnTo>
                <a:lnTo>
                  <a:pt x="166638" y="502879"/>
                </a:lnTo>
                <a:cubicBezTo>
                  <a:pt x="388250" y="319988"/>
                  <a:pt x="632185" y="163178"/>
                  <a:pt x="893741" y="37147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2C7D5D7-6EBD-AC4C-AF72-DD43D7DD4EA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20031" t="10206" r="27478" b="14453"/>
          <a:stretch>
            <a:fillRect/>
          </a:stretch>
        </p:blipFill>
        <p:spPr>
          <a:xfrm>
            <a:off x="20251" y="500113"/>
            <a:ext cx="5036456" cy="5172844"/>
          </a:xfrm>
          <a:custGeom>
            <a:avLst/>
            <a:gdLst>
              <a:gd name="connsiteX0" fmla="*/ 2450034 w 5036456"/>
              <a:gd name="connsiteY0" fmla="*/ 0 h 5172844"/>
              <a:gd name="connsiteX1" fmla="*/ 5036456 w 5036456"/>
              <a:gd name="connsiteY1" fmla="*/ 2586422 h 5172844"/>
              <a:gd name="connsiteX2" fmla="*/ 2450034 w 5036456"/>
              <a:gd name="connsiteY2" fmla="*/ 5172844 h 5172844"/>
              <a:gd name="connsiteX3" fmla="*/ 66866 w 5036456"/>
              <a:gd name="connsiteY3" fmla="*/ 3593174 h 5172844"/>
              <a:gd name="connsiteX4" fmla="*/ 0 w 5036456"/>
              <a:gd name="connsiteY4" fmla="*/ 3410483 h 5172844"/>
              <a:gd name="connsiteX5" fmla="*/ 0 w 5036456"/>
              <a:gd name="connsiteY5" fmla="*/ 1762361 h 5172844"/>
              <a:gd name="connsiteX6" fmla="*/ 66866 w 5036456"/>
              <a:gd name="connsiteY6" fmla="*/ 1579670 h 5172844"/>
              <a:gd name="connsiteX7" fmla="*/ 2450034 w 5036456"/>
              <a:gd name="connsiteY7" fmla="*/ 0 h 5172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36456" h="5172844">
                <a:moveTo>
                  <a:pt x="2450034" y="0"/>
                </a:moveTo>
                <a:cubicBezTo>
                  <a:pt x="3878475" y="0"/>
                  <a:pt x="5036456" y="1157981"/>
                  <a:pt x="5036456" y="2586422"/>
                </a:cubicBezTo>
                <a:cubicBezTo>
                  <a:pt x="5036456" y="4014863"/>
                  <a:pt x="3878475" y="5172844"/>
                  <a:pt x="2450034" y="5172844"/>
                </a:cubicBezTo>
                <a:cubicBezTo>
                  <a:pt x="1378703" y="5172844"/>
                  <a:pt x="459506" y="4521480"/>
                  <a:pt x="66866" y="3593174"/>
                </a:cubicBezTo>
                <a:lnTo>
                  <a:pt x="0" y="3410483"/>
                </a:lnTo>
                <a:lnTo>
                  <a:pt x="0" y="1762361"/>
                </a:lnTo>
                <a:lnTo>
                  <a:pt x="66866" y="1579670"/>
                </a:lnTo>
                <a:cubicBezTo>
                  <a:pt x="459506" y="651365"/>
                  <a:pt x="1378703" y="0"/>
                  <a:pt x="2450034" y="0"/>
                </a:cubicBezTo>
                <a:close/>
              </a:path>
            </a:pathLst>
          </a:custGeom>
          <a:effectLst>
            <a:outerShdw blurRad="310555" dist="38100" algn="l" rotWithShape="0">
              <a:prstClr val="black">
                <a:alpha val="40000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3" name="Resim 32">
            <a:extLst>
              <a:ext uri="{FF2B5EF4-FFF2-40B4-BE49-F238E27FC236}">
                <a16:creationId xmlns:a16="http://schemas.microsoft.com/office/drawing/2014/main" id="{D7EB227D-8B20-455D-9663-D16D82615A0A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62853" y="-46478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121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accel="50000" decel="50000" fill="hold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accel="50000" decel="5000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28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-4.04631E-6 3.51709E-6 L -4.04631E-6 0.05468 " pathEditMode="relative" rAng="0" ptsTypes="AA">
                                      <p:cBhvr>
                                        <p:cTn id="39" dur="15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34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1.875E-6 2.96296E-6 L -0.075 2.96296E-6 " pathEditMode="relative" rAng="0" ptsTypes="AA">
                                      <p:cBhvr>
                                        <p:cTn id="44" dur="15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750" y="0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0"/>
                                  </p:stCondLst>
                                  <p:childTnLst>
                                    <p:animMotion origin="layout" path="M 3.125E-6 -2.59259E-6 L 0.07851 -2.59259E-6 " pathEditMode="relative" rAng="0" ptsTypes="AA">
                                      <p:cBhvr>
                                        <p:cTn id="49" dur="15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</p:bld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61AA553A-5BB9-0343-92E2-2796DB80B9A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23549" y="265994"/>
            <a:ext cx="1247423" cy="1247423"/>
          </a:xfrm>
          <a:prstGeom prst="rect">
            <a:avLst/>
          </a:prstGeom>
          <a:effectLst>
            <a:outerShdw blurRad="299924" dist="38100" dir="5400000" algn="t" rotWithShape="0">
              <a:schemeClr val="accent5">
                <a:alpha val="78000"/>
              </a:schemeClr>
            </a:outerShdw>
          </a:effectLst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2807B43A-1809-B34D-9ACD-F416390DFBA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-599" y="0"/>
            <a:ext cx="12193197" cy="6852577"/>
          </a:xfrm>
          <a:prstGeom prst="rect">
            <a:avLst/>
          </a:prstGeom>
        </p:spPr>
      </p:pic>
      <p:sp>
        <p:nvSpPr>
          <p:cNvPr id="13" name="Freeform 12">
            <a:extLst>
              <a:ext uri="{FF2B5EF4-FFF2-40B4-BE49-F238E27FC236}">
                <a16:creationId xmlns:a16="http://schemas.microsoft.com/office/drawing/2014/main" id="{6DB86F81-D0FD-7844-9496-E4343A796D18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EE37EE3F-A192-BF49-96E7-9245713A27D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62A879C-D7FA-F84D-A224-47588390C7F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FAC88972-932B-4445-8571-EB46A6501C4C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38" name="Foliennummernplatzhalter 7">
            <a:extLst>
              <a:ext uri="{FF2B5EF4-FFF2-40B4-BE49-F238E27FC236}">
                <a16:creationId xmlns:a16="http://schemas.microsoft.com/office/drawing/2014/main" id="{1753C43F-9ED4-4F40-AE6B-A811A8382DB9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5102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2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21" dur="10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22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37" grpId="0" animBg="1"/>
      <p:bldP spid="38" grpId="0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şimin Enerjis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77C75BDF-5A91-9646-98AA-FD36E60B5B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834692E9-9E70-354E-BFD4-3DD15E7B8E57}"/>
              </a:ext>
            </a:extLst>
          </p:cNvPr>
          <p:cNvGrpSpPr/>
          <p:nvPr userDrawn="1"/>
        </p:nvGrpSpPr>
        <p:grpSpPr>
          <a:xfrm>
            <a:off x="0" y="5893180"/>
            <a:ext cx="12192000" cy="964820"/>
            <a:chOff x="0" y="5893180"/>
            <a:chExt cx="12192000" cy="964820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D8F32F3-0DEE-014A-AAA1-0DE32A146D12}"/>
                </a:ext>
              </a:extLst>
            </p:cNvPr>
            <p:cNvSpPr/>
            <p:nvPr userDrawn="1"/>
          </p:nvSpPr>
          <p:spPr>
            <a:xfrm>
              <a:off x="0" y="5893180"/>
              <a:ext cx="12192000" cy="964820"/>
            </a:xfrm>
            <a:custGeom>
              <a:avLst/>
              <a:gdLst>
                <a:gd name="connsiteX0" fmla="*/ 10627753 w 12192000"/>
                <a:gd name="connsiteY0" fmla="*/ 0 h 964820"/>
                <a:gd name="connsiteX1" fmla="*/ 10644531 w 12192000"/>
                <a:gd name="connsiteY1" fmla="*/ 0 h 964820"/>
                <a:gd name="connsiteX2" fmla="*/ 12175222 w 12192000"/>
                <a:gd name="connsiteY2" fmla="*/ 0 h 964820"/>
                <a:gd name="connsiteX3" fmla="*/ 12192000 w 12192000"/>
                <a:gd name="connsiteY3" fmla="*/ 0 h 964820"/>
                <a:gd name="connsiteX4" fmla="*/ 12192000 w 12192000"/>
                <a:gd name="connsiteY4" fmla="*/ 40690 h 964820"/>
                <a:gd name="connsiteX5" fmla="*/ 12192000 w 12192000"/>
                <a:gd name="connsiteY5" fmla="*/ 924130 h 964820"/>
                <a:gd name="connsiteX6" fmla="*/ 12192000 w 12192000"/>
                <a:gd name="connsiteY6" fmla="*/ 964820 h 964820"/>
                <a:gd name="connsiteX7" fmla="*/ 12175222 w 12192000"/>
                <a:gd name="connsiteY7" fmla="*/ 964820 h 964820"/>
                <a:gd name="connsiteX8" fmla="*/ 0 w 12192000"/>
                <a:gd name="connsiteY8" fmla="*/ 964820 h 964820"/>
                <a:gd name="connsiteX9" fmla="*/ 0 w 12192000"/>
                <a:gd name="connsiteY9" fmla="*/ 309562 h 964820"/>
                <a:gd name="connsiteX10" fmla="*/ 917809 w 12192000"/>
                <a:gd name="connsiteY10" fmla="*/ 309562 h 964820"/>
                <a:gd name="connsiteX11" fmla="*/ 934587 w 12192000"/>
                <a:gd name="connsiteY11" fmla="*/ 309562 h 964820"/>
                <a:gd name="connsiteX12" fmla="*/ 1062070 w 12192000"/>
                <a:gd name="connsiteY12" fmla="*/ 309562 h 964820"/>
                <a:gd name="connsiteX13" fmla="*/ 1078848 w 12192000"/>
                <a:gd name="connsiteY13" fmla="*/ 309562 h 964820"/>
                <a:gd name="connsiteX14" fmla="*/ 10044335 w 12192000"/>
                <a:gd name="connsiteY14" fmla="*/ 309562 h 964820"/>
                <a:gd name="connsiteX15" fmla="*/ 10051769 w 12192000"/>
                <a:gd name="connsiteY15" fmla="*/ 309562 h 964820"/>
                <a:gd name="connsiteX16" fmla="*/ 10124685 w 12192000"/>
                <a:gd name="connsiteY16" fmla="*/ 297556 h 964820"/>
                <a:gd name="connsiteX17" fmla="*/ 10196772 w 12192000"/>
                <a:gd name="connsiteY17" fmla="*/ 260008 h 964820"/>
                <a:gd name="connsiteX18" fmla="*/ 10475317 w 12192000"/>
                <a:gd name="connsiteY18" fmla="*/ 50777 h 964820"/>
                <a:gd name="connsiteX19" fmla="*/ 10627753 w 12192000"/>
                <a:gd name="connsiteY19" fmla="*/ 0 h 9648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2192000" h="964820">
                  <a:moveTo>
                    <a:pt x="10627753" y="0"/>
                  </a:moveTo>
                  <a:lnTo>
                    <a:pt x="10644531" y="0"/>
                  </a:lnTo>
                  <a:lnTo>
                    <a:pt x="12175222" y="0"/>
                  </a:lnTo>
                  <a:lnTo>
                    <a:pt x="12192000" y="0"/>
                  </a:lnTo>
                  <a:lnTo>
                    <a:pt x="12192000" y="40690"/>
                  </a:lnTo>
                  <a:lnTo>
                    <a:pt x="12192000" y="924130"/>
                  </a:lnTo>
                  <a:lnTo>
                    <a:pt x="12192000" y="964820"/>
                  </a:lnTo>
                  <a:lnTo>
                    <a:pt x="12175222" y="964820"/>
                  </a:lnTo>
                  <a:lnTo>
                    <a:pt x="0" y="964820"/>
                  </a:lnTo>
                  <a:lnTo>
                    <a:pt x="0" y="309562"/>
                  </a:lnTo>
                  <a:lnTo>
                    <a:pt x="917809" y="309562"/>
                  </a:lnTo>
                  <a:lnTo>
                    <a:pt x="934587" y="309562"/>
                  </a:lnTo>
                  <a:lnTo>
                    <a:pt x="1062070" y="309562"/>
                  </a:lnTo>
                  <a:lnTo>
                    <a:pt x="1078848" y="309562"/>
                  </a:lnTo>
                  <a:lnTo>
                    <a:pt x="10044335" y="309562"/>
                  </a:lnTo>
                  <a:lnTo>
                    <a:pt x="10051769" y="309562"/>
                  </a:lnTo>
                  <a:lnTo>
                    <a:pt x="10124685" y="297556"/>
                  </a:lnTo>
                  <a:cubicBezTo>
                    <a:pt x="10150550" y="288915"/>
                    <a:pt x="10175038" y="276220"/>
                    <a:pt x="10196772" y="260008"/>
                  </a:cubicBezTo>
                  <a:lnTo>
                    <a:pt x="10475317" y="50777"/>
                  </a:lnTo>
                  <a:cubicBezTo>
                    <a:pt x="10518783" y="18353"/>
                    <a:pt x="10573268" y="0"/>
                    <a:pt x="10627753" y="0"/>
                  </a:cubicBezTo>
                  <a:close/>
                </a:path>
              </a:pathLst>
            </a:custGeom>
            <a:solidFill>
              <a:srgbClr val="02B74F"/>
            </a:solidFill>
            <a:ln w="76200">
              <a:noFill/>
            </a:ln>
            <a:effectLst>
              <a:outerShdw blurRad="190500" dist="38100" dir="16200000" rotWithShape="0">
                <a:prstClr val="black">
                  <a:alpha val="7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lvl="0" algn="ctr"/>
              <a:endParaRPr lang="en-US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48487CE2-F3A0-004D-B7F2-5A9504E335AF}"/>
                </a:ext>
              </a:extLst>
            </p:cNvPr>
            <p:cNvSpPr/>
            <p:nvPr userDrawn="1"/>
          </p:nvSpPr>
          <p:spPr>
            <a:xfrm>
              <a:off x="0" y="5933870"/>
              <a:ext cx="12192000" cy="924130"/>
            </a:xfrm>
            <a:custGeom>
              <a:avLst/>
              <a:gdLst>
                <a:gd name="connsiteX0" fmla="*/ 12192000 w 12192000"/>
                <a:gd name="connsiteY0" fmla="*/ 0 h 924130"/>
                <a:gd name="connsiteX1" fmla="*/ 10644531 w 12192000"/>
                <a:gd name="connsiteY1" fmla="*/ 0 h 924130"/>
                <a:gd name="connsiteX2" fmla="*/ 10492095 w 12192000"/>
                <a:gd name="connsiteY2" fmla="*/ 50777 h 924130"/>
                <a:gd name="connsiteX3" fmla="*/ 10213550 w 12192000"/>
                <a:gd name="connsiteY3" fmla="*/ 260008 h 924130"/>
                <a:gd name="connsiteX4" fmla="*/ 10061113 w 12192000"/>
                <a:gd name="connsiteY4" fmla="*/ 310786 h 924130"/>
                <a:gd name="connsiteX5" fmla="*/ 10061113 w 12192000"/>
                <a:gd name="connsiteY5" fmla="*/ 309562 h 924130"/>
                <a:gd name="connsiteX6" fmla="*/ 1078848 w 12192000"/>
                <a:gd name="connsiteY6" fmla="*/ 309562 h 924130"/>
                <a:gd name="connsiteX7" fmla="*/ 934587 w 12192000"/>
                <a:gd name="connsiteY7" fmla="*/ 309562 h 924130"/>
                <a:gd name="connsiteX8" fmla="*/ 0 w 12192000"/>
                <a:gd name="connsiteY8" fmla="*/ 309562 h 924130"/>
                <a:gd name="connsiteX9" fmla="*/ 0 w 12192000"/>
                <a:gd name="connsiteY9" fmla="*/ 924130 h 924130"/>
                <a:gd name="connsiteX10" fmla="*/ 12192000 w 12192000"/>
                <a:gd name="connsiteY10" fmla="*/ 924130 h 924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2192000" h="924130">
                  <a:moveTo>
                    <a:pt x="12192000" y="0"/>
                  </a:moveTo>
                  <a:lnTo>
                    <a:pt x="10644531" y="0"/>
                  </a:lnTo>
                  <a:cubicBezTo>
                    <a:pt x="10590046" y="0"/>
                    <a:pt x="10535561" y="18353"/>
                    <a:pt x="10492095" y="50777"/>
                  </a:cubicBezTo>
                  <a:lnTo>
                    <a:pt x="10213550" y="260008"/>
                  </a:lnTo>
                  <a:cubicBezTo>
                    <a:pt x="10170083" y="292432"/>
                    <a:pt x="10115598" y="310786"/>
                    <a:pt x="10061113" y="310786"/>
                  </a:cubicBezTo>
                  <a:lnTo>
                    <a:pt x="10061113" y="309562"/>
                  </a:lnTo>
                  <a:lnTo>
                    <a:pt x="1078848" y="309562"/>
                  </a:lnTo>
                  <a:lnTo>
                    <a:pt x="934587" y="309562"/>
                  </a:lnTo>
                  <a:lnTo>
                    <a:pt x="0" y="309562"/>
                  </a:lnTo>
                  <a:lnTo>
                    <a:pt x="0" y="924130"/>
                  </a:lnTo>
                  <a:lnTo>
                    <a:pt x="12192000" y="924130"/>
                  </a:ln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F9991CF0-C895-5E48-BD02-6AEF29EBC9A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rcRect/>
            <a:stretch/>
          </p:blipFill>
          <p:spPr>
            <a:xfrm>
              <a:off x="10519788" y="6156921"/>
              <a:ext cx="1430030" cy="514810"/>
            </a:xfrm>
            <a:prstGeom prst="rect">
              <a:avLst/>
            </a:prstGeom>
          </p:spPr>
        </p:pic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30B76DCD-DBB0-D04C-B660-EE98DFAAAF3B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E299935C-DF63-2B4E-A7B9-3BAB1398B011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5A94B9F8-825C-446B-B2DA-7E7CFB065C54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62853" y="-444750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0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angle 37">
            <a:extLst>
              <a:ext uri="{FF2B5EF4-FFF2-40B4-BE49-F238E27FC236}">
                <a16:creationId xmlns:a16="http://schemas.microsoft.com/office/drawing/2014/main" id="{8784ECC5-A026-EE09-20E1-4AC4F0B78EC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2A6640-1BCB-8E56-13B5-0A8737E13848}"/>
              </a:ext>
            </a:extLst>
          </p:cNvPr>
          <p:cNvSpPr txBox="1"/>
          <p:nvPr userDrawn="1"/>
        </p:nvSpPr>
        <p:spPr>
          <a:xfrm>
            <a:off x="7736050" y="1784231"/>
            <a:ext cx="3047924" cy="545886"/>
          </a:xfrm>
          <a:custGeom>
            <a:avLst/>
            <a:gdLst/>
            <a:ahLst/>
            <a:cxnLst/>
            <a:rect l="l" t="t" r="r" b="b"/>
            <a:pathLst>
              <a:path w="1150011" h="205968">
                <a:moveTo>
                  <a:pt x="413309" y="105384"/>
                </a:moveTo>
                <a:lnTo>
                  <a:pt x="400050" y="114071"/>
                </a:lnTo>
                <a:cubicBezTo>
                  <a:pt x="397459" y="115747"/>
                  <a:pt x="395783" y="117881"/>
                  <a:pt x="395021" y="120472"/>
                </a:cubicBezTo>
                <a:cubicBezTo>
                  <a:pt x="394259" y="123063"/>
                  <a:pt x="393878" y="127406"/>
                  <a:pt x="393878" y="133502"/>
                </a:cubicBezTo>
                <a:cubicBezTo>
                  <a:pt x="393878" y="142036"/>
                  <a:pt x="396012" y="146304"/>
                  <a:pt x="400279" y="146304"/>
                </a:cubicBezTo>
                <a:cubicBezTo>
                  <a:pt x="403784" y="146304"/>
                  <a:pt x="408127" y="144094"/>
                  <a:pt x="413309" y="139674"/>
                </a:cubicBezTo>
                <a:close/>
                <a:moveTo>
                  <a:pt x="815569" y="66522"/>
                </a:moveTo>
                <a:cubicBezTo>
                  <a:pt x="808863" y="66522"/>
                  <a:pt x="805510" y="70408"/>
                  <a:pt x="805510" y="78181"/>
                </a:cubicBezTo>
                <a:lnTo>
                  <a:pt x="805510" y="92583"/>
                </a:lnTo>
                <a:lnTo>
                  <a:pt x="824941" y="92583"/>
                </a:lnTo>
                <a:lnTo>
                  <a:pt x="824941" y="78181"/>
                </a:lnTo>
                <a:cubicBezTo>
                  <a:pt x="824941" y="70408"/>
                  <a:pt x="821817" y="66522"/>
                  <a:pt x="815569" y="66522"/>
                </a:cubicBezTo>
                <a:close/>
                <a:moveTo>
                  <a:pt x="625069" y="66522"/>
                </a:moveTo>
                <a:cubicBezTo>
                  <a:pt x="618363" y="66522"/>
                  <a:pt x="615010" y="70408"/>
                  <a:pt x="615010" y="78181"/>
                </a:cubicBezTo>
                <a:lnTo>
                  <a:pt x="615010" y="92583"/>
                </a:lnTo>
                <a:lnTo>
                  <a:pt x="634441" y="92583"/>
                </a:lnTo>
                <a:lnTo>
                  <a:pt x="634441" y="78181"/>
                </a:lnTo>
                <a:cubicBezTo>
                  <a:pt x="634441" y="70408"/>
                  <a:pt x="631317" y="66522"/>
                  <a:pt x="625069" y="66522"/>
                </a:cubicBezTo>
                <a:close/>
                <a:moveTo>
                  <a:pt x="311430" y="65608"/>
                </a:moveTo>
                <a:cubicBezTo>
                  <a:pt x="304114" y="65608"/>
                  <a:pt x="300457" y="70256"/>
                  <a:pt x="300457" y="79552"/>
                </a:cubicBezTo>
                <a:lnTo>
                  <a:pt x="300457" y="131902"/>
                </a:lnTo>
                <a:cubicBezTo>
                  <a:pt x="300457" y="140589"/>
                  <a:pt x="304038" y="144932"/>
                  <a:pt x="311201" y="144932"/>
                </a:cubicBezTo>
                <a:cubicBezTo>
                  <a:pt x="318669" y="144932"/>
                  <a:pt x="322402" y="140512"/>
                  <a:pt x="322402" y="131673"/>
                </a:cubicBezTo>
                <a:lnTo>
                  <a:pt x="322402" y="80010"/>
                </a:lnTo>
                <a:cubicBezTo>
                  <a:pt x="322402" y="70408"/>
                  <a:pt x="318745" y="65608"/>
                  <a:pt x="311430" y="65608"/>
                </a:cubicBezTo>
                <a:close/>
                <a:moveTo>
                  <a:pt x="1122579" y="47320"/>
                </a:moveTo>
                <a:lnTo>
                  <a:pt x="1150011" y="47320"/>
                </a:lnTo>
                <a:lnTo>
                  <a:pt x="1150011" y="164363"/>
                </a:lnTo>
                <a:lnTo>
                  <a:pt x="1122579" y="164363"/>
                </a:lnTo>
                <a:close/>
                <a:moveTo>
                  <a:pt x="989229" y="47320"/>
                </a:moveTo>
                <a:lnTo>
                  <a:pt x="1016661" y="47320"/>
                </a:lnTo>
                <a:lnTo>
                  <a:pt x="1016661" y="164363"/>
                </a:lnTo>
                <a:lnTo>
                  <a:pt x="989229" y="164363"/>
                </a:lnTo>
                <a:close/>
                <a:moveTo>
                  <a:pt x="198425" y="47320"/>
                </a:moveTo>
                <a:lnTo>
                  <a:pt x="262890" y="47320"/>
                </a:lnTo>
                <a:lnTo>
                  <a:pt x="262890" y="69494"/>
                </a:lnTo>
                <a:lnTo>
                  <a:pt x="222199" y="141503"/>
                </a:lnTo>
                <a:lnTo>
                  <a:pt x="264719" y="141503"/>
                </a:lnTo>
                <a:lnTo>
                  <a:pt x="264719" y="164363"/>
                </a:lnTo>
                <a:lnTo>
                  <a:pt x="194082" y="164363"/>
                </a:lnTo>
                <a:lnTo>
                  <a:pt x="194082" y="141503"/>
                </a:lnTo>
                <a:lnTo>
                  <a:pt x="235001" y="69494"/>
                </a:lnTo>
                <a:lnTo>
                  <a:pt x="198425" y="69494"/>
                </a:lnTo>
                <a:close/>
                <a:moveTo>
                  <a:pt x="103404" y="47320"/>
                </a:moveTo>
                <a:lnTo>
                  <a:pt x="130607" y="47320"/>
                </a:lnTo>
                <a:lnTo>
                  <a:pt x="130607" y="131673"/>
                </a:lnTo>
                <a:cubicBezTo>
                  <a:pt x="130607" y="140970"/>
                  <a:pt x="133960" y="145618"/>
                  <a:pt x="140665" y="145618"/>
                </a:cubicBezTo>
                <a:cubicBezTo>
                  <a:pt x="147676" y="145618"/>
                  <a:pt x="151181" y="140436"/>
                  <a:pt x="151181" y="130073"/>
                </a:cubicBezTo>
                <a:lnTo>
                  <a:pt x="151181" y="47320"/>
                </a:lnTo>
                <a:lnTo>
                  <a:pt x="178613" y="47320"/>
                </a:lnTo>
                <a:lnTo>
                  <a:pt x="178613" y="164363"/>
                </a:lnTo>
                <a:lnTo>
                  <a:pt x="151181" y="164363"/>
                </a:lnTo>
                <a:lnTo>
                  <a:pt x="151181" y="154990"/>
                </a:lnTo>
                <a:cubicBezTo>
                  <a:pt x="141732" y="162610"/>
                  <a:pt x="133350" y="166420"/>
                  <a:pt x="126035" y="166420"/>
                </a:cubicBezTo>
                <a:cubicBezTo>
                  <a:pt x="113538" y="166420"/>
                  <a:pt x="106223" y="160401"/>
                  <a:pt x="104089" y="148361"/>
                </a:cubicBezTo>
                <a:cubicBezTo>
                  <a:pt x="103632" y="145770"/>
                  <a:pt x="103404" y="141503"/>
                  <a:pt x="103404" y="135559"/>
                </a:cubicBezTo>
                <a:close/>
                <a:moveTo>
                  <a:pt x="941832" y="47091"/>
                </a:moveTo>
                <a:lnTo>
                  <a:pt x="969036" y="47091"/>
                </a:lnTo>
                <a:lnTo>
                  <a:pt x="969036" y="175336"/>
                </a:lnTo>
                <a:cubicBezTo>
                  <a:pt x="969036" y="187375"/>
                  <a:pt x="966140" y="195605"/>
                  <a:pt x="960349" y="200025"/>
                </a:cubicBezTo>
                <a:cubicBezTo>
                  <a:pt x="956234" y="203073"/>
                  <a:pt x="949757" y="204597"/>
                  <a:pt x="940918" y="204597"/>
                </a:cubicBezTo>
                <a:cubicBezTo>
                  <a:pt x="936041" y="204597"/>
                  <a:pt x="932307" y="204368"/>
                  <a:pt x="929716" y="203911"/>
                </a:cubicBezTo>
                <a:lnTo>
                  <a:pt x="929716" y="181279"/>
                </a:lnTo>
                <a:cubicBezTo>
                  <a:pt x="935203" y="181432"/>
                  <a:pt x="938708" y="180365"/>
                  <a:pt x="940232" y="178079"/>
                </a:cubicBezTo>
                <a:cubicBezTo>
                  <a:pt x="941299" y="176555"/>
                  <a:pt x="941832" y="172974"/>
                  <a:pt x="941832" y="167335"/>
                </a:cubicBezTo>
                <a:close/>
                <a:moveTo>
                  <a:pt x="928650" y="45262"/>
                </a:moveTo>
                <a:lnTo>
                  <a:pt x="928650" y="72237"/>
                </a:lnTo>
                <a:cubicBezTo>
                  <a:pt x="924992" y="71018"/>
                  <a:pt x="921944" y="70408"/>
                  <a:pt x="919506" y="70408"/>
                </a:cubicBezTo>
                <a:cubicBezTo>
                  <a:pt x="911886" y="70408"/>
                  <a:pt x="906780" y="73456"/>
                  <a:pt x="904189" y="79552"/>
                </a:cubicBezTo>
                <a:cubicBezTo>
                  <a:pt x="902665" y="82905"/>
                  <a:pt x="901903" y="88239"/>
                  <a:pt x="901903" y="95554"/>
                </a:cubicBezTo>
                <a:lnTo>
                  <a:pt x="901903" y="164363"/>
                </a:lnTo>
                <a:lnTo>
                  <a:pt x="874929" y="164363"/>
                </a:lnTo>
                <a:lnTo>
                  <a:pt x="874929" y="47320"/>
                </a:lnTo>
                <a:lnTo>
                  <a:pt x="902132" y="47320"/>
                </a:lnTo>
                <a:lnTo>
                  <a:pt x="901903" y="62179"/>
                </a:lnTo>
                <a:cubicBezTo>
                  <a:pt x="908304" y="50596"/>
                  <a:pt x="917220" y="44958"/>
                  <a:pt x="928650" y="45262"/>
                </a:cubicBezTo>
                <a:close/>
                <a:moveTo>
                  <a:pt x="519075" y="45262"/>
                </a:moveTo>
                <a:lnTo>
                  <a:pt x="519075" y="72237"/>
                </a:lnTo>
                <a:cubicBezTo>
                  <a:pt x="515417" y="71018"/>
                  <a:pt x="512369" y="70408"/>
                  <a:pt x="509931" y="70408"/>
                </a:cubicBezTo>
                <a:cubicBezTo>
                  <a:pt x="502311" y="70408"/>
                  <a:pt x="497205" y="73456"/>
                  <a:pt x="494614" y="79552"/>
                </a:cubicBezTo>
                <a:cubicBezTo>
                  <a:pt x="493090" y="82905"/>
                  <a:pt x="492328" y="88239"/>
                  <a:pt x="492328" y="95554"/>
                </a:cubicBezTo>
                <a:lnTo>
                  <a:pt x="492328" y="164363"/>
                </a:lnTo>
                <a:lnTo>
                  <a:pt x="465354" y="164363"/>
                </a:lnTo>
                <a:lnTo>
                  <a:pt x="465354" y="47320"/>
                </a:lnTo>
                <a:lnTo>
                  <a:pt x="492557" y="47320"/>
                </a:lnTo>
                <a:lnTo>
                  <a:pt x="492328" y="62179"/>
                </a:lnTo>
                <a:cubicBezTo>
                  <a:pt x="498729" y="50596"/>
                  <a:pt x="507645" y="44958"/>
                  <a:pt x="519075" y="45262"/>
                </a:cubicBezTo>
                <a:close/>
                <a:moveTo>
                  <a:pt x="735178" y="45034"/>
                </a:moveTo>
                <a:cubicBezTo>
                  <a:pt x="743103" y="45034"/>
                  <a:pt x="749351" y="47625"/>
                  <a:pt x="753923" y="52806"/>
                </a:cubicBezTo>
                <a:cubicBezTo>
                  <a:pt x="757581" y="57073"/>
                  <a:pt x="759409" y="63779"/>
                  <a:pt x="759409" y="72923"/>
                </a:cubicBezTo>
                <a:lnTo>
                  <a:pt x="759409" y="164363"/>
                </a:lnTo>
                <a:lnTo>
                  <a:pt x="732663" y="164363"/>
                </a:lnTo>
                <a:lnTo>
                  <a:pt x="732663" y="78409"/>
                </a:lnTo>
                <a:cubicBezTo>
                  <a:pt x="732663" y="68961"/>
                  <a:pt x="729463" y="64236"/>
                  <a:pt x="723062" y="64236"/>
                </a:cubicBezTo>
                <a:cubicBezTo>
                  <a:pt x="715442" y="64236"/>
                  <a:pt x="711632" y="69494"/>
                  <a:pt x="711632" y="80010"/>
                </a:cubicBezTo>
                <a:lnTo>
                  <a:pt x="711632" y="164363"/>
                </a:lnTo>
                <a:lnTo>
                  <a:pt x="684429" y="164363"/>
                </a:lnTo>
                <a:lnTo>
                  <a:pt x="684429" y="47320"/>
                </a:lnTo>
                <a:lnTo>
                  <a:pt x="712089" y="47320"/>
                </a:lnTo>
                <a:lnTo>
                  <a:pt x="711632" y="56007"/>
                </a:lnTo>
                <a:cubicBezTo>
                  <a:pt x="719252" y="48691"/>
                  <a:pt x="727101" y="45034"/>
                  <a:pt x="735178" y="45034"/>
                </a:cubicBezTo>
                <a:close/>
                <a:moveTo>
                  <a:pt x="298171" y="45034"/>
                </a:moveTo>
                <a:cubicBezTo>
                  <a:pt x="306096" y="45034"/>
                  <a:pt x="314249" y="48920"/>
                  <a:pt x="322631" y="56692"/>
                </a:cubicBezTo>
                <a:lnTo>
                  <a:pt x="322631" y="47320"/>
                </a:lnTo>
                <a:lnTo>
                  <a:pt x="349834" y="47320"/>
                </a:lnTo>
                <a:lnTo>
                  <a:pt x="349834" y="168478"/>
                </a:lnTo>
                <a:cubicBezTo>
                  <a:pt x="349834" y="178689"/>
                  <a:pt x="348158" y="186461"/>
                  <a:pt x="344805" y="191795"/>
                </a:cubicBezTo>
                <a:cubicBezTo>
                  <a:pt x="338862" y="201244"/>
                  <a:pt x="327355" y="205968"/>
                  <a:pt x="310287" y="205968"/>
                </a:cubicBezTo>
                <a:cubicBezTo>
                  <a:pt x="294894" y="205968"/>
                  <a:pt x="284455" y="202006"/>
                  <a:pt x="278968" y="194081"/>
                </a:cubicBezTo>
                <a:cubicBezTo>
                  <a:pt x="275920" y="189661"/>
                  <a:pt x="274320" y="182956"/>
                  <a:pt x="274168" y="173964"/>
                </a:cubicBezTo>
                <a:lnTo>
                  <a:pt x="301143" y="173964"/>
                </a:lnTo>
                <a:cubicBezTo>
                  <a:pt x="301143" y="182194"/>
                  <a:pt x="304648" y="186309"/>
                  <a:pt x="311658" y="186309"/>
                </a:cubicBezTo>
                <a:cubicBezTo>
                  <a:pt x="318973" y="186309"/>
                  <a:pt x="322631" y="181660"/>
                  <a:pt x="322631" y="172364"/>
                </a:cubicBezTo>
                <a:lnTo>
                  <a:pt x="322631" y="154305"/>
                </a:lnTo>
                <a:cubicBezTo>
                  <a:pt x="315773" y="161925"/>
                  <a:pt x="307848" y="165735"/>
                  <a:pt x="298857" y="165735"/>
                </a:cubicBezTo>
                <a:cubicBezTo>
                  <a:pt x="281940" y="165735"/>
                  <a:pt x="273482" y="155981"/>
                  <a:pt x="273482" y="136474"/>
                </a:cubicBezTo>
                <a:lnTo>
                  <a:pt x="273482" y="74523"/>
                </a:lnTo>
                <a:cubicBezTo>
                  <a:pt x="273482" y="54864"/>
                  <a:pt x="281712" y="45034"/>
                  <a:pt x="298171" y="45034"/>
                </a:cubicBezTo>
                <a:close/>
                <a:moveTo>
                  <a:pt x="1070001" y="44805"/>
                </a:moveTo>
                <a:cubicBezTo>
                  <a:pt x="1092251" y="44805"/>
                  <a:pt x="1103376" y="53797"/>
                  <a:pt x="1103376" y="71780"/>
                </a:cubicBezTo>
                <a:lnTo>
                  <a:pt x="1103376" y="84582"/>
                </a:lnTo>
                <a:lnTo>
                  <a:pt x="1079830" y="84582"/>
                </a:lnTo>
                <a:cubicBezTo>
                  <a:pt x="1079830" y="76657"/>
                  <a:pt x="1079450" y="71475"/>
                  <a:pt x="1078687" y="69037"/>
                </a:cubicBezTo>
                <a:cubicBezTo>
                  <a:pt x="1077316" y="65379"/>
                  <a:pt x="1074420" y="63550"/>
                  <a:pt x="1070001" y="63550"/>
                </a:cubicBezTo>
                <a:cubicBezTo>
                  <a:pt x="1063600" y="63550"/>
                  <a:pt x="1060399" y="67056"/>
                  <a:pt x="1060400" y="74066"/>
                </a:cubicBezTo>
                <a:cubicBezTo>
                  <a:pt x="1060399" y="78943"/>
                  <a:pt x="1062990" y="83210"/>
                  <a:pt x="1068172" y="86868"/>
                </a:cubicBezTo>
                <a:lnTo>
                  <a:pt x="1093089" y="104470"/>
                </a:lnTo>
                <a:cubicBezTo>
                  <a:pt x="1096595" y="106908"/>
                  <a:pt x="1099109" y="109499"/>
                  <a:pt x="1100633" y="112242"/>
                </a:cubicBezTo>
                <a:cubicBezTo>
                  <a:pt x="1103224" y="115900"/>
                  <a:pt x="1104519" y="121996"/>
                  <a:pt x="1104519" y="130530"/>
                </a:cubicBezTo>
                <a:cubicBezTo>
                  <a:pt x="1104519" y="141503"/>
                  <a:pt x="1102995" y="149352"/>
                  <a:pt x="1099947" y="154076"/>
                </a:cubicBezTo>
                <a:cubicBezTo>
                  <a:pt x="1094766" y="162458"/>
                  <a:pt x="1084250" y="166649"/>
                  <a:pt x="1068400" y="166649"/>
                </a:cubicBezTo>
                <a:cubicBezTo>
                  <a:pt x="1044778" y="166649"/>
                  <a:pt x="1032967" y="156286"/>
                  <a:pt x="1032967" y="135559"/>
                </a:cubicBezTo>
                <a:lnTo>
                  <a:pt x="1032967" y="123215"/>
                </a:lnTo>
                <a:lnTo>
                  <a:pt x="1058113" y="123215"/>
                </a:lnTo>
                <a:cubicBezTo>
                  <a:pt x="1058113" y="132816"/>
                  <a:pt x="1058571" y="138912"/>
                  <a:pt x="1059485" y="141503"/>
                </a:cubicBezTo>
                <a:cubicBezTo>
                  <a:pt x="1060704" y="145313"/>
                  <a:pt x="1063828" y="147218"/>
                  <a:pt x="1068858" y="147218"/>
                </a:cubicBezTo>
                <a:cubicBezTo>
                  <a:pt x="1075868" y="147218"/>
                  <a:pt x="1079373" y="142951"/>
                  <a:pt x="1079373" y="134416"/>
                </a:cubicBezTo>
                <a:cubicBezTo>
                  <a:pt x="1079373" y="130606"/>
                  <a:pt x="1078992" y="127863"/>
                  <a:pt x="1078230" y="126187"/>
                </a:cubicBezTo>
                <a:cubicBezTo>
                  <a:pt x="1077164" y="123901"/>
                  <a:pt x="1074877" y="121539"/>
                  <a:pt x="1071372" y="119100"/>
                </a:cubicBezTo>
                <a:lnTo>
                  <a:pt x="1048741" y="103098"/>
                </a:lnTo>
                <a:cubicBezTo>
                  <a:pt x="1046455" y="101422"/>
                  <a:pt x="1043940" y="98983"/>
                  <a:pt x="1041197" y="95783"/>
                </a:cubicBezTo>
                <a:cubicBezTo>
                  <a:pt x="1036930" y="90754"/>
                  <a:pt x="1034796" y="83820"/>
                  <a:pt x="1034796" y="74980"/>
                </a:cubicBezTo>
                <a:cubicBezTo>
                  <a:pt x="1034796" y="54864"/>
                  <a:pt x="1046531" y="44805"/>
                  <a:pt x="1070001" y="44805"/>
                </a:cubicBezTo>
                <a:close/>
                <a:moveTo>
                  <a:pt x="815569" y="44805"/>
                </a:moveTo>
                <a:cubicBezTo>
                  <a:pt x="827608" y="44805"/>
                  <a:pt x="837057" y="48234"/>
                  <a:pt x="843915" y="55092"/>
                </a:cubicBezTo>
                <a:cubicBezTo>
                  <a:pt x="849249" y="60426"/>
                  <a:pt x="851916" y="68199"/>
                  <a:pt x="851916" y="78409"/>
                </a:cubicBezTo>
                <a:lnTo>
                  <a:pt x="851916" y="111785"/>
                </a:lnTo>
                <a:lnTo>
                  <a:pt x="805282" y="111785"/>
                </a:lnTo>
                <a:lnTo>
                  <a:pt x="805282" y="130987"/>
                </a:lnTo>
                <a:cubicBezTo>
                  <a:pt x="805282" y="140589"/>
                  <a:pt x="808635" y="145389"/>
                  <a:pt x="815340" y="145389"/>
                </a:cubicBezTo>
                <a:cubicBezTo>
                  <a:pt x="818541" y="145389"/>
                  <a:pt x="820941" y="144322"/>
                  <a:pt x="822541" y="142189"/>
                </a:cubicBezTo>
                <a:cubicBezTo>
                  <a:pt x="824141" y="140055"/>
                  <a:pt x="824941" y="134569"/>
                  <a:pt x="824941" y="125730"/>
                </a:cubicBezTo>
                <a:lnTo>
                  <a:pt x="851459" y="125730"/>
                </a:lnTo>
                <a:lnTo>
                  <a:pt x="851459" y="135102"/>
                </a:lnTo>
                <a:cubicBezTo>
                  <a:pt x="851459" y="156133"/>
                  <a:pt x="839572" y="166649"/>
                  <a:pt x="815797" y="166649"/>
                </a:cubicBezTo>
                <a:cubicBezTo>
                  <a:pt x="790804" y="166649"/>
                  <a:pt x="778307" y="154152"/>
                  <a:pt x="778307" y="129159"/>
                </a:cubicBezTo>
                <a:lnTo>
                  <a:pt x="778307" y="79781"/>
                </a:lnTo>
                <a:cubicBezTo>
                  <a:pt x="778307" y="66827"/>
                  <a:pt x="782498" y="57454"/>
                  <a:pt x="790880" y="51663"/>
                </a:cubicBezTo>
                <a:cubicBezTo>
                  <a:pt x="797433" y="47091"/>
                  <a:pt x="805663" y="44805"/>
                  <a:pt x="815569" y="44805"/>
                </a:cubicBezTo>
                <a:close/>
                <a:moveTo>
                  <a:pt x="625069" y="44805"/>
                </a:moveTo>
                <a:cubicBezTo>
                  <a:pt x="637108" y="44805"/>
                  <a:pt x="646557" y="48234"/>
                  <a:pt x="653415" y="55092"/>
                </a:cubicBezTo>
                <a:cubicBezTo>
                  <a:pt x="658749" y="60426"/>
                  <a:pt x="661416" y="68199"/>
                  <a:pt x="661416" y="78409"/>
                </a:cubicBezTo>
                <a:lnTo>
                  <a:pt x="661416" y="111785"/>
                </a:lnTo>
                <a:lnTo>
                  <a:pt x="614782" y="111785"/>
                </a:lnTo>
                <a:lnTo>
                  <a:pt x="614782" y="130987"/>
                </a:lnTo>
                <a:cubicBezTo>
                  <a:pt x="614782" y="140589"/>
                  <a:pt x="618135" y="145389"/>
                  <a:pt x="624840" y="145389"/>
                </a:cubicBezTo>
                <a:cubicBezTo>
                  <a:pt x="628041" y="145389"/>
                  <a:pt x="630441" y="144322"/>
                  <a:pt x="632041" y="142189"/>
                </a:cubicBezTo>
                <a:cubicBezTo>
                  <a:pt x="633641" y="140055"/>
                  <a:pt x="634441" y="134569"/>
                  <a:pt x="634441" y="125730"/>
                </a:cubicBezTo>
                <a:lnTo>
                  <a:pt x="660959" y="125730"/>
                </a:lnTo>
                <a:lnTo>
                  <a:pt x="660959" y="135102"/>
                </a:lnTo>
                <a:cubicBezTo>
                  <a:pt x="660959" y="156133"/>
                  <a:pt x="649072" y="166649"/>
                  <a:pt x="625297" y="166649"/>
                </a:cubicBezTo>
                <a:cubicBezTo>
                  <a:pt x="600304" y="166649"/>
                  <a:pt x="587807" y="154152"/>
                  <a:pt x="587807" y="129159"/>
                </a:cubicBezTo>
                <a:lnTo>
                  <a:pt x="587807" y="79781"/>
                </a:lnTo>
                <a:cubicBezTo>
                  <a:pt x="587807" y="66827"/>
                  <a:pt x="591998" y="57454"/>
                  <a:pt x="600380" y="51663"/>
                </a:cubicBezTo>
                <a:cubicBezTo>
                  <a:pt x="606933" y="47091"/>
                  <a:pt x="615163" y="44805"/>
                  <a:pt x="625069" y="44805"/>
                </a:cubicBezTo>
                <a:close/>
                <a:moveTo>
                  <a:pt x="405765" y="44805"/>
                </a:moveTo>
                <a:cubicBezTo>
                  <a:pt x="413995" y="44805"/>
                  <a:pt x="420929" y="46253"/>
                  <a:pt x="426568" y="49149"/>
                </a:cubicBezTo>
                <a:cubicBezTo>
                  <a:pt x="435864" y="53873"/>
                  <a:pt x="440512" y="61036"/>
                  <a:pt x="440512" y="70637"/>
                </a:cubicBezTo>
                <a:lnTo>
                  <a:pt x="440512" y="135788"/>
                </a:lnTo>
                <a:cubicBezTo>
                  <a:pt x="440512" y="145542"/>
                  <a:pt x="440741" y="151866"/>
                  <a:pt x="441198" y="154762"/>
                </a:cubicBezTo>
                <a:cubicBezTo>
                  <a:pt x="441808" y="159334"/>
                  <a:pt x="443332" y="162534"/>
                  <a:pt x="445770" y="164363"/>
                </a:cubicBezTo>
                <a:lnTo>
                  <a:pt x="417195" y="164363"/>
                </a:lnTo>
                <a:cubicBezTo>
                  <a:pt x="415214" y="162229"/>
                  <a:pt x="414147" y="158800"/>
                  <a:pt x="413995" y="154076"/>
                </a:cubicBezTo>
                <a:cubicBezTo>
                  <a:pt x="410337" y="158343"/>
                  <a:pt x="407213" y="161315"/>
                  <a:pt x="404622" y="162991"/>
                </a:cubicBezTo>
                <a:cubicBezTo>
                  <a:pt x="400660" y="165582"/>
                  <a:pt x="395935" y="166878"/>
                  <a:pt x="390449" y="166878"/>
                </a:cubicBezTo>
                <a:cubicBezTo>
                  <a:pt x="380391" y="166878"/>
                  <a:pt x="373685" y="162915"/>
                  <a:pt x="370332" y="154990"/>
                </a:cubicBezTo>
                <a:cubicBezTo>
                  <a:pt x="368351" y="150571"/>
                  <a:pt x="367360" y="143789"/>
                  <a:pt x="367360" y="134645"/>
                </a:cubicBezTo>
                <a:cubicBezTo>
                  <a:pt x="367360" y="123215"/>
                  <a:pt x="368122" y="115671"/>
                  <a:pt x="369646" y="112014"/>
                </a:cubicBezTo>
                <a:cubicBezTo>
                  <a:pt x="371628" y="107137"/>
                  <a:pt x="376809" y="102641"/>
                  <a:pt x="385191" y="98526"/>
                </a:cubicBezTo>
                <a:lnTo>
                  <a:pt x="413538" y="84353"/>
                </a:lnTo>
                <a:cubicBezTo>
                  <a:pt x="413538" y="76428"/>
                  <a:pt x="413461" y="72085"/>
                  <a:pt x="413309" y="71323"/>
                </a:cubicBezTo>
                <a:cubicBezTo>
                  <a:pt x="412852" y="66141"/>
                  <a:pt x="409728" y="63550"/>
                  <a:pt x="403936" y="63550"/>
                </a:cubicBezTo>
                <a:cubicBezTo>
                  <a:pt x="399517" y="63550"/>
                  <a:pt x="396774" y="65074"/>
                  <a:pt x="395707" y="68122"/>
                </a:cubicBezTo>
                <a:cubicBezTo>
                  <a:pt x="394945" y="70256"/>
                  <a:pt x="394564" y="75361"/>
                  <a:pt x="394564" y="83439"/>
                </a:cubicBezTo>
                <a:lnTo>
                  <a:pt x="369646" y="83439"/>
                </a:lnTo>
                <a:cubicBezTo>
                  <a:pt x="369646" y="73685"/>
                  <a:pt x="369951" y="67360"/>
                  <a:pt x="370561" y="64465"/>
                </a:cubicBezTo>
                <a:cubicBezTo>
                  <a:pt x="371170" y="60350"/>
                  <a:pt x="372999" y="56769"/>
                  <a:pt x="376047" y="53721"/>
                </a:cubicBezTo>
                <a:cubicBezTo>
                  <a:pt x="381991" y="47777"/>
                  <a:pt x="391897" y="44805"/>
                  <a:pt x="405765" y="44805"/>
                </a:cubicBezTo>
                <a:close/>
                <a:moveTo>
                  <a:pt x="29718" y="26060"/>
                </a:moveTo>
                <a:lnTo>
                  <a:pt x="29718" y="70180"/>
                </a:lnTo>
                <a:lnTo>
                  <a:pt x="45263" y="70180"/>
                </a:lnTo>
                <a:cubicBezTo>
                  <a:pt x="51359" y="70180"/>
                  <a:pt x="55321" y="68580"/>
                  <a:pt x="57150" y="65379"/>
                </a:cubicBezTo>
                <a:cubicBezTo>
                  <a:pt x="58369" y="63550"/>
                  <a:pt x="58979" y="59969"/>
                  <a:pt x="58979" y="54635"/>
                </a:cubicBezTo>
                <a:lnTo>
                  <a:pt x="58979" y="39319"/>
                </a:lnTo>
                <a:cubicBezTo>
                  <a:pt x="58979" y="33375"/>
                  <a:pt x="57531" y="29489"/>
                  <a:pt x="54636" y="27660"/>
                </a:cubicBezTo>
                <a:cubicBezTo>
                  <a:pt x="52959" y="26593"/>
                  <a:pt x="49835" y="26060"/>
                  <a:pt x="45263" y="26060"/>
                </a:cubicBezTo>
                <a:close/>
                <a:moveTo>
                  <a:pt x="390220" y="2971"/>
                </a:moveTo>
                <a:lnTo>
                  <a:pt x="419710" y="2971"/>
                </a:lnTo>
                <a:lnTo>
                  <a:pt x="439369" y="33147"/>
                </a:lnTo>
                <a:lnTo>
                  <a:pt x="415366" y="33147"/>
                </a:lnTo>
                <a:lnTo>
                  <a:pt x="405308" y="16687"/>
                </a:lnTo>
                <a:lnTo>
                  <a:pt x="394335" y="33147"/>
                </a:lnTo>
                <a:lnTo>
                  <a:pt x="370561" y="33147"/>
                </a:lnTo>
                <a:close/>
                <a:moveTo>
                  <a:pt x="1122579" y="2743"/>
                </a:moveTo>
                <a:lnTo>
                  <a:pt x="1149782" y="2743"/>
                </a:lnTo>
                <a:lnTo>
                  <a:pt x="1149782" y="30403"/>
                </a:lnTo>
                <a:lnTo>
                  <a:pt x="1122579" y="30403"/>
                </a:lnTo>
                <a:close/>
                <a:moveTo>
                  <a:pt x="989229" y="2743"/>
                </a:moveTo>
                <a:lnTo>
                  <a:pt x="1016432" y="2743"/>
                </a:lnTo>
                <a:lnTo>
                  <a:pt x="1016432" y="30403"/>
                </a:lnTo>
                <a:lnTo>
                  <a:pt x="989229" y="30403"/>
                </a:lnTo>
                <a:close/>
                <a:moveTo>
                  <a:pt x="941832" y="2743"/>
                </a:moveTo>
                <a:lnTo>
                  <a:pt x="969036" y="2743"/>
                </a:lnTo>
                <a:lnTo>
                  <a:pt x="969036" y="30175"/>
                </a:lnTo>
                <a:lnTo>
                  <a:pt x="941832" y="30175"/>
                </a:lnTo>
                <a:close/>
                <a:moveTo>
                  <a:pt x="0" y="2743"/>
                </a:moveTo>
                <a:lnTo>
                  <a:pt x="59436" y="2743"/>
                </a:lnTo>
                <a:cubicBezTo>
                  <a:pt x="72238" y="2743"/>
                  <a:pt x="80696" y="6629"/>
                  <a:pt x="84811" y="14401"/>
                </a:cubicBezTo>
                <a:cubicBezTo>
                  <a:pt x="87249" y="18821"/>
                  <a:pt x="88468" y="26365"/>
                  <a:pt x="88468" y="37033"/>
                </a:cubicBezTo>
                <a:lnTo>
                  <a:pt x="88468" y="54406"/>
                </a:lnTo>
                <a:cubicBezTo>
                  <a:pt x="88468" y="64008"/>
                  <a:pt x="86792" y="70713"/>
                  <a:pt x="83439" y="74523"/>
                </a:cubicBezTo>
                <a:cubicBezTo>
                  <a:pt x="80848" y="77724"/>
                  <a:pt x="75591" y="80162"/>
                  <a:pt x="67666" y="81838"/>
                </a:cubicBezTo>
                <a:cubicBezTo>
                  <a:pt x="82296" y="85648"/>
                  <a:pt x="89611" y="94945"/>
                  <a:pt x="89611" y="109728"/>
                </a:cubicBezTo>
                <a:lnTo>
                  <a:pt x="89611" y="142646"/>
                </a:lnTo>
                <a:cubicBezTo>
                  <a:pt x="89611" y="153466"/>
                  <a:pt x="91897" y="160705"/>
                  <a:pt x="96469" y="164363"/>
                </a:cubicBezTo>
                <a:lnTo>
                  <a:pt x="63780" y="164363"/>
                </a:lnTo>
                <a:cubicBezTo>
                  <a:pt x="60884" y="159181"/>
                  <a:pt x="59436" y="153238"/>
                  <a:pt x="59436" y="146532"/>
                </a:cubicBezTo>
                <a:lnTo>
                  <a:pt x="59436" y="112014"/>
                </a:lnTo>
                <a:cubicBezTo>
                  <a:pt x="59436" y="105156"/>
                  <a:pt x="58827" y="100660"/>
                  <a:pt x="57607" y="98526"/>
                </a:cubicBezTo>
                <a:cubicBezTo>
                  <a:pt x="55474" y="95021"/>
                  <a:pt x="50902" y="93268"/>
                  <a:pt x="43891" y="93268"/>
                </a:cubicBezTo>
                <a:lnTo>
                  <a:pt x="29718" y="93268"/>
                </a:lnTo>
                <a:lnTo>
                  <a:pt x="29718" y="164363"/>
                </a:lnTo>
                <a:lnTo>
                  <a:pt x="0" y="164363"/>
                </a:lnTo>
                <a:close/>
                <a:moveTo>
                  <a:pt x="147295" y="0"/>
                </a:moveTo>
                <a:lnTo>
                  <a:pt x="174498" y="0"/>
                </a:lnTo>
                <a:lnTo>
                  <a:pt x="174498" y="28346"/>
                </a:lnTo>
                <a:lnTo>
                  <a:pt x="147295" y="28346"/>
                </a:lnTo>
                <a:close/>
                <a:moveTo>
                  <a:pt x="105461" y="0"/>
                </a:moveTo>
                <a:lnTo>
                  <a:pt x="132664" y="0"/>
                </a:lnTo>
                <a:lnTo>
                  <a:pt x="132664" y="28346"/>
                </a:lnTo>
                <a:lnTo>
                  <a:pt x="105461" y="28346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D631ED2-BCDF-5DC2-6EE7-35EE0C51512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B9C305E-A103-5F11-D0E5-5C53060A4C20}"/>
              </a:ext>
            </a:extLst>
          </p:cNvPr>
          <p:cNvSpPr txBox="1"/>
          <p:nvPr userDrawn="1"/>
        </p:nvSpPr>
        <p:spPr>
          <a:xfrm>
            <a:off x="7725686" y="2526191"/>
            <a:ext cx="2098472" cy="538886"/>
          </a:xfrm>
          <a:custGeom>
            <a:avLst/>
            <a:gdLst>
              <a:gd name="connsiteX0" fmla="*/ 1192378 w 2098472"/>
              <a:gd name="connsiteY0" fmla="*/ 273710 h 538886"/>
              <a:gd name="connsiteX1" fmla="*/ 1157021 w 2098472"/>
              <a:gd name="connsiteY1" fmla="*/ 296875 h 538886"/>
              <a:gd name="connsiteX2" fmla="*/ 1143610 w 2098472"/>
              <a:gd name="connsiteY2" fmla="*/ 313944 h 538886"/>
              <a:gd name="connsiteX3" fmla="*/ 1140562 w 2098472"/>
              <a:gd name="connsiteY3" fmla="*/ 348691 h 538886"/>
              <a:gd name="connsiteX4" fmla="*/ 1157631 w 2098472"/>
              <a:gd name="connsiteY4" fmla="*/ 382829 h 538886"/>
              <a:gd name="connsiteX5" fmla="*/ 1192378 w 2098472"/>
              <a:gd name="connsiteY5" fmla="*/ 365150 h 538886"/>
              <a:gd name="connsiteX6" fmla="*/ 354178 w 2098472"/>
              <a:gd name="connsiteY6" fmla="*/ 273710 h 538886"/>
              <a:gd name="connsiteX7" fmla="*/ 318821 w 2098472"/>
              <a:gd name="connsiteY7" fmla="*/ 296875 h 538886"/>
              <a:gd name="connsiteX8" fmla="*/ 305410 w 2098472"/>
              <a:gd name="connsiteY8" fmla="*/ 313944 h 538886"/>
              <a:gd name="connsiteX9" fmla="*/ 302362 w 2098472"/>
              <a:gd name="connsiteY9" fmla="*/ 348691 h 538886"/>
              <a:gd name="connsiteX10" fmla="*/ 319431 w 2098472"/>
              <a:gd name="connsiteY10" fmla="*/ 382829 h 538886"/>
              <a:gd name="connsiteX11" fmla="*/ 354178 w 2098472"/>
              <a:gd name="connsiteY11" fmla="*/ 365150 h 538886"/>
              <a:gd name="connsiteX12" fmla="*/ 2001546 w 2098472"/>
              <a:gd name="connsiteY12" fmla="*/ 170078 h 538886"/>
              <a:gd name="connsiteX13" fmla="*/ 1974723 w 2098472"/>
              <a:gd name="connsiteY13" fmla="*/ 201168 h 538886"/>
              <a:gd name="connsiteX14" fmla="*/ 1974723 w 2098472"/>
              <a:gd name="connsiteY14" fmla="*/ 239573 h 538886"/>
              <a:gd name="connsiteX15" fmla="*/ 2026539 w 2098472"/>
              <a:gd name="connsiteY15" fmla="*/ 239573 h 538886"/>
              <a:gd name="connsiteX16" fmla="*/ 2026539 w 2098472"/>
              <a:gd name="connsiteY16" fmla="*/ 201168 h 538886"/>
              <a:gd name="connsiteX17" fmla="*/ 2001546 w 2098472"/>
              <a:gd name="connsiteY17" fmla="*/ 170078 h 538886"/>
              <a:gd name="connsiteX18" fmla="*/ 1536726 w 2098472"/>
              <a:gd name="connsiteY18" fmla="*/ 118872 h 538886"/>
              <a:gd name="connsiteX19" fmla="*/ 1608659 w 2098472"/>
              <a:gd name="connsiteY19" fmla="*/ 118872 h 538886"/>
              <a:gd name="connsiteX20" fmla="*/ 1648892 w 2098472"/>
              <a:gd name="connsiteY20" fmla="*/ 319430 h 538886"/>
              <a:gd name="connsiteX21" fmla="*/ 1679982 w 2098472"/>
              <a:gd name="connsiteY21" fmla="*/ 118872 h 538886"/>
              <a:gd name="connsiteX22" fmla="*/ 1751305 w 2098472"/>
              <a:gd name="connsiteY22" fmla="*/ 118872 h 538886"/>
              <a:gd name="connsiteX23" fmla="*/ 1679982 w 2098472"/>
              <a:gd name="connsiteY23" fmla="*/ 452933 h 538886"/>
              <a:gd name="connsiteX24" fmla="*/ 1653159 w 2098472"/>
              <a:gd name="connsiteY24" fmla="*/ 519379 h 538886"/>
              <a:gd name="connsiteX25" fmla="*/ 1594028 w 2098472"/>
              <a:gd name="connsiteY25" fmla="*/ 538886 h 538886"/>
              <a:gd name="connsiteX26" fmla="*/ 1545870 w 2098472"/>
              <a:gd name="connsiteY26" fmla="*/ 533400 h 538886"/>
              <a:gd name="connsiteX27" fmla="*/ 1556233 w 2098472"/>
              <a:gd name="connsiteY27" fmla="*/ 476098 h 538886"/>
              <a:gd name="connsiteX28" fmla="*/ 1584884 w 2098472"/>
              <a:gd name="connsiteY28" fmla="*/ 480365 h 538886"/>
              <a:gd name="connsiteX29" fmla="*/ 1612926 w 2098472"/>
              <a:gd name="connsiteY29" fmla="*/ 456590 h 538886"/>
              <a:gd name="connsiteX30" fmla="*/ 1617802 w 2098472"/>
              <a:gd name="connsiteY30" fmla="*/ 430987 h 538886"/>
              <a:gd name="connsiteX31" fmla="*/ 1439114 w 2098472"/>
              <a:gd name="connsiteY31" fmla="*/ 118872 h 538886"/>
              <a:gd name="connsiteX32" fmla="*/ 1512266 w 2098472"/>
              <a:gd name="connsiteY32" fmla="*/ 118872 h 538886"/>
              <a:gd name="connsiteX33" fmla="*/ 1512266 w 2098472"/>
              <a:gd name="connsiteY33" fmla="*/ 430987 h 538886"/>
              <a:gd name="connsiteX34" fmla="*/ 1439114 w 2098472"/>
              <a:gd name="connsiteY34" fmla="*/ 430987 h 538886"/>
              <a:gd name="connsiteX35" fmla="*/ 1039444 w 2098472"/>
              <a:gd name="connsiteY35" fmla="*/ 113386 h 538886"/>
              <a:gd name="connsiteX36" fmla="*/ 1039444 w 2098472"/>
              <a:gd name="connsiteY36" fmla="*/ 185318 h 538886"/>
              <a:gd name="connsiteX37" fmla="*/ 1015060 w 2098472"/>
              <a:gd name="connsiteY37" fmla="*/ 180442 h 538886"/>
              <a:gd name="connsiteX38" fmla="*/ 974217 w 2098472"/>
              <a:gd name="connsiteY38" fmla="*/ 204826 h 538886"/>
              <a:gd name="connsiteX39" fmla="*/ 968121 w 2098472"/>
              <a:gd name="connsiteY39" fmla="*/ 247498 h 538886"/>
              <a:gd name="connsiteX40" fmla="*/ 968121 w 2098472"/>
              <a:gd name="connsiteY40" fmla="*/ 430987 h 538886"/>
              <a:gd name="connsiteX41" fmla="*/ 896188 w 2098472"/>
              <a:gd name="connsiteY41" fmla="*/ 430987 h 538886"/>
              <a:gd name="connsiteX42" fmla="*/ 896188 w 2098472"/>
              <a:gd name="connsiteY42" fmla="*/ 118872 h 538886"/>
              <a:gd name="connsiteX43" fmla="*/ 968731 w 2098472"/>
              <a:gd name="connsiteY43" fmla="*/ 118872 h 538886"/>
              <a:gd name="connsiteX44" fmla="*/ 968121 w 2098472"/>
              <a:gd name="connsiteY44" fmla="*/ 158496 h 538886"/>
              <a:gd name="connsiteX45" fmla="*/ 1039444 w 2098472"/>
              <a:gd name="connsiteY45" fmla="*/ 113386 h 538886"/>
              <a:gd name="connsiteX46" fmla="*/ 612420 w 2098472"/>
              <a:gd name="connsiteY46" fmla="*/ 112776 h 538886"/>
              <a:gd name="connsiteX47" fmla="*/ 662407 w 2098472"/>
              <a:gd name="connsiteY47" fmla="*/ 133502 h 538886"/>
              <a:gd name="connsiteX48" fmla="*/ 677037 w 2098472"/>
              <a:gd name="connsiteY48" fmla="*/ 187147 h 538886"/>
              <a:gd name="connsiteX49" fmla="*/ 677037 w 2098472"/>
              <a:gd name="connsiteY49" fmla="*/ 430987 h 538886"/>
              <a:gd name="connsiteX50" fmla="*/ 605714 w 2098472"/>
              <a:gd name="connsiteY50" fmla="*/ 430987 h 538886"/>
              <a:gd name="connsiteX51" fmla="*/ 605714 w 2098472"/>
              <a:gd name="connsiteY51" fmla="*/ 201778 h 538886"/>
              <a:gd name="connsiteX52" fmla="*/ 580111 w 2098472"/>
              <a:gd name="connsiteY52" fmla="*/ 163982 h 538886"/>
              <a:gd name="connsiteX53" fmla="*/ 549631 w 2098472"/>
              <a:gd name="connsiteY53" fmla="*/ 206045 h 538886"/>
              <a:gd name="connsiteX54" fmla="*/ 549631 w 2098472"/>
              <a:gd name="connsiteY54" fmla="*/ 430987 h 538886"/>
              <a:gd name="connsiteX55" fmla="*/ 477089 w 2098472"/>
              <a:gd name="connsiteY55" fmla="*/ 430987 h 538886"/>
              <a:gd name="connsiteX56" fmla="*/ 477089 w 2098472"/>
              <a:gd name="connsiteY56" fmla="*/ 118872 h 538886"/>
              <a:gd name="connsiteX57" fmla="*/ 550850 w 2098472"/>
              <a:gd name="connsiteY57" fmla="*/ 118872 h 538886"/>
              <a:gd name="connsiteX58" fmla="*/ 549631 w 2098472"/>
              <a:gd name="connsiteY58" fmla="*/ 142037 h 538886"/>
              <a:gd name="connsiteX59" fmla="*/ 612420 w 2098472"/>
              <a:gd name="connsiteY59" fmla="*/ 112776 h 538886"/>
              <a:gd name="connsiteX60" fmla="*/ 2001546 w 2098472"/>
              <a:gd name="connsiteY60" fmla="*/ 112166 h 538886"/>
              <a:gd name="connsiteX61" fmla="*/ 2077136 w 2098472"/>
              <a:gd name="connsiteY61" fmla="*/ 139598 h 538886"/>
              <a:gd name="connsiteX62" fmla="*/ 2098472 w 2098472"/>
              <a:gd name="connsiteY62" fmla="*/ 201778 h 538886"/>
              <a:gd name="connsiteX63" fmla="*/ 2098472 w 2098472"/>
              <a:gd name="connsiteY63" fmla="*/ 290779 h 538886"/>
              <a:gd name="connsiteX64" fmla="*/ 1974114 w 2098472"/>
              <a:gd name="connsiteY64" fmla="*/ 290779 h 538886"/>
              <a:gd name="connsiteX65" fmla="*/ 1974114 w 2098472"/>
              <a:gd name="connsiteY65" fmla="*/ 341986 h 538886"/>
              <a:gd name="connsiteX66" fmla="*/ 2000936 w 2098472"/>
              <a:gd name="connsiteY66" fmla="*/ 380390 h 538886"/>
              <a:gd name="connsiteX67" fmla="*/ 2020138 w 2098472"/>
              <a:gd name="connsiteY67" fmla="*/ 371856 h 538886"/>
              <a:gd name="connsiteX68" fmla="*/ 2026539 w 2098472"/>
              <a:gd name="connsiteY68" fmla="*/ 327965 h 538886"/>
              <a:gd name="connsiteX69" fmla="*/ 2097253 w 2098472"/>
              <a:gd name="connsiteY69" fmla="*/ 327965 h 538886"/>
              <a:gd name="connsiteX70" fmla="*/ 2097253 w 2098472"/>
              <a:gd name="connsiteY70" fmla="*/ 352958 h 538886"/>
              <a:gd name="connsiteX71" fmla="*/ 2002155 w 2098472"/>
              <a:gd name="connsiteY71" fmla="*/ 437083 h 538886"/>
              <a:gd name="connsiteX72" fmla="*/ 1902181 w 2098472"/>
              <a:gd name="connsiteY72" fmla="*/ 337109 h 538886"/>
              <a:gd name="connsiteX73" fmla="*/ 1902181 w 2098472"/>
              <a:gd name="connsiteY73" fmla="*/ 205435 h 538886"/>
              <a:gd name="connsiteX74" fmla="*/ 1935709 w 2098472"/>
              <a:gd name="connsiteY74" fmla="*/ 130454 h 538886"/>
              <a:gd name="connsiteX75" fmla="*/ 2001546 w 2098472"/>
              <a:gd name="connsiteY75" fmla="*/ 112166 h 538886"/>
              <a:gd name="connsiteX76" fmla="*/ 1172261 w 2098472"/>
              <a:gd name="connsiteY76" fmla="*/ 112166 h 538886"/>
              <a:gd name="connsiteX77" fmla="*/ 1227735 w 2098472"/>
              <a:gd name="connsiteY77" fmla="*/ 123749 h 538886"/>
              <a:gd name="connsiteX78" fmla="*/ 1264920 w 2098472"/>
              <a:gd name="connsiteY78" fmla="*/ 181051 h 538886"/>
              <a:gd name="connsiteX79" fmla="*/ 1264920 w 2098472"/>
              <a:gd name="connsiteY79" fmla="*/ 354787 h 538886"/>
              <a:gd name="connsiteX80" fmla="*/ 1266749 w 2098472"/>
              <a:gd name="connsiteY80" fmla="*/ 405384 h 538886"/>
              <a:gd name="connsiteX81" fmla="*/ 1278941 w 2098472"/>
              <a:gd name="connsiteY81" fmla="*/ 430987 h 538886"/>
              <a:gd name="connsiteX82" fmla="*/ 1202741 w 2098472"/>
              <a:gd name="connsiteY82" fmla="*/ 430987 h 538886"/>
              <a:gd name="connsiteX83" fmla="*/ 1194207 w 2098472"/>
              <a:gd name="connsiteY83" fmla="*/ 403555 h 538886"/>
              <a:gd name="connsiteX84" fmla="*/ 1169213 w 2098472"/>
              <a:gd name="connsiteY84" fmla="*/ 427330 h 538886"/>
              <a:gd name="connsiteX85" fmla="*/ 1131418 w 2098472"/>
              <a:gd name="connsiteY85" fmla="*/ 437693 h 538886"/>
              <a:gd name="connsiteX86" fmla="*/ 1077773 w 2098472"/>
              <a:gd name="connsiteY86" fmla="*/ 405994 h 538886"/>
              <a:gd name="connsiteX87" fmla="*/ 1069848 w 2098472"/>
              <a:gd name="connsiteY87" fmla="*/ 351739 h 538886"/>
              <a:gd name="connsiteX88" fmla="*/ 1075944 w 2098472"/>
              <a:gd name="connsiteY88" fmla="*/ 291389 h 538886"/>
              <a:gd name="connsiteX89" fmla="*/ 1117397 w 2098472"/>
              <a:gd name="connsiteY89" fmla="*/ 255422 h 538886"/>
              <a:gd name="connsiteX90" fmla="*/ 1192988 w 2098472"/>
              <a:gd name="connsiteY90" fmla="*/ 217627 h 538886"/>
              <a:gd name="connsiteX91" fmla="*/ 1192378 w 2098472"/>
              <a:gd name="connsiteY91" fmla="*/ 182880 h 538886"/>
              <a:gd name="connsiteX92" fmla="*/ 1167384 w 2098472"/>
              <a:gd name="connsiteY92" fmla="*/ 162154 h 538886"/>
              <a:gd name="connsiteX93" fmla="*/ 1145439 w 2098472"/>
              <a:gd name="connsiteY93" fmla="*/ 174346 h 538886"/>
              <a:gd name="connsiteX94" fmla="*/ 1142391 w 2098472"/>
              <a:gd name="connsiteY94" fmla="*/ 215189 h 538886"/>
              <a:gd name="connsiteX95" fmla="*/ 1075944 w 2098472"/>
              <a:gd name="connsiteY95" fmla="*/ 215189 h 538886"/>
              <a:gd name="connsiteX96" fmla="*/ 1078383 w 2098472"/>
              <a:gd name="connsiteY96" fmla="*/ 164592 h 538886"/>
              <a:gd name="connsiteX97" fmla="*/ 1093013 w 2098472"/>
              <a:gd name="connsiteY97" fmla="*/ 135941 h 538886"/>
              <a:gd name="connsiteX98" fmla="*/ 1172261 w 2098472"/>
              <a:gd name="connsiteY98" fmla="*/ 112166 h 538886"/>
              <a:gd name="connsiteX99" fmla="*/ 334061 w 2098472"/>
              <a:gd name="connsiteY99" fmla="*/ 112166 h 538886"/>
              <a:gd name="connsiteX100" fmla="*/ 389535 w 2098472"/>
              <a:gd name="connsiteY100" fmla="*/ 123749 h 538886"/>
              <a:gd name="connsiteX101" fmla="*/ 426720 w 2098472"/>
              <a:gd name="connsiteY101" fmla="*/ 181051 h 538886"/>
              <a:gd name="connsiteX102" fmla="*/ 426720 w 2098472"/>
              <a:gd name="connsiteY102" fmla="*/ 354787 h 538886"/>
              <a:gd name="connsiteX103" fmla="*/ 428549 w 2098472"/>
              <a:gd name="connsiteY103" fmla="*/ 405384 h 538886"/>
              <a:gd name="connsiteX104" fmla="*/ 440741 w 2098472"/>
              <a:gd name="connsiteY104" fmla="*/ 430987 h 538886"/>
              <a:gd name="connsiteX105" fmla="*/ 364541 w 2098472"/>
              <a:gd name="connsiteY105" fmla="*/ 430987 h 538886"/>
              <a:gd name="connsiteX106" fmla="*/ 356007 w 2098472"/>
              <a:gd name="connsiteY106" fmla="*/ 403555 h 538886"/>
              <a:gd name="connsiteX107" fmla="*/ 331013 w 2098472"/>
              <a:gd name="connsiteY107" fmla="*/ 427330 h 538886"/>
              <a:gd name="connsiteX108" fmla="*/ 293218 w 2098472"/>
              <a:gd name="connsiteY108" fmla="*/ 437693 h 538886"/>
              <a:gd name="connsiteX109" fmla="*/ 239573 w 2098472"/>
              <a:gd name="connsiteY109" fmla="*/ 405994 h 538886"/>
              <a:gd name="connsiteX110" fmla="*/ 231648 w 2098472"/>
              <a:gd name="connsiteY110" fmla="*/ 351739 h 538886"/>
              <a:gd name="connsiteX111" fmla="*/ 237744 w 2098472"/>
              <a:gd name="connsiteY111" fmla="*/ 291389 h 538886"/>
              <a:gd name="connsiteX112" fmla="*/ 279197 w 2098472"/>
              <a:gd name="connsiteY112" fmla="*/ 255422 h 538886"/>
              <a:gd name="connsiteX113" fmla="*/ 354788 w 2098472"/>
              <a:gd name="connsiteY113" fmla="*/ 217627 h 538886"/>
              <a:gd name="connsiteX114" fmla="*/ 354178 w 2098472"/>
              <a:gd name="connsiteY114" fmla="*/ 182880 h 538886"/>
              <a:gd name="connsiteX115" fmla="*/ 329184 w 2098472"/>
              <a:gd name="connsiteY115" fmla="*/ 162154 h 538886"/>
              <a:gd name="connsiteX116" fmla="*/ 307239 w 2098472"/>
              <a:gd name="connsiteY116" fmla="*/ 174346 h 538886"/>
              <a:gd name="connsiteX117" fmla="*/ 304191 w 2098472"/>
              <a:gd name="connsiteY117" fmla="*/ 215189 h 538886"/>
              <a:gd name="connsiteX118" fmla="*/ 237744 w 2098472"/>
              <a:gd name="connsiteY118" fmla="*/ 215189 h 538886"/>
              <a:gd name="connsiteX119" fmla="*/ 240183 w 2098472"/>
              <a:gd name="connsiteY119" fmla="*/ 164592 h 538886"/>
              <a:gd name="connsiteX120" fmla="*/ 254813 w 2098472"/>
              <a:gd name="connsiteY120" fmla="*/ 135941 h 538886"/>
              <a:gd name="connsiteX121" fmla="*/ 334061 w 2098472"/>
              <a:gd name="connsiteY121" fmla="*/ 112166 h 538886"/>
              <a:gd name="connsiteX122" fmla="*/ 98756 w 2098472"/>
              <a:gd name="connsiteY122" fmla="*/ 112166 h 538886"/>
              <a:gd name="connsiteX123" fmla="*/ 187757 w 2098472"/>
              <a:gd name="connsiteY123" fmla="*/ 184099 h 538886"/>
              <a:gd name="connsiteX124" fmla="*/ 187757 w 2098472"/>
              <a:gd name="connsiteY124" fmla="*/ 218237 h 538886"/>
              <a:gd name="connsiteX125" fmla="*/ 124968 w 2098472"/>
              <a:gd name="connsiteY125" fmla="*/ 218237 h 538886"/>
              <a:gd name="connsiteX126" fmla="*/ 121920 w 2098472"/>
              <a:gd name="connsiteY126" fmla="*/ 176784 h 538886"/>
              <a:gd name="connsiteX127" fmla="*/ 98756 w 2098472"/>
              <a:gd name="connsiteY127" fmla="*/ 162154 h 538886"/>
              <a:gd name="connsiteX128" fmla="*/ 73152 w 2098472"/>
              <a:gd name="connsiteY128" fmla="*/ 190195 h 538886"/>
              <a:gd name="connsiteX129" fmla="*/ 93879 w 2098472"/>
              <a:gd name="connsiteY129" fmla="*/ 224333 h 538886"/>
              <a:gd name="connsiteX130" fmla="*/ 160325 w 2098472"/>
              <a:gd name="connsiteY130" fmla="*/ 271272 h 538886"/>
              <a:gd name="connsiteX131" fmla="*/ 180442 w 2098472"/>
              <a:gd name="connsiteY131" fmla="*/ 291998 h 538886"/>
              <a:gd name="connsiteX132" fmla="*/ 190805 w 2098472"/>
              <a:gd name="connsiteY132" fmla="*/ 340766 h 538886"/>
              <a:gd name="connsiteX133" fmla="*/ 178613 w 2098472"/>
              <a:gd name="connsiteY133" fmla="*/ 403555 h 538886"/>
              <a:gd name="connsiteX134" fmla="*/ 94488 w 2098472"/>
              <a:gd name="connsiteY134" fmla="*/ 437083 h 538886"/>
              <a:gd name="connsiteX135" fmla="*/ 0 w 2098472"/>
              <a:gd name="connsiteY135" fmla="*/ 354178 h 538886"/>
              <a:gd name="connsiteX136" fmla="*/ 0 w 2098472"/>
              <a:gd name="connsiteY136" fmla="*/ 321259 h 538886"/>
              <a:gd name="connsiteX137" fmla="*/ 67056 w 2098472"/>
              <a:gd name="connsiteY137" fmla="*/ 321259 h 538886"/>
              <a:gd name="connsiteX138" fmla="*/ 70714 w 2098472"/>
              <a:gd name="connsiteY138" fmla="*/ 370027 h 538886"/>
              <a:gd name="connsiteX139" fmla="*/ 95708 w 2098472"/>
              <a:gd name="connsiteY139" fmla="*/ 385267 h 538886"/>
              <a:gd name="connsiteX140" fmla="*/ 123749 w 2098472"/>
              <a:gd name="connsiteY140" fmla="*/ 351130 h 538886"/>
              <a:gd name="connsiteX141" fmla="*/ 120701 w 2098472"/>
              <a:gd name="connsiteY141" fmla="*/ 329184 h 538886"/>
              <a:gd name="connsiteX142" fmla="*/ 102413 w 2098472"/>
              <a:gd name="connsiteY142" fmla="*/ 310286 h 538886"/>
              <a:gd name="connsiteX143" fmla="*/ 42063 w 2098472"/>
              <a:gd name="connsiteY143" fmla="*/ 267614 h 538886"/>
              <a:gd name="connsiteX144" fmla="*/ 21946 w 2098472"/>
              <a:gd name="connsiteY144" fmla="*/ 248107 h 538886"/>
              <a:gd name="connsiteX145" fmla="*/ 4877 w 2098472"/>
              <a:gd name="connsiteY145" fmla="*/ 192634 h 538886"/>
              <a:gd name="connsiteX146" fmla="*/ 98756 w 2098472"/>
              <a:gd name="connsiteY146" fmla="*/ 112166 h 538886"/>
              <a:gd name="connsiteX147" fmla="*/ 750723 w 2098472"/>
              <a:gd name="connsiteY147" fmla="*/ 6096 h 538886"/>
              <a:gd name="connsiteX148" fmla="*/ 823265 w 2098472"/>
              <a:gd name="connsiteY148" fmla="*/ 6096 h 538886"/>
              <a:gd name="connsiteX149" fmla="*/ 823265 w 2098472"/>
              <a:gd name="connsiteY149" fmla="*/ 118872 h 538886"/>
              <a:gd name="connsiteX150" fmla="*/ 866547 w 2098472"/>
              <a:gd name="connsiteY150" fmla="*/ 118872 h 538886"/>
              <a:gd name="connsiteX151" fmla="*/ 866547 w 2098472"/>
              <a:gd name="connsiteY151" fmla="*/ 167030 h 538886"/>
              <a:gd name="connsiteX152" fmla="*/ 822655 w 2098472"/>
              <a:gd name="connsiteY152" fmla="*/ 167030 h 538886"/>
              <a:gd name="connsiteX153" fmla="*/ 822655 w 2098472"/>
              <a:gd name="connsiteY153" fmla="*/ 345034 h 538886"/>
              <a:gd name="connsiteX154" fmla="*/ 828142 w 2098472"/>
              <a:gd name="connsiteY154" fmla="*/ 369418 h 538886"/>
              <a:gd name="connsiteX155" fmla="*/ 855574 w 2098472"/>
              <a:gd name="connsiteY155" fmla="*/ 379171 h 538886"/>
              <a:gd name="connsiteX156" fmla="*/ 862280 w 2098472"/>
              <a:gd name="connsiteY156" fmla="*/ 378562 h 538886"/>
              <a:gd name="connsiteX157" fmla="*/ 868376 w 2098472"/>
              <a:gd name="connsiteY157" fmla="*/ 378562 h 538886"/>
              <a:gd name="connsiteX158" fmla="*/ 868376 w 2098472"/>
              <a:gd name="connsiteY158" fmla="*/ 430378 h 538886"/>
              <a:gd name="connsiteX159" fmla="*/ 829971 w 2098472"/>
              <a:gd name="connsiteY159" fmla="*/ 434035 h 538886"/>
              <a:gd name="connsiteX160" fmla="*/ 765353 w 2098472"/>
              <a:gd name="connsiteY160" fmla="*/ 416357 h 538886"/>
              <a:gd name="connsiteX161" fmla="*/ 751332 w 2098472"/>
              <a:gd name="connsiteY161" fmla="*/ 368808 h 538886"/>
              <a:gd name="connsiteX162" fmla="*/ 751332 w 2098472"/>
              <a:gd name="connsiteY162" fmla="*/ 167030 h 538886"/>
              <a:gd name="connsiteX163" fmla="*/ 711708 w 2098472"/>
              <a:gd name="connsiteY163" fmla="*/ 167030 h 538886"/>
              <a:gd name="connsiteX164" fmla="*/ 711708 w 2098472"/>
              <a:gd name="connsiteY164" fmla="*/ 118872 h 538886"/>
              <a:gd name="connsiteX165" fmla="*/ 750723 w 2098472"/>
              <a:gd name="connsiteY165" fmla="*/ 118872 h 538886"/>
              <a:gd name="connsiteX166" fmla="*/ 1782014 w 2098472"/>
              <a:gd name="connsiteY166" fmla="*/ 610 h 538886"/>
              <a:gd name="connsiteX167" fmla="*/ 1855166 w 2098472"/>
              <a:gd name="connsiteY167" fmla="*/ 610 h 538886"/>
              <a:gd name="connsiteX168" fmla="*/ 1855166 w 2098472"/>
              <a:gd name="connsiteY168" fmla="*/ 430987 h 538886"/>
              <a:gd name="connsiteX169" fmla="*/ 1782014 w 2098472"/>
              <a:gd name="connsiteY169" fmla="*/ 430987 h 538886"/>
              <a:gd name="connsiteX170" fmla="*/ 1315288 w 2098472"/>
              <a:gd name="connsiteY170" fmla="*/ 610 h 538886"/>
              <a:gd name="connsiteX171" fmla="*/ 1388440 w 2098472"/>
              <a:gd name="connsiteY171" fmla="*/ 610 h 538886"/>
              <a:gd name="connsiteX172" fmla="*/ 1388440 w 2098472"/>
              <a:gd name="connsiteY172" fmla="*/ 430987 h 538886"/>
              <a:gd name="connsiteX173" fmla="*/ 1315288 w 2098472"/>
              <a:gd name="connsiteY173" fmla="*/ 430987 h 538886"/>
              <a:gd name="connsiteX174" fmla="*/ 1439114 w 2098472"/>
              <a:gd name="connsiteY174" fmla="*/ 0 h 538886"/>
              <a:gd name="connsiteX175" fmla="*/ 1511656 w 2098472"/>
              <a:gd name="connsiteY175" fmla="*/ 0 h 538886"/>
              <a:gd name="connsiteX176" fmla="*/ 1511656 w 2098472"/>
              <a:gd name="connsiteY176" fmla="*/ 73762 h 538886"/>
              <a:gd name="connsiteX177" fmla="*/ 1439114 w 2098472"/>
              <a:gd name="connsiteY177" fmla="*/ 73762 h 53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6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50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6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50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2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2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59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8"/>
                  <a:pt x="1545870" y="533400"/>
                </a:cubicBezTo>
                <a:lnTo>
                  <a:pt x="1556233" y="476098"/>
                </a:lnTo>
                <a:cubicBezTo>
                  <a:pt x="1564767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2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4" y="113386"/>
                </a:moveTo>
                <a:lnTo>
                  <a:pt x="1039444" y="185318"/>
                </a:lnTo>
                <a:cubicBezTo>
                  <a:pt x="1029691" y="182067"/>
                  <a:pt x="1021563" y="180442"/>
                  <a:pt x="1015060" y="180442"/>
                </a:cubicBezTo>
                <a:cubicBezTo>
                  <a:pt x="994740" y="180442"/>
                  <a:pt x="981126" y="188570"/>
                  <a:pt x="974217" y="204826"/>
                </a:cubicBezTo>
                <a:cubicBezTo>
                  <a:pt x="970153" y="213766"/>
                  <a:pt x="968121" y="227990"/>
                  <a:pt x="968121" y="247498"/>
                </a:cubicBezTo>
                <a:lnTo>
                  <a:pt x="968121" y="430987"/>
                </a:lnTo>
                <a:lnTo>
                  <a:pt x="896188" y="430987"/>
                </a:lnTo>
                <a:lnTo>
                  <a:pt x="896188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10"/>
                  <a:pt x="1008964" y="112573"/>
                  <a:pt x="1039444" y="113386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2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8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30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8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6"/>
                </a:lnTo>
                <a:cubicBezTo>
                  <a:pt x="1974114" y="367589"/>
                  <a:pt x="1983054" y="380390"/>
                  <a:pt x="2000936" y="380390"/>
                </a:cubicBezTo>
                <a:cubicBezTo>
                  <a:pt x="2009470" y="380390"/>
                  <a:pt x="2015871" y="377546"/>
                  <a:pt x="2020138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2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8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6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4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8"/>
                  <a:pt x="1194613" y="416154"/>
                  <a:pt x="1194207" y="403555"/>
                </a:cubicBezTo>
                <a:cubicBezTo>
                  <a:pt x="1184453" y="414934"/>
                  <a:pt x="1176122" y="422859"/>
                  <a:pt x="1169213" y="427330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4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7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4"/>
                  <a:pt x="1167384" y="162154"/>
                </a:cubicBezTo>
                <a:cubicBezTo>
                  <a:pt x="1155599" y="162154"/>
                  <a:pt x="1148284" y="166218"/>
                  <a:pt x="1145439" y="174346"/>
                </a:cubicBezTo>
                <a:cubicBezTo>
                  <a:pt x="1143407" y="180035"/>
                  <a:pt x="1142391" y="193650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4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8"/>
                  <a:pt x="356413" y="416154"/>
                  <a:pt x="356007" y="403555"/>
                </a:cubicBezTo>
                <a:cubicBezTo>
                  <a:pt x="346253" y="414934"/>
                  <a:pt x="337922" y="422859"/>
                  <a:pt x="331013" y="427330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4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4"/>
                  <a:pt x="329184" y="162154"/>
                </a:cubicBezTo>
                <a:cubicBezTo>
                  <a:pt x="317399" y="162154"/>
                  <a:pt x="310084" y="166218"/>
                  <a:pt x="307239" y="174346"/>
                </a:cubicBezTo>
                <a:cubicBezTo>
                  <a:pt x="305207" y="180035"/>
                  <a:pt x="304191" y="193650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4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4"/>
                  <a:pt x="98756" y="162154"/>
                </a:cubicBezTo>
                <a:cubicBezTo>
                  <a:pt x="81687" y="162154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8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30"/>
                </a:cubicBezTo>
                <a:cubicBezTo>
                  <a:pt x="123749" y="340970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2"/>
                  <a:pt x="21946" y="248107"/>
                </a:cubicBezTo>
                <a:cubicBezTo>
                  <a:pt x="10567" y="234696"/>
                  <a:pt x="4877" y="216205"/>
                  <a:pt x="4877" y="192634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5" y="167030"/>
                </a:lnTo>
                <a:lnTo>
                  <a:pt x="822655" y="345034"/>
                </a:lnTo>
                <a:cubicBezTo>
                  <a:pt x="822655" y="356819"/>
                  <a:pt x="824484" y="364947"/>
                  <a:pt x="828142" y="369418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199" y="379171"/>
                  <a:pt x="859435" y="378968"/>
                  <a:pt x="862280" y="378562"/>
                </a:cubicBezTo>
                <a:lnTo>
                  <a:pt x="868376" y="378562"/>
                </a:lnTo>
                <a:lnTo>
                  <a:pt x="868376" y="430378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10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10"/>
                </a:moveTo>
                <a:lnTo>
                  <a:pt x="1855166" y="610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8" y="610"/>
                </a:moveTo>
                <a:lnTo>
                  <a:pt x="1388440" y="610"/>
                </a:lnTo>
                <a:lnTo>
                  <a:pt x="1388440" y="430987"/>
                </a:lnTo>
                <a:lnTo>
                  <a:pt x="1315288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2"/>
                </a:lnTo>
                <a:lnTo>
                  <a:pt x="1439114" y="73762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7F54C0C-148F-226E-9DDF-072B8F3F3F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233876B-7E15-224B-63D8-C79360B2BB2F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02C87F0D-EDA7-9F8C-5952-F4191AAC93A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8DB3540-4179-26F5-0EBA-4426E32697E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EE343D8-5FFD-86C4-7A87-F2626F2FB8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CB1746A-F263-A6A3-2BCB-05D89932BE82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60628CD-34E1-5067-C9E5-C137F5AF75F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D82548A6-A474-A1B2-2C0F-9776BA3D5E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0872" t="23160" r="38151" b="17372"/>
          <a:stretch/>
        </p:blipFill>
        <p:spPr>
          <a:xfrm>
            <a:off x="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4D2A41BE-D131-D5F6-0AFD-61B3A436B4E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5804" r="26078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4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773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1" name="Resim 20">
            <a:extLst>
              <a:ext uri="{FF2B5EF4-FFF2-40B4-BE49-F238E27FC236}">
                <a16:creationId xmlns:a16="http://schemas.microsoft.com/office/drawing/2014/main" id="{F6EF81A8-A1BF-4C89-B979-B17330D02DF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60012" y="-43800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7125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4.04631E-6 3.51709E-6 L -4.04631E-6 0.05468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4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1.875E-6 2.96296E-6 L -0.075 2.96296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3.125E-6 -2.59259E-6 L 0.07851 -2.59259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7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8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0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1" dur="2000" fill="hold"/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2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4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5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7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4000" fill="hold"/>
                                            <p:tgtEl>
                                              <p:spTgt spid="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7" grpId="0" animBg="1"/>
          <p:bldP spid="11" grpId="0" animBg="1"/>
          <p:bldP spid="13" grpId="0" animBg="1"/>
          <p:bldP spid="16" grpId="0" animBg="1"/>
          <p:bldP spid="18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6350" y="-3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FB3E79-FCEF-6135-ADC9-BE3F488BE5F6}"/>
              </a:ext>
            </a:extLst>
          </p:cNvPr>
          <p:cNvSpPr txBox="1"/>
          <p:nvPr userDrawn="1"/>
        </p:nvSpPr>
        <p:spPr>
          <a:xfrm>
            <a:off x="7722929" y="1784231"/>
            <a:ext cx="3298469" cy="547421"/>
          </a:xfrm>
          <a:custGeom>
            <a:avLst/>
            <a:gdLst>
              <a:gd name="connsiteX0" fmla="*/ 1644625 w 3298469"/>
              <a:gd name="connsiteY0" fmla="*/ 175565 h 547421"/>
              <a:gd name="connsiteX1" fmla="*/ 1617802 w 3298469"/>
              <a:gd name="connsiteY1" fmla="*/ 206655 h 547421"/>
              <a:gd name="connsiteX2" fmla="*/ 1617802 w 3298469"/>
              <a:gd name="connsiteY2" fmla="*/ 245060 h 547421"/>
              <a:gd name="connsiteX3" fmla="*/ 1669618 w 3298469"/>
              <a:gd name="connsiteY3" fmla="*/ 245060 h 547421"/>
              <a:gd name="connsiteX4" fmla="*/ 1669618 w 3298469"/>
              <a:gd name="connsiteY4" fmla="*/ 206655 h 547421"/>
              <a:gd name="connsiteX5" fmla="*/ 1644625 w 3298469"/>
              <a:gd name="connsiteY5" fmla="*/ 175565 h 547421"/>
              <a:gd name="connsiteX6" fmla="*/ 606400 w 3298469"/>
              <a:gd name="connsiteY6" fmla="*/ 175565 h 547421"/>
              <a:gd name="connsiteX7" fmla="*/ 579577 w 3298469"/>
              <a:gd name="connsiteY7" fmla="*/ 206655 h 547421"/>
              <a:gd name="connsiteX8" fmla="*/ 579577 w 3298469"/>
              <a:gd name="connsiteY8" fmla="*/ 245060 h 547421"/>
              <a:gd name="connsiteX9" fmla="*/ 631393 w 3298469"/>
              <a:gd name="connsiteY9" fmla="*/ 245060 h 547421"/>
              <a:gd name="connsiteX10" fmla="*/ 631393 w 3298469"/>
              <a:gd name="connsiteY10" fmla="*/ 206655 h 547421"/>
              <a:gd name="connsiteX11" fmla="*/ 606400 w 3298469"/>
              <a:gd name="connsiteY11" fmla="*/ 175565 h 547421"/>
              <a:gd name="connsiteX12" fmla="*/ 3065679 w 3298469"/>
              <a:gd name="connsiteY12" fmla="*/ 173127 h 547421"/>
              <a:gd name="connsiteX13" fmla="*/ 3036418 w 3298469"/>
              <a:gd name="connsiteY13" fmla="*/ 210313 h 547421"/>
              <a:gd name="connsiteX14" fmla="*/ 3036418 w 3298469"/>
              <a:gd name="connsiteY14" fmla="*/ 349911 h 547421"/>
              <a:gd name="connsiteX15" fmla="*/ 3065069 w 3298469"/>
              <a:gd name="connsiteY15" fmla="*/ 384658 h 547421"/>
              <a:gd name="connsiteX16" fmla="*/ 3094939 w 3298469"/>
              <a:gd name="connsiteY16" fmla="*/ 349301 h 547421"/>
              <a:gd name="connsiteX17" fmla="*/ 3094939 w 3298469"/>
              <a:gd name="connsiteY17" fmla="*/ 211532 h 547421"/>
              <a:gd name="connsiteX18" fmla="*/ 3065679 w 3298469"/>
              <a:gd name="connsiteY18" fmla="*/ 173127 h 547421"/>
              <a:gd name="connsiteX19" fmla="*/ 3225317 w 3298469"/>
              <a:gd name="connsiteY19" fmla="*/ 124359 h 547421"/>
              <a:gd name="connsiteX20" fmla="*/ 3298469 w 3298469"/>
              <a:gd name="connsiteY20" fmla="*/ 124359 h 547421"/>
              <a:gd name="connsiteX21" fmla="*/ 3298469 w 3298469"/>
              <a:gd name="connsiteY21" fmla="*/ 436474 h 547421"/>
              <a:gd name="connsiteX22" fmla="*/ 3225317 w 3298469"/>
              <a:gd name="connsiteY22" fmla="*/ 436474 h 547421"/>
              <a:gd name="connsiteX23" fmla="*/ 2844317 w 3298469"/>
              <a:gd name="connsiteY23" fmla="*/ 124359 h 547421"/>
              <a:gd name="connsiteX24" fmla="*/ 2917469 w 3298469"/>
              <a:gd name="connsiteY24" fmla="*/ 124359 h 547421"/>
              <a:gd name="connsiteX25" fmla="*/ 2917469 w 3298469"/>
              <a:gd name="connsiteY25" fmla="*/ 436474 h 547421"/>
              <a:gd name="connsiteX26" fmla="*/ 2844317 w 3298469"/>
              <a:gd name="connsiteY26" fmla="*/ 436474 h 547421"/>
              <a:gd name="connsiteX27" fmla="*/ 2596667 w 3298469"/>
              <a:gd name="connsiteY27" fmla="*/ 124359 h 547421"/>
              <a:gd name="connsiteX28" fmla="*/ 2669819 w 3298469"/>
              <a:gd name="connsiteY28" fmla="*/ 124359 h 547421"/>
              <a:gd name="connsiteX29" fmla="*/ 2669819 w 3298469"/>
              <a:gd name="connsiteY29" fmla="*/ 436474 h 547421"/>
              <a:gd name="connsiteX30" fmla="*/ 2596667 w 3298469"/>
              <a:gd name="connsiteY30" fmla="*/ 436474 h 547421"/>
              <a:gd name="connsiteX31" fmla="*/ 1968017 w 3298469"/>
              <a:gd name="connsiteY31" fmla="*/ 124359 h 547421"/>
              <a:gd name="connsiteX32" fmla="*/ 2041169 w 3298469"/>
              <a:gd name="connsiteY32" fmla="*/ 124359 h 547421"/>
              <a:gd name="connsiteX33" fmla="*/ 2041169 w 3298469"/>
              <a:gd name="connsiteY33" fmla="*/ 436474 h 547421"/>
              <a:gd name="connsiteX34" fmla="*/ 1968017 w 3298469"/>
              <a:gd name="connsiteY34" fmla="*/ 436474 h 547421"/>
              <a:gd name="connsiteX35" fmla="*/ 1303630 w 3298469"/>
              <a:gd name="connsiteY35" fmla="*/ 124359 h 547421"/>
              <a:gd name="connsiteX36" fmla="*/ 1376172 w 3298469"/>
              <a:gd name="connsiteY36" fmla="*/ 124359 h 547421"/>
              <a:gd name="connsiteX37" fmla="*/ 1408481 w 3298469"/>
              <a:gd name="connsiteY37" fmla="*/ 340767 h 547421"/>
              <a:gd name="connsiteX38" fmla="*/ 1445667 w 3298469"/>
              <a:gd name="connsiteY38" fmla="*/ 124359 h 547421"/>
              <a:gd name="connsiteX39" fmla="*/ 1518209 w 3298469"/>
              <a:gd name="connsiteY39" fmla="*/ 124359 h 547421"/>
              <a:gd name="connsiteX40" fmla="*/ 1443228 w 3298469"/>
              <a:gd name="connsiteY40" fmla="*/ 436474 h 547421"/>
              <a:gd name="connsiteX41" fmla="*/ 1372514 w 3298469"/>
              <a:gd name="connsiteY41" fmla="*/ 436474 h 547421"/>
              <a:gd name="connsiteX42" fmla="*/ 1053617 w 3298469"/>
              <a:gd name="connsiteY42" fmla="*/ 124359 h 547421"/>
              <a:gd name="connsiteX43" fmla="*/ 1126769 w 3298469"/>
              <a:gd name="connsiteY43" fmla="*/ 124359 h 547421"/>
              <a:gd name="connsiteX44" fmla="*/ 1126769 w 3298469"/>
              <a:gd name="connsiteY44" fmla="*/ 436474 h 547421"/>
              <a:gd name="connsiteX45" fmla="*/ 1053617 w 3298469"/>
              <a:gd name="connsiteY45" fmla="*/ 436474 h 547421"/>
              <a:gd name="connsiteX46" fmla="*/ 930402 w 3298469"/>
              <a:gd name="connsiteY46" fmla="*/ 123750 h 547421"/>
              <a:gd name="connsiteX47" fmla="*/ 1002944 w 3298469"/>
              <a:gd name="connsiteY47" fmla="*/ 123750 h 547421"/>
              <a:gd name="connsiteX48" fmla="*/ 1002944 w 3298469"/>
              <a:gd name="connsiteY48" fmla="*/ 465735 h 547421"/>
              <a:gd name="connsiteX49" fmla="*/ 979780 w 3298469"/>
              <a:gd name="connsiteY49" fmla="*/ 531572 h 547421"/>
              <a:gd name="connsiteX50" fmla="*/ 927964 w 3298469"/>
              <a:gd name="connsiteY50" fmla="*/ 543764 h 547421"/>
              <a:gd name="connsiteX51" fmla="*/ 898093 w 3298469"/>
              <a:gd name="connsiteY51" fmla="*/ 541935 h 547421"/>
              <a:gd name="connsiteX52" fmla="*/ 898093 w 3298469"/>
              <a:gd name="connsiteY52" fmla="*/ 481585 h 547421"/>
              <a:gd name="connsiteX53" fmla="*/ 926135 w 3298469"/>
              <a:gd name="connsiteY53" fmla="*/ 473050 h 547421"/>
              <a:gd name="connsiteX54" fmla="*/ 930402 w 3298469"/>
              <a:gd name="connsiteY54" fmla="*/ 444399 h 547421"/>
              <a:gd name="connsiteX55" fmla="*/ 1930299 w 3298469"/>
              <a:gd name="connsiteY55" fmla="*/ 118873 h 547421"/>
              <a:gd name="connsiteX56" fmla="*/ 1930299 w 3298469"/>
              <a:gd name="connsiteY56" fmla="*/ 190805 h 547421"/>
              <a:gd name="connsiteX57" fmla="*/ 1905915 w 3298469"/>
              <a:gd name="connsiteY57" fmla="*/ 185929 h 547421"/>
              <a:gd name="connsiteX58" fmla="*/ 1865071 w 3298469"/>
              <a:gd name="connsiteY58" fmla="*/ 210313 h 547421"/>
              <a:gd name="connsiteX59" fmla="*/ 1858975 w 3298469"/>
              <a:gd name="connsiteY59" fmla="*/ 252985 h 547421"/>
              <a:gd name="connsiteX60" fmla="*/ 1858975 w 3298469"/>
              <a:gd name="connsiteY60" fmla="*/ 436474 h 547421"/>
              <a:gd name="connsiteX61" fmla="*/ 1787042 w 3298469"/>
              <a:gd name="connsiteY61" fmla="*/ 436474 h 547421"/>
              <a:gd name="connsiteX62" fmla="*/ 1787042 w 3298469"/>
              <a:gd name="connsiteY62" fmla="*/ 124359 h 547421"/>
              <a:gd name="connsiteX63" fmla="*/ 1859585 w 3298469"/>
              <a:gd name="connsiteY63" fmla="*/ 124359 h 547421"/>
              <a:gd name="connsiteX64" fmla="*/ 1858975 w 3298469"/>
              <a:gd name="connsiteY64" fmla="*/ 163983 h 547421"/>
              <a:gd name="connsiteX65" fmla="*/ 1930299 w 3298469"/>
              <a:gd name="connsiteY65" fmla="*/ 118873 h 547421"/>
              <a:gd name="connsiteX66" fmla="*/ 892073 w 3298469"/>
              <a:gd name="connsiteY66" fmla="*/ 118873 h 547421"/>
              <a:gd name="connsiteX67" fmla="*/ 892073 w 3298469"/>
              <a:gd name="connsiteY67" fmla="*/ 190805 h 547421"/>
              <a:gd name="connsiteX68" fmla="*/ 867689 w 3298469"/>
              <a:gd name="connsiteY68" fmla="*/ 185929 h 547421"/>
              <a:gd name="connsiteX69" fmla="*/ 826846 w 3298469"/>
              <a:gd name="connsiteY69" fmla="*/ 210313 h 547421"/>
              <a:gd name="connsiteX70" fmla="*/ 820750 w 3298469"/>
              <a:gd name="connsiteY70" fmla="*/ 252985 h 547421"/>
              <a:gd name="connsiteX71" fmla="*/ 820750 w 3298469"/>
              <a:gd name="connsiteY71" fmla="*/ 436474 h 547421"/>
              <a:gd name="connsiteX72" fmla="*/ 748817 w 3298469"/>
              <a:gd name="connsiteY72" fmla="*/ 436474 h 547421"/>
              <a:gd name="connsiteX73" fmla="*/ 748817 w 3298469"/>
              <a:gd name="connsiteY73" fmla="*/ 124359 h 547421"/>
              <a:gd name="connsiteX74" fmla="*/ 821360 w 3298469"/>
              <a:gd name="connsiteY74" fmla="*/ 124359 h 547421"/>
              <a:gd name="connsiteX75" fmla="*/ 820750 w 3298469"/>
              <a:gd name="connsiteY75" fmla="*/ 163983 h 547421"/>
              <a:gd name="connsiteX76" fmla="*/ 892073 w 3298469"/>
              <a:gd name="connsiteY76" fmla="*/ 118873 h 547421"/>
              <a:gd name="connsiteX77" fmla="*/ 3030321 w 3298469"/>
              <a:gd name="connsiteY77" fmla="*/ 118263 h 547421"/>
              <a:gd name="connsiteX78" fmla="*/ 3095549 w 3298469"/>
              <a:gd name="connsiteY78" fmla="*/ 149353 h 547421"/>
              <a:gd name="connsiteX79" fmla="*/ 3095549 w 3298469"/>
              <a:gd name="connsiteY79" fmla="*/ 124359 h 547421"/>
              <a:gd name="connsiteX80" fmla="*/ 3168091 w 3298469"/>
              <a:gd name="connsiteY80" fmla="*/ 124359 h 547421"/>
              <a:gd name="connsiteX81" fmla="*/ 3168091 w 3298469"/>
              <a:gd name="connsiteY81" fmla="*/ 447447 h 547421"/>
              <a:gd name="connsiteX82" fmla="*/ 3154680 w 3298469"/>
              <a:gd name="connsiteY82" fmla="*/ 509626 h 547421"/>
              <a:gd name="connsiteX83" fmla="*/ 3062631 w 3298469"/>
              <a:gd name="connsiteY83" fmla="*/ 547421 h 547421"/>
              <a:gd name="connsiteX84" fmla="*/ 2979115 w 3298469"/>
              <a:gd name="connsiteY84" fmla="*/ 515722 h 547421"/>
              <a:gd name="connsiteX85" fmla="*/ 2966313 w 3298469"/>
              <a:gd name="connsiteY85" fmla="*/ 462077 h 547421"/>
              <a:gd name="connsiteX86" fmla="*/ 3038247 w 3298469"/>
              <a:gd name="connsiteY86" fmla="*/ 462077 h 547421"/>
              <a:gd name="connsiteX87" fmla="*/ 3066288 w 3298469"/>
              <a:gd name="connsiteY87" fmla="*/ 494996 h 547421"/>
              <a:gd name="connsiteX88" fmla="*/ 3095549 w 3298469"/>
              <a:gd name="connsiteY88" fmla="*/ 457810 h 547421"/>
              <a:gd name="connsiteX89" fmla="*/ 3095549 w 3298469"/>
              <a:gd name="connsiteY89" fmla="*/ 409652 h 547421"/>
              <a:gd name="connsiteX90" fmla="*/ 3032151 w 3298469"/>
              <a:gd name="connsiteY90" fmla="*/ 440132 h 547421"/>
              <a:gd name="connsiteX91" fmla="*/ 2964485 w 3298469"/>
              <a:gd name="connsiteY91" fmla="*/ 362103 h 547421"/>
              <a:gd name="connsiteX92" fmla="*/ 2964485 w 3298469"/>
              <a:gd name="connsiteY92" fmla="*/ 196901 h 547421"/>
              <a:gd name="connsiteX93" fmla="*/ 3030321 w 3298469"/>
              <a:gd name="connsiteY93" fmla="*/ 118263 h 547421"/>
              <a:gd name="connsiteX94" fmla="*/ 2225955 w 3298469"/>
              <a:gd name="connsiteY94" fmla="*/ 118263 h 547421"/>
              <a:gd name="connsiteX95" fmla="*/ 2285086 w 3298469"/>
              <a:gd name="connsiteY95" fmla="*/ 149353 h 547421"/>
              <a:gd name="connsiteX96" fmla="*/ 2356409 w 3298469"/>
              <a:gd name="connsiteY96" fmla="*/ 118263 h 547421"/>
              <a:gd name="connsiteX97" fmla="*/ 2401519 w 3298469"/>
              <a:gd name="connsiteY97" fmla="*/ 135941 h 547421"/>
              <a:gd name="connsiteX98" fmla="*/ 2419197 w 3298469"/>
              <a:gd name="connsiteY98" fmla="*/ 188977 h 547421"/>
              <a:gd name="connsiteX99" fmla="*/ 2419197 w 3298469"/>
              <a:gd name="connsiteY99" fmla="*/ 436474 h 547421"/>
              <a:gd name="connsiteX100" fmla="*/ 2346655 w 3298469"/>
              <a:gd name="connsiteY100" fmla="*/ 436474 h 547421"/>
              <a:gd name="connsiteX101" fmla="*/ 2346655 w 3298469"/>
              <a:gd name="connsiteY101" fmla="*/ 206045 h 547421"/>
              <a:gd name="connsiteX102" fmla="*/ 2320443 w 3298469"/>
              <a:gd name="connsiteY102" fmla="*/ 169469 h 547421"/>
              <a:gd name="connsiteX103" fmla="*/ 2291791 w 3298469"/>
              <a:gd name="connsiteY103" fmla="*/ 209094 h 547421"/>
              <a:gd name="connsiteX104" fmla="*/ 2291791 w 3298469"/>
              <a:gd name="connsiteY104" fmla="*/ 436474 h 547421"/>
              <a:gd name="connsiteX105" fmla="*/ 2219249 w 3298469"/>
              <a:gd name="connsiteY105" fmla="*/ 436474 h 547421"/>
              <a:gd name="connsiteX106" fmla="*/ 2219249 w 3298469"/>
              <a:gd name="connsiteY106" fmla="*/ 207265 h 547421"/>
              <a:gd name="connsiteX107" fmla="*/ 2192427 w 3298469"/>
              <a:gd name="connsiteY107" fmla="*/ 168250 h 547421"/>
              <a:gd name="connsiteX108" fmla="*/ 2164385 w 3298469"/>
              <a:gd name="connsiteY108" fmla="*/ 205436 h 547421"/>
              <a:gd name="connsiteX109" fmla="*/ 2164385 w 3298469"/>
              <a:gd name="connsiteY109" fmla="*/ 436474 h 547421"/>
              <a:gd name="connsiteX110" fmla="*/ 2091843 w 3298469"/>
              <a:gd name="connsiteY110" fmla="*/ 436474 h 547421"/>
              <a:gd name="connsiteX111" fmla="*/ 2091843 w 3298469"/>
              <a:gd name="connsiteY111" fmla="*/ 124359 h 547421"/>
              <a:gd name="connsiteX112" fmla="*/ 2164995 w 3298469"/>
              <a:gd name="connsiteY112" fmla="*/ 124359 h 547421"/>
              <a:gd name="connsiteX113" fmla="*/ 2164995 w 3298469"/>
              <a:gd name="connsiteY113" fmla="*/ 145085 h 547421"/>
              <a:gd name="connsiteX114" fmla="*/ 2225955 w 3298469"/>
              <a:gd name="connsiteY114" fmla="*/ 118263 h 547421"/>
              <a:gd name="connsiteX115" fmla="*/ 388849 w 3298469"/>
              <a:gd name="connsiteY115" fmla="*/ 118263 h 547421"/>
              <a:gd name="connsiteX116" fmla="*/ 438836 w 3298469"/>
              <a:gd name="connsiteY116" fmla="*/ 138989 h 547421"/>
              <a:gd name="connsiteX117" fmla="*/ 453466 w 3298469"/>
              <a:gd name="connsiteY117" fmla="*/ 192634 h 547421"/>
              <a:gd name="connsiteX118" fmla="*/ 453466 w 3298469"/>
              <a:gd name="connsiteY118" fmla="*/ 436474 h 547421"/>
              <a:gd name="connsiteX119" fmla="*/ 382143 w 3298469"/>
              <a:gd name="connsiteY119" fmla="*/ 436474 h 547421"/>
              <a:gd name="connsiteX120" fmla="*/ 382143 w 3298469"/>
              <a:gd name="connsiteY120" fmla="*/ 207265 h 547421"/>
              <a:gd name="connsiteX121" fmla="*/ 356540 w 3298469"/>
              <a:gd name="connsiteY121" fmla="*/ 169469 h 547421"/>
              <a:gd name="connsiteX122" fmla="*/ 326060 w 3298469"/>
              <a:gd name="connsiteY122" fmla="*/ 211532 h 547421"/>
              <a:gd name="connsiteX123" fmla="*/ 326060 w 3298469"/>
              <a:gd name="connsiteY123" fmla="*/ 436474 h 547421"/>
              <a:gd name="connsiteX124" fmla="*/ 253518 w 3298469"/>
              <a:gd name="connsiteY124" fmla="*/ 436474 h 547421"/>
              <a:gd name="connsiteX125" fmla="*/ 253518 w 3298469"/>
              <a:gd name="connsiteY125" fmla="*/ 124359 h 547421"/>
              <a:gd name="connsiteX126" fmla="*/ 327279 w 3298469"/>
              <a:gd name="connsiteY126" fmla="*/ 124359 h 547421"/>
              <a:gd name="connsiteX127" fmla="*/ 326060 w 3298469"/>
              <a:gd name="connsiteY127" fmla="*/ 147524 h 547421"/>
              <a:gd name="connsiteX128" fmla="*/ 388849 w 3298469"/>
              <a:gd name="connsiteY128" fmla="*/ 118263 h 547421"/>
              <a:gd name="connsiteX129" fmla="*/ 1644625 w 3298469"/>
              <a:gd name="connsiteY129" fmla="*/ 117654 h 547421"/>
              <a:gd name="connsiteX130" fmla="*/ 1720215 w 3298469"/>
              <a:gd name="connsiteY130" fmla="*/ 145085 h 547421"/>
              <a:gd name="connsiteX131" fmla="*/ 1741551 w 3298469"/>
              <a:gd name="connsiteY131" fmla="*/ 207265 h 547421"/>
              <a:gd name="connsiteX132" fmla="*/ 1741551 w 3298469"/>
              <a:gd name="connsiteY132" fmla="*/ 296266 h 547421"/>
              <a:gd name="connsiteX133" fmla="*/ 1617193 w 3298469"/>
              <a:gd name="connsiteY133" fmla="*/ 296266 h 547421"/>
              <a:gd name="connsiteX134" fmla="*/ 1617193 w 3298469"/>
              <a:gd name="connsiteY134" fmla="*/ 347473 h 547421"/>
              <a:gd name="connsiteX135" fmla="*/ 1644015 w 3298469"/>
              <a:gd name="connsiteY135" fmla="*/ 385877 h 547421"/>
              <a:gd name="connsiteX136" fmla="*/ 1663217 w 3298469"/>
              <a:gd name="connsiteY136" fmla="*/ 377343 h 547421"/>
              <a:gd name="connsiteX137" fmla="*/ 1669618 w 3298469"/>
              <a:gd name="connsiteY137" fmla="*/ 333452 h 547421"/>
              <a:gd name="connsiteX138" fmla="*/ 1740332 w 3298469"/>
              <a:gd name="connsiteY138" fmla="*/ 333452 h 547421"/>
              <a:gd name="connsiteX139" fmla="*/ 1740332 w 3298469"/>
              <a:gd name="connsiteY139" fmla="*/ 358445 h 547421"/>
              <a:gd name="connsiteX140" fmla="*/ 1645234 w 3298469"/>
              <a:gd name="connsiteY140" fmla="*/ 442570 h 547421"/>
              <a:gd name="connsiteX141" fmla="*/ 1545260 w 3298469"/>
              <a:gd name="connsiteY141" fmla="*/ 342596 h 547421"/>
              <a:gd name="connsiteX142" fmla="*/ 1545260 w 3298469"/>
              <a:gd name="connsiteY142" fmla="*/ 210922 h 547421"/>
              <a:gd name="connsiteX143" fmla="*/ 1578788 w 3298469"/>
              <a:gd name="connsiteY143" fmla="*/ 135941 h 547421"/>
              <a:gd name="connsiteX144" fmla="*/ 1644625 w 3298469"/>
              <a:gd name="connsiteY144" fmla="*/ 117654 h 547421"/>
              <a:gd name="connsiteX145" fmla="*/ 606400 w 3298469"/>
              <a:gd name="connsiteY145" fmla="*/ 117654 h 547421"/>
              <a:gd name="connsiteX146" fmla="*/ 681990 w 3298469"/>
              <a:gd name="connsiteY146" fmla="*/ 145085 h 547421"/>
              <a:gd name="connsiteX147" fmla="*/ 703326 w 3298469"/>
              <a:gd name="connsiteY147" fmla="*/ 207265 h 547421"/>
              <a:gd name="connsiteX148" fmla="*/ 703326 w 3298469"/>
              <a:gd name="connsiteY148" fmla="*/ 296266 h 547421"/>
              <a:gd name="connsiteX149" fmla="*/ 578968 w 3298469"/>
              <a:gd name="connsiteY149" fmla="*/ 296266 h 547421"/>
              <a:gd name="connsiteX150" fmla="*/ 578968 w 3298469"/>
              <a:gd name="connsiteY150" fmla="*/ 347473 h 547421"/>
              <a:gd name="connsiteX151" fmla="*/ 605790 w 3298469"/>
              <a:gd name="connsiteY151" fmla="*/ 385877 h 547421"/>
              <a:gd name="connsiteX152" fmla="*/ 624993 w 3298469"/>
              <a:gd name="connsiteY152" fmla="*/ 377343 h 547421"/>
              <a:gd name="connsiteX153" fmla="*/ 631393 w 3298469"/>
              <a:gd name="connsiteY153" fmla="*/ 333452 h 547421"/>
              <a:gd name="connsiteX154" fmla="*/ 702107 w 3298469"/>
              <a:gd name="connsiteY154" fmla="*/ 333452 h 547421"/>
              <a:gd name="connsiteX155" fmla="*/ 702107 w 3298469"/>
              <a:gd name="connsiteY155" fmla="*/ 358445 h 547421"/>
              <a:gd name="connsiteX156" fmla="*/ 607009 w 3298469"/>
              <a:gd name="connsiteY156" fmla="*/ 442570 h 547421"/>
              <a:gd name="connsiteX157" fmla="*/ 507035 w 3298469"/>
              <a:gd name="connsiteY157" fmla="*/ 342596 h 547421"/>
              <a:gd name="connsiteX158" fmla="*/ 507035 w 3298469"/>
              <a:gd name="connsiteY158" fmla="*/ 210922 h 547421"/>
              <a:gd name="connsiteX159" fmla="*/ 540563 w 3298469"/>
              <a:gd name="connsiteY159" fmla="*/ 135941 h 547421"/>
              <a:gd name="connsiteX160" fmla="*/ 606400 w 3298469"/>
              <a:gd name="connsiteY160" fmla="*/ 117654 h 547421"/>
              <a:gd name="connsiteX161" fmla="*/ 2720493 w 3298469"/>
              <a:gd name="connsiteY161" fmla="*/ 6097 h 547421"/>
              <a:gd name="connsiteX162" fmla="*/ 2793645 w 3298469"/>
              <a:gd name="connsiteY162" fmla="*/ 6097 h 547421"/>
              <a:gd name="connsiteX163" fmla="*/ 2793645 w 3298469"/>
              <a:gd name="connsiteY163" fmla="*/ 436474 h 547421"/>
              <a:gd name="connsiteX164" fmla="*/ 2720493 w 3298469"/>
              <a:gd name="connsiteY164" fmla="*/ 436474 h 547421"/>
              <a:gd name="connsiteX165" fmla="*/ 2472843 w 3298469"/>
              <a:gd name="connsiteY165" fmla="*/ 6097 h 547421"/>
              <a:gd name="connsiteX166" fmla="*/ 2545995 w 3298469"/>
              <a:gd name="connsiteY166" fmla="*/ 6097 h 547421"/>
              <a:gd name="connsiteX167" fmla="*/ 2545995 w 3298469"/>
              <a:gd name="connsiteY167" fmla="*/ 436474 h 547421"/>
              <a:gd name="connsiteX168" fmla="*/ 2472843 w 3298469"/>
              <a:gd name="connsiteY168" fmla="*/ 436474 h 547421"/>
              <a:gd name="connsiteX169" fmla="*/ 3225317 w 3298469"/>
              <a:gd name="connsiteY169" fmla="*/ 5487 h 547421"/>
              <a:gd name="connsiteX170" fmla="*/ 3297860 w 3298469"/>
              <a:gd name="connsiteY170" fmla="*/ 5487 h 547421"/>
              <a:gd name="connsiteX171" fmla="*/ 3297860 w 3298469"/>
              <a:gd name="connsiteY171" fmla="*/ 79248 h 547421"/>
              <a:gd name="connsiteX172" fmla="*/ 3225317 w 3298469"/>
              <a:gd name="connsiteY172" fmla="*/ 79248 h 547421"/>
              <a:gd name="connsiteX173" fmla="*/ 2844317 w 3298469"/>
              <a:gd name="connsiteY173" fmla="*/ 5487 h 547421"/>
              <a:gd name="connsiteX174" fmla="*/ 2916860 w 3298469"/>
              <a:gd name="connsiteY174" fmla="*/ 5487 h 547421"/>
              <a:gd name="connsiteX175" fmla="*/ 2916860 w 3298469"/>
              <a:gd name="connsiteY175" fmla="*/ 79248 h 547421"/>
              <a:gd name="connsiteX176" fmla="*/ 2844317 w 3298469"/>
              <a:gd name="connsiteY176" fmla="*/ 79248 h 547421"/>
              <a:gd name="connsiteX177" fmla="*/ 2596667 w 3298469"/>
              <a:gd name="connsiteY177" fmla="*/ 5487 h 547421"/>
              <a:gd name="connsiteX178" fmla="*/ 2669210 w 3298469"/>
              <a:gd name="connsiteY178" fmla="*/ 5487 h 547421"/>
              <a:gd name="connsiteX179" fmla="*/ 2669210 w 3298469"/>
              <a:gd name="connsiteY179" fmla="*/ 79248 h 547421"/>
              <a:gd name="connsiteX180" fmla="*/ 2596667 w 3298469"/>
              <a:gd name="connsiteY180" fmla="*/ 79248 h 547421"/>
              <a:gd name="connsiteX181" fmla="*/ 1968017 w 3298469"/>
              <a:gd name="connsiteY181" fmla="*/ 5487 h 547421"/>
              <a:gd name="connsiteX182" fmla="*/ 2040560 w 3298469"/>
              <a:gd name="connsiteY182" fmla="*/ 5487 h 547421"/>
              <a:gd name="connsiteX183" fmla="*/ 2040560 w 3298469"/>
              <a:gd name="connsiteY183" fmla="*/ 79248 h 547421"/>
              <a:gd name="connsiteX184" fmla="*/ 1968017 w 3298469"/>
              <a:gd name="connsiteY184" fmla="*/ 79248 h 547421"/>
              <a:gd name="connsiteX185" fmla="*/ 1053617 w 3298469"/>
              <a:gd name="connsiteY185" fmla="*/ 5487 h 547421"/>
              <a:gd name="connsiteX186" fmla="*/ 1126160 w 3298469"/>
              <a:gd name="connsiteY186" fmla="*/ 5487 h 547421"/>
              <a:gd name="connsiteX187" fmla="*/ 1126160 w 3298469"/>
              <a:gd name="connsiteY187" fmla="*/ 79248 h 547421"/>
              <a:gd name="connsiteX188" fmla="*/ 1053617 w 3298469"/>
              <a:gd name="connsiteY188" fmla="*/ 79248 h 547421"/>
              <a:gd name="connsiteX189" fmla="*/ 930402 w 3298469"/>
              <a:gd name="connsiteY189" fmla="*/ 5487 h 547421"/>
              <a:gd name="connsiteX190" fmla="*/ 1002944 w 3298469"/>
              <a:gd name="connsiteY190" fmla="*/ 5487 h 547421"/>
              <a:gd name="connsiteX191" fmla="*/ 1002944 w 3298469"/>
              <a:gd name="connsiteY191" fmla="*/ 78639 h 547421"/>
              <a:gd name="connsiteX192" fmla="*/ 930402 w 3298469"/>
              <a:gd name="connsiteY192" fmla="*/ 78639 h 547421"/>
              <a:gd name="connsiteX193" fmla="*/ 0 w 3298469"/>
              <a:gd name="connsiteY193" fmla="*/ 5487 h 547421"/>
              <a:gd name="connsiteX194" fmla="*/ 208483 w 3298469"/>
              <a:gd name="connsiteY194" fmla="*/ 5487 h 547421"/>
              <a:gd name="connsiteX195" fmla="*/ 208483 w 3298469"/>
              <a:gd name="connsiteY195" fmla="*/ 71324 h 547421"/>
              <a:gd name="connsiteX196" fmla="*/ 79248 w 3298469"/>
              <a:gd name="connsiteY196" fmla="*/ 71324 h 547421"/>
              <a:gd name="connsiteX197" fmla="*/ 79248 w 3298469"/>
              <a:gd name="connsiteY197" fmla="*/ 172517 h 547421"/>
              <a:gd name="connsiteX198" fmla="*/ 200559 w 3298469"/>
              <a:gd name="connsiteY198" fmla="*/ 172517 h 547421"/>
              <a:gd name="connsiteX199" fmla="*/ 200559 w 3298469"/>
              <a:gd name="connsiteY199" fmla="*/ 237745 h 547421"/>
              <a:gd name="connsiteX200" fmla="*/ 79248 w 3298469"/>
              <a:gd name="connsiteY200" fmla="*/ 237745 h 547421"/>
              <a:gd name="connsiteX201" fmla="*/ 79248 w 3298469"/>
              <a:gd name="connsiteY201" fmla="*/ 370028 h 547421"/>
              <a:gd name="connsiteX202" fmla="*/ 213970 w 3298469"/>
              <a:gd name="connsiteY202" fmla="*/ 370028 h 547421"/>
              <a:gd name="connsiteX203" fmla="*/ 213970 w 3298469"/>
              <a:gd name="connsiteY203" fmla="*/ 436474 h 547421"/>
              <a:gd name="connsiteX204" fmla="*/ 0 w 3298469"/>
              <a:gd name="connsiteY204" fmla="*/ 436474 h 547421"/>
              <a:gd name="connsiteX205" fmla="*/ 2981554 w 3298469"/>
              <a:gd name="connsiteY205" fmla="*/ 0 h 547421"/>
              <a:gd name="connsiteX206" fmla="*/ 3030321 w 3298469"/>
              <a:gd name="connsiteY206" fmla="*/ 0 h 547421"/>
              <a:gd name="connsiteX207" fmla="*/ 3071775 w 3298469"/>
              <a:gd name="connsiteY207" fmla="*/ 30480 h 547421"/>
              <a:gd name="connsiteX208" fmla="*/ 3110789 w 3298469"/>
              <a:gd name="connsiteY208" fmla="*/ 0 h 547421"/>
              <a:gd name="connsiteX209" fmla="*/ 3157728 w 3298469"/>
              <a:gd name="connsiteY209" fmla="*/ 0 h 547421"/>
              <a:gd name="connsiteX210" fmla="*/ 3070555 w 3298469"/>
              <a:gd name="connsiteY210" fmla="*/ 79248 h 547421"/>
              <a:gd name="connsiteX211" fmla="*/ 2981554 w 3298469"/>
              <a:gd name="connsiteY211" fmla="*/ 0 h 54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</a:cxnLst>
            <a:rect l="l" t="t" r="r" b="b"/>
            <a:pathLst>
              <a:path w="3298469" h="547421">
                <a:moveTo>
                  <a:pt x="1644625" y="175565"/>
                </a:moveTo>
                <a:cubicBezTo>
                  <a:pt x="1626743" y="175565"/>
                  <a:pt x="1617802" y="185929"/>
                  <a:pt x="1617802" y="206655"/>
                </a:cubicBezTo>
                <a:lnTo>
                  <a:pt x="1617802" y="245060"/>
                </a:lnTo>
                <a:lnTo>
                  <a:pt x="1669618" y="245060"/>
                </a:lnTo>
                <a:lnTo>
                  <a:pt x="1669618" y="206655"/>
                </a:lnTo>
                <a:cubicBezTo>
                  <a:pt x="1669618" y="185929"/>
                  <a:pt x="1661287" y="175565"/>
                  <a:pt x="1644625" y="175565"/>
                </a:cubicBezTo>
                <a:close/>
                <a:moveTo>
                  <a:pt x="606400" y="175565"/>
                </a:moveTo>
                <a:cubicBezTo>
                  <a:pt x="588518" y="175565"/>
                  <a:pt x="579577" y="185929"/>
                  <a:pt x="579577" y="206655"/>
                </a:cubicBezTo>
                <a:lnTo>
                  <a:pt x="579577" y="245060"/>
                </a:lnTo>
                <a:lnTo>
                  <a:pt x="631393" y="245060"/>
                </a:lnTo>
                <a:lnTo>
                  <a:pt x="631393" y="206655"/>
                </a:lnTo>
                <a:cubicBezTo>
                  <a:pt x="631393" y="185929"/>
                  <a:pt x="623062" y="175565"/>
                  <a:pt x="606400" y="175565"/>
                </a:cubicBezTo>
                <a:close/>
                <a:moveTo>
                  <a:pt x="3065679" y="173127"/>
                </a:moveTo>
                <a:cubicBezTo>
                  <a:pt x="3046171" y="173127"/>
                  <a:pt x="3036418" y="185522"/>
                  <a:pt x="3036418" y="210313"/>
                </a:cubicBezTo>
                <a:lnTo>
                  <a:pt x="3036418" y="349911"/>
                </a:lnTo>
                <a:cubicBezTo>
                  <a:pt x="3036418" y="373076"/>
                  <a:pt x="3045968" y="384658"/>
                  <a:pt x="3065069" y="384658"/>
                </a:cubicBezTo>
                <a:cubicBezTo>
                  <a:pt x="3084983" y="384658"/>
                  <a:pt x="3094939" y="372873"/>
                  <a:pt x="3094939" y="349301"/>
                </a:cubicBezTo>
                <a:lnTo>
                  <a:pt x="3094939" y="211532"/>
                </a:lnTo>
                <a:cubicBezTo>
                  <a:pt x="3094939" y="185929"/>
                  <a:pt x="3085186" y="173127"/>
                  <a:pt x="3065679" y="173127"/>
                </a:cubicBezTo>
                <a:close/>
                <a:moveTo>
                  <a:pt x="3225317" y="124359"/>
                </a:moveTo>
                <a:lnTo>
                  <a:pt x="3298469" y="124359"/>
                </a:lnTo>
                <a:lnTo>
                  <a:pt x="3298469" y="436474"/>
                </a:lnTo>
                <a:lnTo>
                  <a:pt x="3225317" y="436474"/>
                </a:lnTo>
                <a:close/>
                <a:moveTo>
                  <a:pt x="2844317" y="124359"/>
                </a:moveTo>
                <a:lnTo>
                  <a:pt x="2917469" y="124359"/>
                </a:lnTo>
                <a:lnTo>
                  <a:pt x="2917469" y="436474"/>
                </a:lnTo>
                <a:lnTo>
                  <a:pt x="2844317" y="436474"/>
                </a:lnTo>
                <a:close/>
                <a:moveTo>
                  <a:pt x="2596667" y="124359"/>
                </a:moveTo>
                <a:lnTo>
                  <a:pt x="2669819" y="124359"/>
                </a:lnTo>
                <a:lnTo>
                  <a:pt x="2669819" y="436474"/>
                </a:lnTo>
                <a:lnTo>
                  <a:pt x="2596667" y="436474"/>
                </a:lnTo>
                <a:close/>
                <a:moveTo>
                  <a:pt x="1968017" y="124359"/>
                </a:moveTo>
                <a:lnTo>
                  <a:pt x="2041169" y="124359"/>
                </a:lnTo>
                <a:lnTo>
                  <a:pt x="2041169" y="436474"/>
                </a:lnTo>
                <a:lnTo>
                  <a:pt x="1968017" y="436474"/>
                </a:lnTo>
                <a:close/>
                <a:moveTo>
                  <a:pt x="1303630" y="124359"/>
                </a:moveTo>
                <a:lnTo>
                  <a:pt x="1376172" y="124359"/>
                </a:lnTo>
                <a:lnTo>
                  <a:pt x="1408481" y="340767"/>
                </a:lnTo>
                <a:lnTo>
                  <a:pt x="1445667" y="124359"/>
                </a:lnTo>
                <a:lnTo>
                  <a:pt x="1518209" y="124359"/>
                </a:lnTo>
                <a:lnTo>
                  <a:pt x="1443228" y="436474"/>
                </a:lnTo>
                <a:lnTo>
                  <a:pt x="1372514" y="436474"/>
                </a:lnTo>
                <a:close/>
                <a:moveTo>
                  <a:pt x="1053617" y="124359"/>
                </a:moveTo>
                <a:lnTo>
                  <a:pt x="1126769" y="124359"/>
                </a:lnTo>
                <a:lnTo>
                  <a:pt x="1126769" y="436474"/>
                </a:lnTo>
                <a:lnTo>
                  <a:pt x="1053617" y="436474"/>
                </a:lnTo>
                <a:close/>
                <a:moveTo>
                  <a:pt x="930402" y="123750"/>
                </a:moveTo>
                <a:lnTo>
                  <a:pt x="1002944" y="123750"/>
                </a:lnTo>
                <a:lnTo>
                  <a:pt x="1002944" y="465735"/>
                </a:lnTo>
                <a:cubicBezTo>
                  <a:pt x="1002944" y="497841"/>
                  <a:pt x="995223" y="519786"/>
                  <a:pt x="979780" y="531572"/>
                </a:cubicBezTo>
                <a:cubicBezTo>
                  <a:pt x="968807" y="539700"/>
                  <a:pt x="951535" y="543764"/>
                  <a:pt x="927964" y="543764"/>
                </a:cubicBezTo>
                <a:cubicBezTo>
                  <a:pt x="914959" y="543764"/>
                  <a:pt x="905002" y="543154"/>
                  <a:pt x="898093" y="541935"/>
                </a:cubicBezTo>
                <a:lnTo>
                  <a:pt x="898093" y="481585"/>
                </a:lnTo>
                <a:cubicBezTo>
                  <a:pt x="912724" y="481991"/>
                  <a:pt x="922071" y="479146"/>
                  <a:pt x="926135" y="473050"/>
                </a:cubicBezTo>
                <a:cubicBezTo>
                  <a:pt x="928980" y="468986"/>
                  <a:pt x="930402" y="459436"/>
                  <a:pt x="930402" y="444399"/>
                </a:cubicBezTo>
                <a:close/>
                <a:moveTo>
                  <a:pt x="1930299" y="118873"/>
                </a:moveTo>
                <a:lnTo>
                  <a:pt x="1930299" y="190805"/>
                </a:lnTo>
                <a:cubicBezTo>
                  <a:pt x="1920545" y="187554"/>
                  <a:pt x="1912417" y="185929"/>
                  <a:pt x="1905915" y="185929"/>
                </a:cubicBezTo>
                <a:cubicBezTo>
                  <a:pt x="1885594" y="185929"/>
                  <a:pt x="1871980" y="194057"/>
                  <a:pt x="1865071" y="210313"/>
                </a:cubicBezTo>
                <a:cubicBezTo>
                  <a:pt x="1861007" y="219254"/>
                  <a:pt x="1858975" y="233477"/>
                  <a:pt x="1858975" y="252985"/>
                </a:cubicBezTo>
                <a:lnTo>
                  <a:pt x="1858975" y="436474"/>
                </a:lnTo>
                <a:lnTo>
                  <a:pt x="1787042" y="436474"/>
                </a:lnTo>
                <a:lnTo>
                  <a:pt x="1787042" y="124359"/>
                </a:lnTo>
                <a:lnTo>
                  <a:pt x="1859585" y="124359"/>
                </a:lnTo>
                <a:lnTo>
                  <a:pt x="1858975" y="163983"/>
                </a:lnTo>
                <a:cubicBezTo>
                  <a:pt x="1876044" y="133096"/>
                  <a:pt x="1899818" y="118060"/>
                  <a:pt x="1930299" y="118873"/>
                </a:cubicBezTo>
                <a:close/>
                <a:moveTo>
                  <a:pt x="892073" y="118873"/>
                </a:moveTo>
                <a:lnTo>
                  <a:pt x="892073" y="190805"/>
                </a:lnTo>
                <a:cubicBezTo>
                  <a:pt x="882320" y="187554"/>
                  <a:pt x="874192" y="185929"/>
                  <a:pt x="867689" y="185929"/>
                </a:cubicBezTo>
                <a:cubicBezTo>
                  <a:pt x="847369" y="185929"/>
                  <a:pt x="833755" y="194057"/>
                  <a:pt x="826846" y="210313"/>
                </a:cubicBezTo>
                <a:cubicBezTo>
                  <a:pt x="822782" y="219254"/>
                  <a:pt x="820750" y="233477"/>
                  <a:pt x="820750" y="252985"/>
                </a:cubicBezTo>
                <a:lnTo>
                  <a:pt x="820750" y="436474"/>
                </a:lnTo>
                <a:lnTo>
                  <a:pt x="748817" y="436474"/>
                </a:lnTo>
                <a:lnTo>
                  <a:pt x="748817" y="124359"/>
                </a:lnTo>
                <a:lnTo>
                  <a:pt x="821360" y="124359"/>
                </a:lnTo>
                <a:lnTo>
                  <a:pt x="820750" y="163983"/>
                </a:lnTo>
                <a:cubicBezTo>
                  <a:pt x="837819" y="133096"/>
                  <a:pt x="861593" y="118060"/>
                  <a:pt x="892073" y="118873"/>
                </a:cubicBezTo>
                <a:close/>
                <a:moveTo>
                  <a:pt x="3030321" y="118263"/>
                </a:moveTo>
                <a:cubicBezTo>
                  <a:pt x="3051454" y="118263"/>
                  <a:pt x="3073197" y="128626"/>
                  <a:pt x="3095549" y="149353"/>
                </a:cubicBezTo>
                <a:lnTo>
                  <a:pt x="3095549" y="124359"/>
                </a:lnTo>
                <a:lnTo>
                  <a:pt x="3168091" y="124359"/>
                </a:lnTo>
                <a:lnTo>
                  <a:pt x="3168091" y="447447"/>
                </a:lnTo>
                <a:cubicBezTo>
                  <a:pt x="3168091" y="474676"/>
                  <a:pt x="3163621" y="495402"/>
                  <a:pt x="3154680" y="509626"/>
                </a:cubicBezTo>
                <a:cubicBezTo>
                  <a:pt x="3138831" y="534823"/>
                  <a:pt x="3108147" y="547421"/>
                  <a:pt x="3062631" y="547421"/>
                </a:cubicBezTo>
                <a:cubicBezTo>
                  <a:pt x="3021584" y="547421"/>
                  <a:pt x="2993746" y="536855"/>
                  <a:pt x="2979115" y="515722"/>
                </a:cubicBezTo>
                <a:cubicBezTo>
                  <a:pt x="2970987" y="503937"/>
                  <a:pt x="2966720" y="486055"/>
                  <a:pt x="2966313" y="462077"/>
                </a:cubicBezTo>
                <a:lnTo>
                  <a:pt x="3038247" y="462077"/>
                </a:lnTo>
                <a:cubicBezTo>
                  <a:pt x="3038247" y="484023"/>
                  <a:pt x="3047593" y="494996"/>
                  <a:pt x="3066288" y="494996"/>
                </a:cubicBezTo>
                <a:cubicBezTo>
                  <a:pt x="3085795" y="494996"/>
                  <a:pt x="3095549" y="482601"/>
                  <a:pt x="3095549" y="457810"/>
                </a:cubicBezTo>
                <a:lnTo>
                  <a:pt x="3095549" y="409652"/>
                </a:lnTo>
                <a:cubicBezTo>
                  <a:pt x="3077261" y="429972"/>
                  <a:pt x="3056128" y="440132"/>
                  <a:pt x="3032151" y="440132"/>
                </a:cubicBezTo>
                <a:cubicBezTo>
                  <a:pt x="2987040" y="440132"/>
                  <a:pt x="2964485" y="414122"/>
                  <a:pt x="2964485" y="362103"/>
                </a:cubicBezTo>
                <a:lnTo>
                  <a:pt x="2964485" y="196901"/>
                </a:lnTo>
                <a:cubicBezTo>
                  <a:pt x="2964485" y="144476"/>
                  <a:pt x="2986431" y="118263"/>
                  <a:pt x="3030321" y="118263"/>
                </a:cubicBezTo>
                <a:close/>
                <a:moveTo>
                  <a:pt x="2225955" y="118263"/>
                </a:moveTo>
                <a:cubicBezTo>
                  <a:pt x="2248713" y="118263"/>
                  <a:pt x="2268423" y="128626"/>
                  <a:pt x="2285086" y="149353"/>
                </a:cubicBezTo>
                <a:cubicBezTo>
                  <a:pt x="2308251" y="128626"/>
                  <a:pt x="2332025" y="118263"/>
                  <a:pt x="2356409" y="118263"/>
                </a:cubicBezTo>
                <a:cubicBezTo>
                  <a:pt x="2374697" y="118263"/>
                  <a:pt x="2389734" y="124156"/>
                  <a:pt x="2401519" y="135941"/>
                </a:cubicBezTo>
                <a:cubicBezTo>
                  <a:pt x="2413305" y="147727"/>
                  <a:pt x="2419197" y="165405"/>
                  <a:pt x="2419197" y="188977"/>
                </a:cubicBezTo>
                <a:lnTo>
                  <a:pt x="2419197" y="436474"/>
                </a:lnTo>
                <a:lnTo>
                  <a:pt x="2346655" y="436474"/>
                </a:lnTo>
                <a:lnTo>
                  <a:pt x="2346655" y="206045"/>
                </a:lnTo>
                <a:cubicBezTo>
                  <a:pt x="2346655" y="181661"/>
                  <a:pt x="2337918" y="169469"/>
                  <a:pt x="2320443" y="169469"/>
                </a:cubicBezTo>
                <a:cubicBezTo>
                  <a:pt x="2301342" y="169469"/>
                  <a:pt x="2291791" y="182678"/>
                  <a:pt x="2291791" y="209094"/>
                </a:cubicBezTo>
                <a:lnTo>
                  <a:pt x="2291791" y="436474"/>
                </a:lnTo>
                <a:lnTo>
                  <a:pt x="2219249" y="436474"/>
                </a:lnTo>
                <a:lnTo>
                  <a:pt x="2219249" y="207265"/>
                </a:lnTo>
                <a:cubicBezTo>
                  <a:pt x="2219249" y="181255"/>
                  <a:pt x="2210308" y="168250"/>
                  <a:pt x="2192427" y="168250"/>
                </a:cubicBezTo>
                <a:cubicBezTo>
                  <a:pt x="2173732" y="168250"/>
                  <a:pt x="2164385" y="180645"/>
                  <a:pt x="2164385" y="205436"/>
                </a:cubicBezTo>
                <a:lnTo>
                  <a:pt x="2164385" y="436474"/>
                </a:lnTo>
                <a:lnTo>
                  <a:pt x="2091843" y="436474"/>
                </a:lnTo>
                <a:lnTo>
                  <a:pt x="2091843" y="124359"/>
                </a:lnTo>
                <a:lnTo>
                  <a:pt x="2164995" y="124359"/>
                </a:lnTo>
                <a:lnTo>
                  <a:pt x="2164995" y="145085"/>
                </a:lnTo>
                <a:cubicBezTo>
                  <a:pt x="2185721" y="127204"/>
                  <a:pt x="2206041" y="118263"/>
                  <a:pt x="2225955" y="118263"/>
                </a:cubicBezTo>
                <a:close/>
                <a:moveTo>
                  <a:pt x="388849" y="118263"/>
                </a:moveTo>
                <a:cubicBezTo>
                  <a:pt x="409982" y="118263"/>
                  <a:pt x="426644" y="125172"/>
                  <a:pt x="438836" y="138989"/>
                </a:cubicBezTo>
                <a:cubicBezTo>
                  <a:pt x="448590" y="150369"/>
                  <a:pt x="453466" y="168250"/>
                  <a:pt x="453466" y="192634"/>
                </a:cubicBezTo>
                <a:lnTo>
                  <a:pt x="453466" y="436474"/>
                </a:lnTo>
                <a:lnTo>
                  <a:pt x="382143" y="436474"/>
                </a:lnTo>
                <a:lnTo>
                  <a:pt x="382143" y="207265"/>
                </a:lnTo>
                <a:cubicBezTo>
                  <a:pt x="382143" y="182068"/>
                  <a:pt x="373609" y="169469"/>
                  <a:pt x="356540" y="169469"/>
                </a:cubicBezTo>
                <a:cubicBezTo>
                  <a:pt x="336220" y="169469"/>
                  <a:pt x="326060" y="183490"/>
                  <a:pt x="326060" y="211532"/>
                </a:cubicBezTo>
                <a:lnTo>
                  <a:pt x="326060" y="436474"/>
                </a:lnTo>
                <a:lnTo>
                  <a:pt x="253518" y="436474"/>
                </a:lnTo>
                <a:lnTo>
                  <a:pt x="253518" y="124359"/>
                </a:lnTo>
                <a:lnTo>
                  <a:pt x="327279" y="124359"/>
                </a:lnTo>
                <a:lnTo>
                  <a:pt x="326060" y="147524"/>
                </a:lnTo>
                <a:cubicBezTo>
                  <a:pt x="346380" y="128016"/>
                  <a:pt x="367310" y="118263"/>
                  <a:pt x="388849" y="118263"/>
                </a:cubicBezTo>
                <a:close/>
                <a:moveTo>
                  <a:pt x="1644625" y="117654"/>
                </a:moveTo>
                <a:cubicBezTo>
                  <a:pt x="1676730" y="117654"/>
                  <a:pt x="1701927" y="126798"/>
                  <a:pt x="1720215" y="145085"/>
                </a:cubicBezTo>
                <a:cubicBezTo>
                  <a:pt x="1734439" y="159310"/>
                  <a:pt x="1741551" y="180036"/>
                  <a:pt x="1741551" y="207265"/>
                </a:cubicBezTo>
                <a:lnTo>
                  <a:pt x="1741551" y="296266"/>
                </a:lnTo>
                <a:lnTo>
                  <a:pt x="1617193" y="296266"/>
                </a:lnTo>
                <a:lnTo>
                  <a:pt x="1617193" y="347473"/>
                </a:lnTo>
                <a:cubicBezTo>
                  <a:pt x="1617193" y="373076"/>
                  <a:pt x="1626133" y="385877"/>
                  <a:pt x="1644015" y="385877"/>
                </a:cubicBezTo>
                <a:cubicBezTo>
                  <a:pt x="1652549" y="385877"/>
                  <a:pt x="1658950" y="383033"/>
                  <a:pt x="1663217" y="377343"/>
                </a:cubicBezTo>
                <a:cubicBezTo>
                  <a:pt x="1667485" y="371653"/>
                  <a:pt x="1669618" y="357023"/>
                  <a:pt x="1669618" y="333452"/>
                </a:cubicBezTo>
                <a:lnTo>
                  <a:pt x="1740332" y="333452"/>
                </a:lnTo>
                <a:lnTo>
                  <a:pt x="1740332" y="358445"/>
                </a:lnTo>
                <a:cubicBezTo>
                  <a:pt x="1740332" y="414529"/>
                  <a:pt x="1708633" y="442570"/>
                  <a:pt x="1645234" y="442570"/>
                </a:cubicBezTo>
                <a:cubicBezTo>
                  <a:pt x="1578585" y="442570"/>
                  <a:pt x="1545260" y="409245"/>
                  <a:pt x="1545260" y="342596"/>
                </a:cubicBezTo>
                <a:lnTo>
                  <a:pt x="1545260" y="210922"/>
                </a:lnTo>
                <a:cubicBezTo>
                  <a:pt x="1545260" y="176378"/>
                  <a:pt x="1556436" y="151385"/>
                  <a:pt x="1578788" y="135941"/>
                </a:cubicBezTo>
                <a:cubicBezTo>
                  <a:pt x="1596263" y="123750"/>
                  <a:pt x="1618209" y="117654"/>
                  <a:pt x="1644625" y="117654"/>
                </a:cubicBezTo>
                <a:close/>
                <a:moveTo>
                  <a:pt x="606400" y="117654"/>
                </a:moveTo>
                <a:cubicBezTo>
                  <a:pt x="638505" y="117654"/>
                  <a:pt x="663702" y="126798"/>
                  <a:pt x="681990" y="145085"/>
                </a:cubicBezTo>
                <a:cubicBezTo>
                  <a:pt x="696214" y="159310"/>
                  <a:pt x="703326" y="180036"/>
                  <a:pt x="703326" y="207265"/>
                </a:cubicBezTo>
                <a:lnTo>
                  <a:pt x="703326" y="296266"/>
                </a:lnTo>
                <a:lnTo>
                  <a:pt x="578968" y="296266"/>
                </a:lnTo>
                <a:lnTo>
                  <a:pt x="578968" y="347473"/>
                </a:lnTo>
                <a:cubicBezTo>
                  <a:pt x="578968" y="373076"/>
                  <a:pt x="587909" y="385877"/>
                  <a:pt x="605790" y="385877"/>
                </a:cubicBezTo>
                <a:cubicBezTo>
                  <a:pt x="614325" y="385877"/>
                  <a:pt x="620725" y="383033"/>
                  <a:pt x="624993" y="377343"/>
                </a:cubicBezTo>
                <a:cubicBezTo>
                  <a:pt x="629260" y="371653"/>
                  <a:pt x="631393" y="357023"/>
                  <a:pt x="631393" y="333452"/>
                </a:cubicBezTo>
                <a:lnTo>
                  <a:pt x="702107" y="333452"/>
                </a:lnTo>
                <a:lnTo>
                  <a:pt x="702107" y="358445"/>
                </a:lnTo>
                <a:cubicBezTo>
                  <a:pt x="702107" y="414529"/>
                  <a:pt x="670408" y="442570"/>
                  <a:pt x="607009" y="442570"/>
                </a:cubicBezTo>
                <a:cubicBezTo>
                  <a:pt x="540360" y="442570"/>
                  <a:pt x="507035" y="409245"/>
                  <a:pt x="507035" y="342596"/>
                </a:cubicBezTo>
                <a:lnTo>
                  <a:pt x="507035" y="210922"/>
                </a:lnTo>
                <a:cubicBezTo>
                  <a:pt x="507035" y="176378"/>
                  <a:pt x="518211" y="151385"/>
                  <a:pt x="540563" y="135941"/>
                </a:cubicBezTo>
                <a:cubicBezTo>
                  <a:pt x="558038" y="123750"/>
                  <a:pt x="579984" y="117654"/>
                  <a:pt x="606400" y="117654"/>
                </a:cubicBezTo>
                <a:close/>
                <a:moveTo>
                  <a:pt x="2720493" y="6097"/>
                </a:moveTo>
                <a:lnTo>
                  <a:pt x="2793645" y="6097"/>
                </a:lnTo>
                <a:lnTo>
                  <a:pt x="2793645" y="436474"/>
                </a:lnTo>
                <a:lnTo>
                  <a:pt x="2720493" y="436474"/>
                </a:lnTo>
                <a:close/>
                <a:moveTo>
                  <a:pt x="2472843" y="6097"/>
                </a:moveTo>
                <a:lnTo>
                  <a:pt x="2545995" y="6097"/>
                </a:lnTo>
                <a:lnTo>
                  <a:pt x="2545995" y="436474"/>
                </a:lnTo>
                <a:lnTo>
                  <a:pt x="2472843" y="436474"/>
                </a:lnTo>
                <a:close/>
                <a:moveTo>
                  <a:pt x="3225317" y="5487"/>
                </a:moveTo>
                <a:lnTo>
                  <a:pt x="3297860" y="5487"/>
                </a:lnTo>
                <a:lnTo>
                  <a:pt x="3297860" y="79248"/>
                </a:lnTo>
                <a:lnTo>
                  <a:pt x="3225317" y="79248"/>
                </a:lnTo>
                <a:close/>
                <a:moveTo>
                  <a:pt x="2844317" y="5487"/>
                </a:moveTo>
                <a:lnTo>
                  <a:pt x="2916860" y="5487"/>
                </a:lnTo>
                <a:lnTo>
                  <a:pt x="2916860" y="79248"/>
                </a:lnTo>
                <a:lnTo>
                  <a:pt x="2844317" y="79248"/>
                </a:lnTo>
                <a:close/>
                <a:moveTo>
                  <a:pt x="2596667" y="5487"/>
                </a:moveTo>
                <a:lnTo>
                  <a:pt x="2669210" y="5487"/>
                </a:lnTo>
                <a:lnTo>
                  <a:pt x="2669210" y="79248"/>
                </a:lnTo>
                <a:lnTo>
                  <a:pt x="2596667" y="79248"/>
                </a:lnTo>
                <a:close/>
                <a:moveTo>
                  <a:pt x="1968017" y="5487"/>
                </a:moveTo>
                <a:lnTo>
                  <a:pt x="2040560" y="5487"/>
                </a:lnTo>
                <a:lnTo>
                  <a:pt x="2040560" y="79248"/>
                </a:lnTo>
                <a:lnTo>
                  <a:pt x="1968017" y="79248"/>
                </a:lnTo>
                <a:close/>
                <a:moveTo>
                  <a:pt x="1053617" y="5487"/>
                </a:moveTo>
                <a:lnTo>
                  <a:pt x="1126160" y="5487"/>
                </a:lnTo>
                <a:lnTo>
                  <a:pt x="1126160" y="79248"/>
                </a:lnTo>
                <a:lnTo>
                  <a:pt x="1053617" y="79248"/>
                </a:lnTo>
                <a:close/>
                <a:moveTo>
                  <a:pt x="930402" y="5487"/>
                </a:moveTo>
                <a:lnTo>
                  <a:pt x="1002944" y="5487"/>
                </a:lnTo>
                <a:lnTo>
                  <a:pt x="1002944" y="78639"/>
                </a:lnTo>
                <a:lnTo>
                  <a:pt x="930402" y="78639"/>
                </a:lnTo>
                <a:close/>
                <a:moveTo>
                  <a:pt x="0" y="5487"/>
                </a:moveTo>
                <a:lnTo>
                  <a:pt x="208483" y="5487"/>
                </a:lnTo>
                <a:lnTo>
                  <a:pt x="208483" y="71324"/>
                </a:lnTo>
                <a:lnTo>
                  <a:pt x="79248" y="71324"/>
                </a:lnTo>
                <a:lnTo>
                  <a:pt x="79248" y="172517"/>
                </a:lnTo>
                <a:lnTo>
                  <a:pt x="200559" y="172517"/>
                </a:lnTo>
                <a:lnTo>
                  <a:pt x="200559" y="237745"/>
                </a:lnTo>
                <a:lnTo>
                  <a:pt x="79248" y="237745"/>
                </a:lnTo>
                <a:lnTo>
                  <a:pt x="79248" y="370028"/>
                </a:lnTo>
                <a:lnTo>
                  <a:pt x="213970" y="370028"/>
                </a:lnTo>
                <a:lnTo>
                  <a:pt x="213970" y="436474"/>
                </a:lnTo>
                <a:lnTo>
                  <a:pt x="0" y="436474"/>
                </a:lnTo>
                <a:close/>
                <a:moveTo>
                  <a:pt x="2981554" y="0"/>
                </a:moveTo>
                <a:lnTo>
                  <a:pt x="3030321" y="0"/>
                </a:lnTo>
                <a:cubicBezTo>
                  <a:pt x="3038043" y="20320"/>
                  <a:pt x="3051861" y="30480"/>
                  <a:pt x="3071775" y="30480"/>
                </a:cubicBezTo>
                <a:cubicBezTo>
                  <a:pt x="3091688" y="30480"/>
                  <a:pt x="3104693" y="20320"/>
                  <a:pt x="3110789" y="0"/>
                </a:cubicBezTo>
                <a:lnTo>
                  <a:pt x="3157728" y="0"/>
                </a:lnTo>
                <a:cubicBezTo>
                  <a:pt x="3146349" y="52833"/>
                  <a:pt x="3117291" y="79248"/>
                  <a:pt x="3070555" y="79248"/>
                </a:cubicBezTo>
                <a:cubicBezTo>
                  <a:pt x="3022600" y="79248"/>
                  <a:pt x="2992933" y="52833"/>
                  <a:pt x="298155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C58E8C0A-7FC2-BD83-7543-7A68EB97099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7CE82EAB-512B-8C1F-5130-35023AC0155B}"/>
              </a:ext>
            </a:extLst>
          </p:cNvPr>
          <p:cNvSpPr txBox="1"/>
          <p:nvPr userDrawn="1"/>
        </p:nvSpPr>
        <p:spPr>
          <a:xfrm>
            <a:off x="7719272" y="2526191"/>
            <a:ext cx="3183102" cy="541324"/>
          </a:xfrm>
          <a:custGeom>
            <a:avLst/>
            <a:gdLst>
              <a:gd name="connsiteX0" fmla="*/ 3096539 w 3183102"/>
              <a:gd name="connsiteY0" fmla="*/ 273100 h 541324"/>
              <a:gd name="connsiteX1" fmla="*/ 3061182 w 3183102"/>
              <a:gd name="connsiteY1" fmla="*/ 296265 h 541324"/>
              <a:gd name="connsiteX2" fmla="*/ 3047771 w 3183102"/>
              <a:gd name="connsiteY2" fmla="*/ 313334 h 541324"/>
              <a:gd name="connsiteX3" fmla="*/ 3044723 w 3183102"/>
              <a:gd name="connsiteY3" fmla="*/ 348081 h 541324"/>
              <a:gd name="connsiteX4" fmla="*/ 3061792 w 3183102"/>
              <a:gd name="connsiteY4" fmla="*/ 382219 h 541324"/>
              <a:gd name="connsiteX5" fmla="*/ 3096539 w 3183102"/>
              <a:gd name="connsiteY5" fmla="*/ 364540 h 541324"/>
              <a:gd name="connsiteX6" fmla="*/ 2210714 w 3183102"/>
              <a:gd name="connsiteY6" fmla="*/ 273100 h 541324"/>
              <a:gd name="connsiteX7" fmla="*/ 2175357 w 3183102"/>
              <a:gd name="connsiteY7" fmla="*/ 296265 h 541324"/>
              <a:gd name="connsiteX8" fmla="*/ 2161946 w 3183102"/>
              <a:gd name="connsiteY8" fmla="*/ 313334 h 541324"/>
              <a:gd name="connsiteX9" fmla="*/ 2158898 w 3183102"/>
              <a:gd name="connsiteY9" fmla="*/ 348081 h 541324"/>
              <a:gd name="connsiteX10" fmla="*/ 2175967 w 3183102"/>
              <a:gd name="connsiteY10" fmla="*/ 382219 h 541324"/>
              <a:gd name="connsiteX11" fmla="*/ 2210714 w 3183102"/>
              <a:gd name="connsiteY11" fmla="*/ 364540 h 541324"/>
              <a:gd name="connsiteX12" fmla="*/ 1848764 w 3183102"/>
              <a:gd name="connsiteY12" fmla="*/ 273100 h 541324"/>
              <a:gd name="connsiteX13" fmla="*/ 1813407 w 3183102"/>
              <a:gd name="connsiteY13" fmla="*/ 296265 h 541324"/>
              <a:gd name="connsiteX14" fmla="*/ 1799996 w 3183102"/>
              <a:gd name="connsiteY14" fmla="*/ 313334 h 541324"/>
              <a:gd name="connsiteX15" fmla="*/ 1796948 w 3183102"/>
              <a:gd name="connsiteY15" fmla="*/ 348081 h 541324"/>
              <a:gd name="connsiteX16" fmla="*/ 1814017 w 3183102"/>
              <a:gd name="connsiteY16" fmla="*/ 382219 h 541324"/>
              <a:gd name="connsiteX17" fmla="*/ 1848764 w 3183102"/>
              <a:gd name="connsiteY17" fmla="*/ 364540 h 541324"/>
              <a:gd name="connsiteX18" fmla="*/ 1229639 w 3183102"/>
              <a:gd name="connsiteY18" fmla="*/ 273100 h 541324"/>
              <a:gd name="connsiteX19" fmla="*/ 1194282 w 3183102"/>
              <a:gd name="connsiteY19" fmla="*/ 296265 h 541324"/>
              <a:gd name="connsiteX20" fmla="*/ 1180871 w 3183102"/>
              <a:gd name="connsiteY20" fmla="*/ 313334 h 541324"/>
              <a:gd name="connsiteX21" fmla="*/ 1177823 w 3183102"/>
              <a:gd name="connsiteY21" fmla="*/ 348081 h 541324"/>
              <a:gd name="connsiteX22" fmla="*/ 1194892 w 3183102"/>
              <a:gd name="connsiteY22" fmla="*/ 382219 h 541324"/>
              <a:gd name="connsiteX23" fmla="*/ 1229639 w 3183102"/>
              <a:gd name="connsiteY23" fmla="*/ 364540 h 541324"/>
              <a:gd name="connsiteX24" fmla="*/ 573786 w 3183102"/>
              <a:gd name="connsiteY24" fmla="*/ 167030 h 541324"/>
              <a:gd name="connsiteX25" fmla="*/ 544525 w 3183102"/>
              <a:gd name="connsiteY25" fmla="*/ 204216 h 541324"/>
              <a:gd name="connsiteX26" fmla="*/ 544525 w 3183102"/>
              <a:gd name="connsiteY26" fmla="*/ 343814 h 541324"/>
              <a:gd name="connsiteX27" fmla="*/ 573176 w 3183102"/>
              <a:gd name="connsiteY27" fmla="*/ 378561 h 541324"/>
              <a:gd name="connsiteX28" fmla="*/ 603047 w 3183102"/>
              <a:gd name="connsiteY28" fmla="*/ 343204 h 541324"/>
              <a:gd name="connsiteX29" fmla="*/ 603047 w 3183102"/>
              <a:gd name="connsiteY29" fmla="*/ 205435 h 541324"/>
              <a:gd name="connsiteX30" fmla="*/ 573786 w 3183102"/>
              <a:gd name="connsiteY30" fmla="*/ 167030 h 541324"/>
              <a:gd name="connsiteX31" fmla="*/ 2612212 w 3183102"/>
              <a:gd name="connsiteY31" fmla="*/ 118262 h 541324"/>
              <a:gd name="connsiteX32" fmla="*/ 2684145 w 3183102"/>
              <a:gd name="connsiteY32" fmla="*/ 118262 h 541324"/>
              <a:gd name="connsiteX33" fmla="*/ 2724378 w 3183102"/>
              <a:gd name="connsiteY33" fmla="*/ 318820 h 541324"/>
              <a:gd name="connsiteX34" fmla="*/ 2755468 w 3183102"/>
              <a:gd name="connsiteY34" fmla="*/ 118262 h 541324"/>
              <a:gd name="connsiteX35" fmla="*/ 2826791 w 3183102"/>
              <a:gd name="connsiteY35" fmla="*/ 118262 h 541324"/>
              <a:gd name="connsiteX36" fmla="*/ 2755468 w 3183102"/>
              <a:gd name="connsiteY36" fmla="*/ 452323 h 541324"/>
              <a:gd name="connsiteX37" fmla="*/ 2728646 w 3183102"/>
              <a:gd name="connsiteY37" fmla="*/ 518769 h 541324"/>
              <a:gd name="connsiteX38" fmla="*/ 2669514 w 3183102"/>
              <a:gd name="connsiteY38" fmla="*/ 538276 h 541324"/>
              <a:gd name="connsiteX39" fmla="*/ 2621356 w 3183102"/>
              <a:gd name="connsiteY39" fmla="*/ 532790 h 541324"/>
              <a:gd name="connsiteX40" fmla="*/ 2631719 w 3183102"/>
              <a:gd name="connsiteY40" fmla="*/ 475488 h 541324"/>
              <a:gd name="connsiteX41" fmla="*/ 2660370 w 3183102"/>
              <a:gd name="connsiteY41" fmla="*/ 479755 h 541324"/>
              <a:gd name="connsiteX42" fmla="*/ 2688412 w 3183102"/>
              <a:gd name="connsiteY42" fmla="*/ 455980 h 541324"/>
              <a:gd name="connsiteX43" fmla="*/ 2693289 w 3183102"/>
              <a:gd name="connsiteY43" fmla="*/ 430377 h 541324"/>
              <a:gd name="connsiteX44" fmla="*/ 2514600 w 3183102"/>
              <a:gd name="connsiteY44" fmla="*/ 118262 h 541324"/>
              <a:gd name="connsiteX45" fmla="*/ 2587752 w 3183102"/>
              <a:gd name="connsiteY45" fmla="*/ 118262 h 541324"/>
              <a:gd name="connsiteX46" fmla="*/ 2587752 w 3183102"/>
              <a:gd name="connsiteY46" fmla="*/ 430377 h 541324"/>
              <a:gd name="connsiteX47" fmla="*/ 2514600 w 3183102"/>
              <a:gd name="connsiteY47" fmla="*/ 430377 h 541324"/>
              <a:gd name="connsiteX48" fmla="*/ 733424 w 3183102"/>
              <a:gd name="connsiteY48" fmla="*/ 118262 h 541324"/>
              <a:gd name="connsiteX49" fmla="*/ 805967 w 3183102"/>
              <a:gd name="connsiteY49" fmla="*/ 118262 h 541324"/>
              <a:gd name="connsiteX50" fmla="*/ 805967 w 3183102"/>
              <a:gd name="connsiteY50" fmla="*/ 343204 h 541324"/>
              <a:gd name="connsiteX51" fmla="*/ 832789 w 3183102"/>
              <a:gd name="connsiteY51" fmla="*/ 380390 h 541324"/>
              <a:gd name="connsiteX52" fmla="*/ 860831 w 3183102"/>
              <a:gd name="connsiteY52" fmla="*/ 338937 h 541324"/>
              <a:gd name="connsiteX53" fmla="*/ 860831 w 3183102"/>
              <a:gd name="connsiteY53" fmla="*/ 118262 h 541324"/>
              <a:gd name="connsiteX54" fmla="*/ 933983 w 3183102"/>
              <a:gd name="connsiteY54" fmla="*/ 118262 h 541324"/>
              <a:gd name="connsiteX55" fmla="*/ 933983 w 3183102"/>
              <a:gd name="connsiteY55" fmla="*/ 430377 h 541324"/>
              <a:gd name="connsiteX56" fmla="*/ 860831 w 3183102"/>
              <a:gd name="connsiteY56" fmla="*/ 430377 h 541324"/>
              <a:gd name="connsiteX57" fmla="*/ 860831 w 3183102"/>
              <a:gd name="connsiteY57" fmla="*/ 405384 h 541324"/>
              <a:gd name="connsiteX58" fmla="*/ 793775 w 3183102"/>
              <a:gd name="connsiteY58" fmla="*/ 435864 h 541324"/>
              <a:gd name="connsiteX59" fmla="*/ 735253 w 3183102"/>
              <a:gd name="connsiteY59" fmla="*/ 387705 h 541324"/>
              <a:gd name="connsiteX60" fmla="*/ 733424 w 3183102"/>
              <a:gd name="connsiteY60" fmla="*/ 353568 h 541324"/>
              <a:gd name="connsiteX61" fmla="*/ 230962 w 3183102"/>
              <a:gd name="connsiteY61" fmla="*/ 118262 h 541324"/>
              <a:gd name="connsiteX62" fmla="*/ 302895 w 3183102"/>
              <a:gd name="connsiteY62" fmla="*/ 118262 h 541324"/>
              <a:gd name="connsiteX63" fmla="*/ 343128 w 3183102"/>
              <a:gd name="connsiteY63" fmla="*/ 318820 h 541324"/>
              <a:gd name="connsiteX64" fmla="*/ 374218 w 3183102"/>
              <a:gd name="connsiteY64" fmla="*/ 118262 h 541324"/>
              <a:gd name="connsiteX65" fmla="*/ 445541 w 3183102"/>
              <a:gd name="connsiteY65" fmla="*/ 118262 h 541324"/>
              <a:gd name="connsiteX66" fmla="*/ 374218 w 3183102"/>
              <a:gd name="connsiteY66" fmla="*/ 452323 h 541324"/>
              <a:gd name="connsiteX67" fmla="*/ 347396 w 3183102"/>
              <a:gd name="connsiteY67" fmla="*/ 518769 h 541324"/>
              <a:gd name="connsiteX68" fmla="*/ 288264 w 3183102"/>
              <a:gd name="connsiteY68" fmla="*/ 538276 h 541324"/>
              <a:gd name="connsiteX69" fmla="*/ 240106 w 3183102"/>
              <a:gd name="connsiteY69" fmla="*/ 532790 h 541324"/>
              <a:gd name="connsiteX70" fmla="*/ 250469 w 3183102"/>
              <a:gd name="connsiteY70" fmla="*/ 475488 h 541324"/>
              <a:gd name="connsiteX71" fmla="*/ 279120 w 3183102"/>
              <a:gd name="connsiteY71" fmla="*/ 479755 h 541324"/>
              <a:gd name="connsiteX72" fmla="*/ 307162 w 3183102"/>
              <a:gd name="connsiteY72" fmla="*/ 455980 h 541324"/>
              <a:gd name="connsiteX73" fmla="*/ 312039 w 3183102"/>
              <a:gd name="connsiteY73" fmla="*/ 430377 h 541324"/>
              <a:gd name="connsiteX74" fmla="*/ 0 w 3183102"/>
              <a:gd name="connsiteY74" fmla="*/ 118262 h 541324"/>
              <a:gd name="connsiteX75" fmla="*/ 72542 w 3183102"/>
              <a:gd name="connsiteY75" fmla="*/ 118262 h 541324"/>
              <a:gd name="connsiteX76" fmla="*/ 72542 w 3183102"/>
              <a:gd name="connsiteY76" fmla="*/ 343204 h 541324"/>
              <a:gd name="connsiteX77" fmla="*/ 99364 w 3183102"/>
              <a:gd name="connsiteY77" fmla="*/ 380390 h 541324"/>
              <a:gd name="connsiteX78" fmla="*/ 127406 w 3183102"/>
              <a:gd name="connsiteY78" fmla="*/ 338937 h 541324"/>
              <a:gd name="connsiteX79" fmla="*/ 127406 w 3183102"/>
              <a:gd name="connsiteY79" fmla="*/ 118262 h 541324"/>
              <a:gd name="connsiteX80" fmla="*/ 200558 w 3183102"/>
              <a:gd name="connsiteY80" fmla="*/ 118262 h 541324"/>
              <a:gd name="connsiteX81" fmla="*/ 200558 w 3183102"/>
              <a:gd name="connsiteY81" fmla="*/ 430377 h 541324"/>
              <a:gd name="connsiteX82" fmla="*/ 127406 w 3183102"/>
              <a:gd name="connsiteY82" fmla="*/ 430377 h 541324"/>
              <a:gd name="connsiteX83" fmla="*/ 127406 w 3183102"/>
              <a:gd name="connsiteY83" fmla="*/ 405384 h 541324"/>
              <a:gd name="connsiteX84" fmla="*/ 60350 w 3183102"/>
              <a:gd name="connsiteY84" fmla="*/ 435864 h 541324"/>
              <a:gd name="connsiteX85" fmla="*/ 1828 w 3183102"/>
              <a:gd name="connsiteY85" fmla="*/ 387705 h 541324"/>
              <a:gd name="connsiteX86" fmla="*/ 0 w 3183102"/>
              <a:gd name="connsiteY86" fmla="*/ 353568 h 541324"/>
              <a:gd name="connsiteX87" fmla="*/ 2476881 w 3183102"/>
              <a:gd name="connsiteY87" fmla="*/ 112776 h 541324"/>
              <a:gd name="connsiteX88" fmla="*/ 2476881 w 3183102"/>
              <a:gd name="connsiteY88" fmla="*/ 184708 h 541324"/>
              <a:gd name="connsiteX89" fmla="*/ 2452497 w 3183102"/>
              <a:gd name="connsiteY89" fmla="*/ 179832 h 541324"/>
              <a:gd name="connsiteX90" fmla="*/ 2411654 w 3183102"/>
              <a:gd name="connsiteY90" fmla="*/ 204216 h 541324"/>
              <a:gd name="connsiteX91" fmla="*/ 2405557 w 3183102"/>
              <a:gd name="connsiteY91" fmla="*/ 246888 h 541324"/>
              <a:gd name="connsiteX92" fmla="*/ 2405557 w 3183102"/>
              <a:gd name="connsiteY92" fmla="*/ 430377 h 541324"/>
              <a:gd name="connsiteX93" fmla="*/ 2333624 w 3183102"/>
              <a:gd name="connsiteY93" fmla="*/ 430377 h 541324"/>
              <a:gd name="connsiteX94" fmla="*/ 2333624 w 3183102"/>
              <a:gd name="connsiteY94" fmla="*/ 118262 h 541324"/>
              <a:gd name="connsiteX95" fmla="*/ 2406167 w 3183102"/>
              <a:gd name="connsiteY95" fmla="*/ 118262 h 541324"/>
              <a:gd name="connsiteX96" fmla="*/ 2405557 w 3183102"/>
              <a:gd name="connsiteY96" fmla="*/ 157886 h 541324"/>
              <a:gd name="connsiteX97" fmla="*/ 2476881 w 3183102"/>
              <a:gd name="connsiteY97" fmla="*/ 112776 h 541324"/>
              <a:gd name="connsiteX98" fmla="*/ 1486662 w 3183102"/>
              <a:gd name="connsiteY98" fmla="*/ 112166 h 541324"/>
              <a:gd name="connsiteX99" fmla="*/ 1545793 w 3183102"/>
              <a:gd name="connsiteY99" fmla="*/ 143256 h 541324"/>
              <a:gd name="connsiteX100" fmla="*/ 1617116 w 3183102"/>
              <a:gd name="connsiteY100" fmla="*/ 112166 h 541324"/>
              <a:gd name="connsiteX101" fmla="*/ 1662226 w 3183102"/>
              <a:gd name="connsiteY101" fmla="*/ 129844 h 541324"/>
              <a:gd name="connsiteX102" fmla="*/ 1679905 w 3183102"/>
              <a:gd name="connsiteY102" fmla="*/ 182880 h 541324"/>
              <a:gd name="connsiteX103" fmla="*/ 1679905 w 3183102"/>
              <a:gd name="connsiteY103" fmla="*/ 430377 h 541324"/>
              <a:gd name="connsiteX104" fmla="*/ 1607362 w 3183102"/>
              <a:gd name="connsiteY104" fmla="*/ 430377 h 541324"/>
              <a:gd name="connsiteX105" fmla="*/ 1607362 w 3183102"/>
              <a:gd name="connsiteY105" fmla="*/ 199948 h 541324"/>
              <a:gd name="connsiteX106" fmla="*/ 1581150 w 3183102"/>
              <a:gd name="connsiteY106" fmla="*/ 163372 h 541324"/>
              <a:gd name="connsiteX107" fmla="*/ 1552498 w 3183102"/>
              <a:gd name="connsiteY107" fmla="*/ 202996 h 541324"/>
              <a:gd name="connsiteX108" fmla="*/ 1552498 w 3183102"/>
              <a:gd name="connsiteY108" fmla="*/ 430377 h 541324"/>
              <a:gd name="connsiteX109" fmla="*/ 1479956 w 3183102"/>
              <a:gd name="connsiteY109" fmla="*/ 430377 h 541324"/>
              <a:gd name="connsiteX110" fmla="*/ 1479956 w 3183102"/>
              <a:gd name="connsiteY110" fmla="*/ 201168 h 541324"/>
              <a:gd name="connsiteX111" fmla="*/ 1453134 w 3183102"/>
              <a:gd name="connsiteY111" fmla="*/ 162153 h 541324"/>
              <a:gd name="connsiteX112" fmla="*/ 1425092 w 3183102"/>
              <a:gd name="connsiteY112" fmla="*/ 199339 h 541324"/>
              <a:gd name="connsiteX113" fmla="*/ 1425092 w 3183102"/>
              <a:gd name="connsiteY113" fmla="*/ 430377 h 541324"/>
              <a:gd name="connsiteX114" fmla="*/ 1352550 w 3183102"/>
              <a:gd name="connsiteY114" fmla="*/ 430377 h 541324"/>
              <a:gd name="connsiteX115" fmla="*/ 1352550 w 3183102"/>
              <a:gd name="connsiteY115" fmla="*/ 118262 h 541324"/>
              <a:gd name="connsiteX116" fmla="*/ 1425702 w 3183102"/>
              <a:gd name="connsiteY116" fmla="*/ 118262 h 541324"/>
              <a:gd name="connsiteX117" fmla="*/ 1425702 w 3183102"/>
              <a:gd name="connsiteY117" fmla="*/ 138988 h 541324"/>
              <a:gd name="connsiteX118" fmla="*/ 1486662 w 3183102"/>
              <a:gd name="connsiteY118" fmla="*/ 112166 h 541324"/>
              <a:gd name="connsiteX119" fmla="*/ 538429 w 3183102"/>
              <a:gd name="connsiteY119" fmla="*/ 112166 h 541324"/>
              <a:gd name="connsiteX120" fmla="*/ 603656 w 3183102"/>
              <a:gd name="connsiteY120" fmla="*/ 143256 h 541324"/>
              <a:gd name="connsiteX121" fmla="*/ 603656 w 3183102"/>
              <a:gd name="connsiteY121" fmla="*/ 118262 h 541324"/>
              <a:gd name="connsiteX122" fmla="*/ 676198 w 3183102"/>
              <a:gd name="connsiteY122" fmla="*/ 118262 h 541324"/>
              <a:gd name="connsiteX123" fmla="*/ 676198 w 3183102"/>
              <a:gd name="connsiteY123" fmla="*/ 441350 h 541324"/>
              <a:gd name="connsiteX124" fmla="*/ 662787 w 3183102"/>
              <a:gd name="connsiteY124" fmla="*/ 503529 h 541324"/>
              <a:gd name="connsiteX125" fmla="*/ 570738 w 3183102"/>
              <a:gd name="connsiteY125" fmla="*/ 541324 h 541324"/>
              <a:gd name="connsiteX126" fmla="*/ 487222 w 3183102"/>
              <a:gd name="connsiteY126" fmla="*/ 509625 h 541324"/>
              <a:gd name="connsiteX127" fmla="*/ 474421 w 3183102"/>
              <a:gd name="connsiteY127" fmla="*/ 455980 h 541324"/>
              <a:gd name="connsiteX128" fmla="*/ 546354 w 3183102"/>
              <a:gd name="connsiteY128" fmla="*/ 455980 h 541324"/>
              <a:gd name="connsiteX129" fmla="*/ 574395 w 3183102"/>
              <a:gd name="connsiteY129" fmla="*/ 488899 h 541324"/>
              <a:gd name="connsiteX130" fmla="*/ 603656 w 3183102"/>
              <a:gd name="connsiteY130" fmla="*/ 451713 h 541324"/>
              <a:gd name="connsiteX131" fmla="*/ 603656 w 3183102"/>
              <a:gd name="connsiteY131" fmla="*/ 403555 h 541324"/>
              <a:gd name="connsiteX132" fmla="*/ 540258 w 3183102"/>
              <a:gd name="connsiteY132" fmla="*/ 434035 h 541324"/>
              <a:gd name="connsiteX133" fmla="*/ 472592 w 3183102"/>
              <a:gd name="connsiteY133" fmla="*/ 356006 h 541324"/>
              <a:gd name="connsiteX134" fmla="*/ 472592 w 3183102"/>
              <a:gd name="connsiteY134" fmla="*/ 190804 h 541324"/>
              <a:gd name="connsiteX135" fmla="*/ 538429 w 3183102"/>
              <a:gd name="connsiteY135" fmla="*/ 112166 h 541324"/>
              <a:gd name="connsiteX136" fmla="*/ 3076422 w 3183102"/>
              <a:gd name="connsiteY136" fmla="*/ 111556 h 541324"/>
              <a:gd name="connsiteX137" fmla="*/ 3131896 w 3183102"/>
              <a:gd name="connsiteY137" fmla="*/ 123139 h 541324"/>
              <a:gd name="connsiteX138" fmla="*/ 3169082 w 3183102"/>
              <a:gd name="connsiteY138" fmla="*/ 180441 h 541324"/>
              <a:gd name="connsiteX139" fmla="*/ 3169082 w 3183102"/>
              <a:gd name="connsiteY139" fmla="*/ 354177 h 541324"/>
              <a:gd name="connsiteX140" fmla="*/ 3170910 w 3183102"/>
              <a:gd name="connsiteY140" fmla="*/ 404774 h 541324"/>
              <a:gd name="connsiteX141" fmla="*/ 3183102 w 3183102"/>
              <a:gd name="connsiteY141" fmla="*/ 430377 h 541324"/>
              <a:gd name="connsiteX142" fmla="*/ 3106902 w 3183102"/>
              <a:gd name="connsiteY142" fmla="*/ 430377 h 541324"/>
              <a:gd name="connsiteX143" fmla="*/ 3098368 w 3183102"/>
              <a:gd name="connsiteY143" fmla="*/ 402945 h 541324"/>
              <a:gd name="connsiteX144" fmla="*/ 3073374 w 3183102"/>
              <a:gd name="connsiteY144" fmla="*/ 426720 h 541324"/>
              <a:gd name="connsiteX145" fmla="*/ 3035579 w 3183102"/>
              <a:gd name="connsiteY145" fmla="*/ 437083 h 541324"/>
              <a:gd name="connsiteX146" fmla="*/ 2981934 w 3183102"/>
              <a:gd name="connsiteY146" fmla="*/ 405384 h 541324"/>
              <a:gd name="connsiteX147" fmla="*/ 2974009 w 3183102"/>
              <a:gd name="connsiteY147" fmla="*/ 351129 h 541324"/>
              <a:gd name="connsiteX148" fmla="*/ 2980106 w 3183102"/>
              <a:gd name="connsiteY148" fmla="*/ 290779 h 541324"/>
              <a:gd name="connsiteX149" fmla="*/ 3021558 w 3183102"/>
              <a:gd name="connsiteY149" fmla="*/ 254812 h 541324"/>
              <a:gd name="connsiteX150" fmla="*/ 3097148 w 3183102"/>
              <a:gd name="connsiteY150" fmla="*/ 217017 h 541324"/>
              <a:gd name="connsiteX151" fmla="*/ 3096539 w 3183102"/>
              <a:gd name="connsiteY151" fmla="*/ 182270 h 541324"/>
              <a:gd name="connsiteX152" fmla="*/ 3071546 w 3183102"/>
              <a:gd name="connsiteY152" fmla="*/ 161544 h 541324"/>
              <a:gd name="connsiteX153" fmla="*/ 3049600 w 3183102"/>
              <a:gd name="connsiteY153" fmla="*/ 173736 h 541324"/>
              <a:gd name="connsiteX154" fmla="*/ 3046552 w 3183102"/>
              <a:gd name="connsiteY154" fmla="*/ 214579 h 541324"/>
              <a:gd name="connsiteX155" fmla="*/ 2980106 w 3183102"/>
              <a:gd name="connsiteY155" fmla="*/ 214579 h 541324"/>
              <a:gd name="connsiteX156" fmla="*/ 2982544 w 3183102"/>
              <a:gd name="connsiteY156" fmla="*/ 163982 h 541324"/>
              <a:gd name="connsiteX157" fmla="*/ 2997174 w 3183102"/>
              <a:gd name="connsiteY157" fmla="*/ 135331 h 541324"/>
              <a:gd name="connsiteX158" fmla="*/ 3076422 w 3183102"/>
              <a:gd name="connsiteY158" fmla="*/ 111556 h 541324"/>
              <a:gd name="connsiteX159" fmla="*/ 2190597 w 3183102"/>
              <a:gd name="connsiteY159" fmla="*/ 111556 h 541324"/>
              <a:gd name="connsiteX160" fmla="*/ 2246071 w 3183102"/>
              <a:gd name="connsiteY160" fmla="*/ 123139 h 541324"/>
              <a:gd name="connsiteX161" fmla="*/ 2283256 w 3183102"/>
              <a:gd name="connsiteY161" fmla="*/ 180441 h 541324"/>
              <a:gd name="connsiteX162" fmla="*/ 2283256 w 3183102"/>
              <a:gd name="connsiteY162" fmla="*/ 354177 h 541324"/>
              <a:gd name="connsiteX163" fmla="*/ 2285085 w 3183102"/>
              <a:gd name="connsiteY163" fmla="*/ 404774 h 541324"/>
              <a:gd name="connsiteX164" fmla="*/ 2297277 w 3183102"/>
              <a:gd name="connsiteY164" fmla="*/ 430377 h 541324"/>
              <a:gd name="connsiteX165" fmla="*/ 2221077 w 3183102"/>
              <a:gd name="connsiteY165" fmla="*/ 430377 h 541324"/>
              <a:gd name="connsiteX166" fmla="*/ 2212543 w 3183102"/>
              <a:gd name="connsiteY166" fmla="*/ 402945 h 541324"/>
              <a:gd name="connsiteX167" fmla="*/ 2187549 w 3183102"/>
              <a:gd name="connsiteY167" fmla="*/ 426720 h 541324"/>
              <a:gd name="connsiteX168" fmla="*/ 2149754 w 3183102"/>
              <a:gd name="connsiteY168" fmla="*/ 437083 h 541324"/>
              <a:gd name="connsiteX169" fmla="*/ 2096109 w 3183102"/>
              <a:gd name="connsiteY169" fmla="*/ 405384 h 541324"/>
              <a:gd name="connsiteX170" fmla="*/ 2088184 w 3183102"/>
              <a:gd name="connsiteY170" fmla="*/ 351129 h 541324"/>
              <a:gd name="connsiteX171" fmla="*/ 2094280 w 3183102"/>
              <a:gd name="connsiteY171" fmla="*/ 290779 h 541324"/>
              <a:gd name="connsiteX172" fmla="*/ 2135733 w 3183102"/>
              <a:gd name="connsiteY172" fmla="*/ 254812 h 541324"/>
              <a:gd name="connsiteX173" fmla="*/ 2211324 w 3183102"/>
              <a:gd name="connsiteY173" fmla="*/ 217017 h 541324"/>
              <a:gd name="connsiteX174" fmla="*/ 2210714 w 3183102"/>
              <a:gd name="connsiteY174" fmla="*/ 182270 h 541324"/>
              <a:gd name="connsiteX175" fmla="*/ 2185720 w 3183102"/>
              <a:gd name="connsiteY175" fmla="*/ 161544 h 541324"/>
              <a:gd name="connsiteX176" fmla="*/ 2163775 w 3183102"/>
              <a:gd name="connsiteY176" fmla="*/ 173736 h 541324"/>
              <a:gd name="connsiteX177" fmla="*/ 2160727 w 3183102"/>
              <a:gd name="connsiteY177" fmla="*/ 214579 h 541324"/>
              <a:gd name="connsiteX178" fmla="*/ 2094280 w 3183102"/>
              <a:gd name="connsiteY178" fmla="*/ 214579 h 541324"/>
              <a:gd name="connsiteX179" fmla="*/ 2096719 w 3183102"/>
              <a:gd name="connsiteY179" fmla="*/ 163982 h 541324"/>
              <a:gd name="connsiteX180" fmla="*/ 2111349 w 3183102"/>
              <a:gd name="connsiteY180" fmla="*/ 135331 h 541324"/>
              <a:gd name="connsiteX181" fmla="*/ 2190597 w 3183102"/>
              <a:gd name="connsiteY181" fmla="*/ 111556 h 541324"/>
              <a:gd name="connsiteX182" fmla="*/ 1828647 w 3183102"/>
              <a:gd name="connsiteY182" fmla="*/ 111556 h 541324"/>
              <a:gd name="connsiteX183" fmla="*/ 1884121 w 3183102"/>
              <a:gd name="connsiteY183" fmla="*/ 123139 h 541324"/>
              <a:gd name="connsiteX184" fmla="*/ 1921306 w 3183102"/>
              <a:gd name="connsiteY184" fmla="*/ 180441 h 541324"/>
              <a:gd name="connsiteX185" fmla="*/ 1921306 w 3183102"/>
              <a:gd name="connsiteY185" fmla="*/ 354177 h 541324"/>
              <a:gd name="connsiteX186" fmla="*/ 1923135 w 3183102"/>
              <a:gd name="connsiteY186" fmla="*/ 404774 h 541324"/>
              <a:gd name="connsiteX187" fmla="*/ 1935327 w 3183102"/>
              <a:gd name="connsiteY187" fmla="*/ 430377 h 541324"/>
              <a:gd name="connsiteX188" fmla="*/ 1859127 w 3183102"/>
              <a:gd name="connsiteY188" fmla="*/ 430377 h 541324"/>
              <a:gd name="connsiteX189" fmla="*/ 1850593 w 3183102"/>
              <a:gd name="connsiteY189" fmla="*/ 402945 h 541324"/>
              <a:gd name="connsiteX190" fmla="*/ 1825599 w 3183102"/>
              <a:gd name="connsiteY190" fmla="*/ 426720 h 541324"/>
              <a:gd name="connsiteX191" fmla="*/ 1787804 w 3183102"/>
              <a:gd name="connsiteY191" fmla="*/ 437083 h 541324"/>
              <a:gd name="connsiteX192" fmla="*/ 1734159 w 3183102"/>
              <a:gd name="connsiteY192" fmla="*/ 405384 h 541324"/>
              <a:gd name="connsiteX193" fmla="*/ 1726234 w 3183102"/>
              <a:gd name="connsiteY193" fmla="*/ 351129 h 541324"/>
              <a:gd name="connsiteX194" fmla="*/ 1732330 w 3183102"/>
              <a:gd name="connsiteY194" fmla="*/ 290779 h 541324"/>
              <a:gd name="connsiteX195" fmla="*/ 1773783 w 3183102"/>
              <a:gd name="connsiteY195" fmla="*/ 254812 h 541324"/>
              <a:gd name="connsiteX196" fmla="*/ 1849374 w 3183102"/>
              <a:gd name="connsiteY196" fmla="*/ 217017 h 541324"/>
              <a:gd name="connsiteX197" fmla="*/ 1848764 w 3183102"/>
              <a:gd name="connsiteY197" fmla="*/ 182270 h 541324"/>
              <a:gd name="connsiteX198" fmla="*/ 1823770 w 3183102"/>
              <a:gd name="connsiteY198" fmla="*/ 161544 h 541324"/>
              <a:gd name="connsiteX199" fmla="*/ 1801825 w 3183102"/>
              <a:gd name="connsiteY199" fmla="*/ 173736 h 541324"/>
              <a:gd name="connsiteX200" fmla="*/ 1798777 w 3183102"/>
              <a:gd name="connsiteY200" fmla="*/ 214579 h 541324"/>
              <a:gd name="connsiteX201" fmla="*/ 1732330 w 3183102"/>
              <a:gd name="connsiteY201" fmla="*/ 214579 h 541324"/>
              <a:gd name="connsiteX202" fmla="*/ 1734769 w 3183102"/>
              <a:gd name="connsiteY202" fmla="*/ 163982 h 541324"/>
              <a:gd name="connsiteX203" fmla="*/ 1749399 w 3183102"/>
              <a:gd name="connsiteY203" fmla="*/ 135331 h 541324"/>
              <a:gd name="connsiteX204" fmla="*/ 1828647 w 3183102"/>
              <a:gd name="connsiteY204" fmla="*/ 111556 h 541324"/>
              <a:gd name="connsiteX205" fmla="*/ 1209522 w 3183102"/>
              <a:gd name="connsiteY205" fmla="*/ 111556 h 541324"/>
              <a:gd name="connsiteX206" fmla="*/ 1264996 w 3183102"/>
              <a:gd name="connsiteY206" fmla="*/ 123139 h 541324"/>
              <a:gd name="connsiteX207" fmla="*/ 1302181 w 3183102"/>
              <a:gd name="connsiteY207" fmla="*/ 180441 h 541324"/>
              <a:gd name="connsiteX208" fmla="*/ 1302181 w 3183102"/>
              <a:gd name="connsiteY208" fmla="*/ 354177 h 541324"/>
              <a:gd name="connsiteX209" fmla="*/ 1304010 w 3183102"/>
              <a:gd name="connsiteY209" fmla="*/ 404774 h 541324"/>
              <a:gd name="connsiteX210" fmla="*/ 1316202 w 3183102"/>
              <a:gd name="connsiteY210" fmla="*/ 430377 h 541324"/>
              <a:gd name="connsiteX211" fmla="*/ 1240002 w 3183102"/>
              <a:gd name="connsiteY211" fmla="*/ 430377 h 541324"/>
              <a:gd name="connsiteX212" fmla="*/ 1231468 w 3183102"/>
              <a:gd name="connsiteY212" fmla="*/ 402945 h 541324"/>
              <a:gd name="connsiteX213" fmla="*/ 1206474 w 3183102"/>
              <a:gd name="connsiteY213" fmla="*/ 426720 h 541324"/>
              <a:gd name="connsiteX214" fmla="*/ 1168679 w 3183102"/>
              <a:gd name="connsiteY214" fmla="*/ 437083 h 541324"/>
              <a:gd name="connsiteX215" fmla="*/ 1115034 w 3183102"/>
              <a:gd name="connsiteY215" fmla="*/ 405384 h 541324"/>
              <a:gd name="connsiteX216" fmla="*/ 1107109 w 3183102"/>
              <a:gd name="connsiteY216" fmla="*/ 351129 h 541324"/>
              <a:gd name="connsiteX217" fmla="*/ 1113205 w 3183102"/>
              <a:gd name="connsiteY217" fmla="*/ 290779 h 541324"/>
              <a:gd name="connsiteX218" fmla="*/ 1154658 w 3183102"/>
              <a:gd name="connsiteY218" fmla="*/ 254812 h 541324"/>
              <a:gd name="connsiteX219" fmla="*/ 1230249 w 3183102"/>
              <a:gd name="connsiteY219" fmla="*/ 217017 h 541324"/>
              <a:gd name="connsiteX220" fmla="*/ 1229639 w 3183102"/>
              <a:gd name="connsiteY220" fmla="*/ 182270 h 541324"/>
              <a:gd name="connsiteX221" fmla="*/ 1204645 w 3183102"/>
              <a:gd name="connsiteY221" fmla="*/ 161544 h 541324"/>
              <a:gd name="connsiteX222" fmla="*/ 1182700 w 3183102"/>
              <a:gd name="connsiteY222" fmla="*/ 173736 h 541324"/>
              <a:gd name="connsiteX223" fmla="*/ 1179652 w 3183102"/>
              <a:gd name="connsiteY223" fmla="*/ 214579 h 541324"/>
              <a:gd name="connsiteX224" fmla="*/ 1113205 w 3183102"/>
              <a:gd name="connsiteY224" fmla="*/ 214579 h 541324"/>
              <a:gd name="connsiteX225" fmla="*/ 1115644 w 3183102"/>
              <a:gd name="connsiteY225" fmla="*/ 163982 h 541324"/>
              <a:gd name="connsiteX226" fmla="*/ 1130274 w 3183102"/>
              <a:gd name="connsiteY226" fmla="*/ 135331 h 541324"/>
              <a:gd name="connsiteX227" fmla="*/ 1209522 w 3183102"/>
              <a:gd name="connsiteY227" fmla="*/ 111556 h 541324"/>
              <a:gd name="connsiteX228" fmla="*/ 2857500 w 3183102"/>
              <a:gd name="connsiteY228" fmla="*/ 0 h 541324"/>
              <a:gd name="connsiteX229" fmla="*/ 2930652 w 3183102"/>
              <a:gd name="connsiteY229" fmla="*/ 0 h 541324"/>
              <a:gd name="connsiteX230" fmla="*/ 2930652 w 3183102"/>
              <a:gd name="connsiteY230" fmla="*/ 430377 h 541324"/>
              <a:gd name="connsiteX231" fmla="*/ 2857500 w 3183102"/>
              <a:gd name="connsiteY231" fmla="*/ 430377 h 541324"/>
              <a:gd name="connsiteX232" fmla="*/ 1971674 w 3183102"/>
              <a:gd name="connsiteY232" fmla="*/ 0 h 541324"/>
              <a:gd name="connsiteX233" fmla="*/ 2044826 w 3183102"/>
              <a:gd name="connsiteY233" fmla="*/ 0 h 541324"/>
              <a:gd name="connsiteX234" fmla="*/ 2044826 w 3183102"/>
              <a:gd name="connsiteY234" fmla="*/ 430377 h 541324"/>
              <a:gd name="connsiteX235" fmla="*/ 1971674 w 3183102"/>
              <a:gd name="connsiteY235" fmla="*/ 430377 h 541324"/>
              <a:gd name="connsiteX236" fmla="*/ 990600 w 3183102"/>
              <a:gd name="connsiteY236" fmla="*/ 0 h 541324"/>
              <a:gd name="connsiteX237" fmla="*/ 1063752 w 3183102"/>
              <a:gd name="connsiteY237" fmla="*/ 0 h 541324"/>
              <a:gd name="connsiteX238" fmla="*/ 1063752 w 3183102"/>
              <a:gd name="connsiteY238" fmla="*/ 430377 h 541324"/>
              <a:gd name="connsiteX239" fmla="*/ 990600 w 3183102"/>
              <a:gd name="connsiteY239" fmla="*/ 430377 h 5413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</a:cxnLst>
            <a:rect l="l" t="t" r="r" b="b"/>
            <a:pathLst>
              <a:path w="3183102" h="541324">
                <a:moveTo>
                  <a:pt x="3096539" y="273100"/>
                </a:moveTo>
                <a:lnTo>
                  <a:pt x="3061182" y="296265"/>
                </a:lnTo>
                <a:cubicBezTo>
                  <a:pt x="3054273" y="300736"/>
                  <a:pt x="3049803" y="306425"/>
                  <a:pt x="3047771" y="313334"/>
                </a:cubicBezTo>
                <a:cubicBezTo>
                  <a:pt x="3045739" y="320243"/>
                  <a:pt x="3044723" y="331825"/>
                  <a:pt x="3044723" y="348081"/>
                </a:cubicBezTo>
                <a:cubicBezTo>
                  <a:pt x="3044723" y="370840"/>
                  <a:pt x="3050412" y="382219"/>
                  <a:pt x="3061792" y="382219"/>
                </a:cubicBezTo>
                <a:cubicBezTo>
                  <a:pt x="3071139" y="382219"/>
                  <a:pt x="3082721" y="376326"/>
                  <a:pt x="3096539" y="364540"/>
                </a:cubicBezTo>
                <a:close/>
                <a:moveTo>
                  <a:pt x="2210714" y="273100"/>
                </a:moveTo>
                <a:lnTo>
                  <a:pt x="2175357" y="296265"/>
                </a:lnTo>
                <a:cubicBezTo>
                  <a:pt x="2168448" y="300736"/>
                  <a:pt x="2163978" y="306425"/>
                  <a:pt x="2161946" y="313334"/>
                </a:cubicBezTo>
                <a:cubicBezTo>
                  <a:pt x="2159914" y="320243"/>
                  <a:pt x="2158898" y="331825"/>
                  <a:pt x="2158898" y="348081"/>
                </a:cubicBezTo>
                <a:cubicBezTo>
                  <a:pt x="2158898" y="370840"/>
                  <a:pt x="2164588" y="382219"/>
                  <a:pt x="2175967" y="382219"/>
                </a:cubicBezTo>
                <a:cubicBezTo>
                  <a:pt x="2185314" y="382219"/>
                  <a:pt x="2196896" y="376326"/>
                  <a:pt x="2210714" y="364540"/>
                </a:cubicBezTo>
                <a:close/>
                <a:moveTo>
                  <a:pt x="1848764" y="273100"/>
                </a:moveTo>
                <a:lnTo>
                  <a:pt x="1813407" y="296265"/>
                </a:lnTo>
                <a:cubicBezTo>
                  <a:pt x="1806498" y="300736"/>
                  <a:pt x="1802028" y="306425"/>
                  <a:pt x="1799996" y="313334"/>
                </a:cubicBezTo>
                <a:cubicBezTo>
                  <a:pt x="1797964" y="320243"/>
                  <a:pt x="1796948" y="331825"/>
                  <a:pt x="1796948" y="348081"/>
                </a:cubicBezTo>
                <a:cubicBezTo>
                  <a:pt x="1796948" y="370840"/>
                  <a:pt x="1802638" y="382219"/>
                  <a:pt x="1814017" y="382219"/>
                </a:cubicBezTo>
                <a:cubicBezTo>
                  <a:pt x="1823364" y="382219"/>
                  <a:pt x="1834946" y="376326"/>
                  <a:pt x="1848764" y="364540"/>
                </a:cubicBezTo>
                <a:close/>
                <a:moveTo>
                  <a:pt x="1229639" y="273100"/>
                </a:moveTo>
                <a:lnTo>
                  <a:pt x="1194282" y="296265"/>
                </a:lnTo>
                <a:cubicBezTo>
                  <a:pt x="1187373" y="300736"/>
                  <a:pt x="1182903" y="306425"/>
                  <a:pt x="1180871" y="313334"/>
                </a:cubicBezTo>
                <a:cubicBezTo>
                  <a:pt x="1178839" y="320243"/>
                  <a:pt x="1177823" y="331825"/>
                  <a:pt x="1177823" y="348081"/>
                </a:cubicBezTo>
                <a:cubicBezTo>
                  <a:pt x="1177823" y="370840"/>
                  <a:pt x="1183512" y="382219"/>
                  <a:pt x="1194892" y="382219"/>
                </a:cubicBezTo>
                <a:cubicBezTo>
                  <a:pt x="1204239" y="382219"/>
                  <a:pt x="1215821" y="376326"/>
                  <a:pt x="1229639" y="364540"/>
                </a:cubicBezTo>
                <a:close/>
                <a:moveTo>
                  <a:pt x="573786" y="167030"/>
                </a:moveTo>
                <a:cubicBezTo>
                  <a:pt x="554279" y="167030"/>
                  <a:pt x="544525" y="179425"/>
                  <a:pt x="544525" y="204216"/>
                </a:cubicBezTo>
                <a:lnTo>
                  <a:pt x="544525" y="343814"/>
                </a:lnTo>
                <a:cubicBezTo>
                  <a:pt x="544525" y="366979"/>
                  <a:pt x="554075" y="378561"/>
                  <a:pt x="573176" y="378561"/>
                </a:cubicBezTo>
                <a:cubicBezTo>
                  <a:pt x="593090" y="378561"/>
                  <a:pt x="603047" y="366776"/>
                  <a:pt x="603047" y="343204"/>
                </a:cubicBezTo>
                <a:lnTo>
                  <a:pt x="603047" y="205435"/>
                </a:lnTo>
                <a:cubicBezTo>
                  <a:pt x="603047" y="179832"/>
                  <a:pt x="593293" y="167030"/>
                  <a:pt x="573786" y="167030"/>
                </a:cubicBezTo>
                <a:close/>
                <a:moveTo>
                  <a:pt x="2612212" y="118262"/>
                </a:moveTo>
                <a:lnTo>
                  <a:pt x="2684145" y="118262"/>
                </a:lnTo>
                <a:lnTo>
                  <a:pt x="2724378" y="318820"/>
                </a:lnTo>
                <a:lnTo>
                  <a:pt x="2755468" y="118262"/>
                </a:lnTo>
                <a:lnTo>
                  <a:pt x="2826791" y="118262"/>
                </a:lnTo>
                <a:lnTo>
                  <a:pt x="2755468" y="452323"/>
                </a:lnTo>
                <a:cubicBezTo>
                  <a:pt x="2748559" y="485241"/>
                  <a:pt x="2739618" y="507390"/>
                  <a:pt x="2728646" y="518769"/>
                </a:cubicBezTo>
                <a:cubicBezTo>
                  <a:pt x="2716860" y="531774"/>
                  <a:pt x="2697149" y="538276"/>
                  <a:pt x="2669514" y="538276"/>
                </a:cubicBezTo>
                <a:cubicBezTo>
                  <a:pt x="2658948" y="538276"/>
                  <a:pt x="2642895" y="536448"/>
                  <a:pt x="2621356" y="532790"/>
                </a:cubicBezTo>
                <a:lnTo>
                  <a:pt x="2631719" y="475488"/>
                </a:lnTo>
                <a:cubicBezTo>
                  <a:pt x="2640254" y="478332"/>
                  <a:pt x="2649804" y="479755"/>
                  <a:pt x="2660370" y="479755"/>
                </a:cubicBezTo>
                <a:cubicBezTo>
                  <a:pt x="2673375" y="479755"/>
                  <a:pt x="2682722" y="471830"/>
                  <a:pt x="2688412" y="455980"/>
                </a:cubicBezTo>
                <a:cubicBezTo>
                  <a:pt x="2692882" y="443788"/>
                  <a:pt x="2694508" y="435254"/>
                  <a:pt x="2693289" y="430377"/>
                </a:cubicBezTo>
                <a:close/>
                <a:moveTo>
                  <a:pt x="2514600" y="118262"/>
                </a:moveTo>
                <a:lnTo>
                  <a:pt x="2587752" y="118262"/>
                </a:lnTo>
                <a:lnTo>
                  <a:pt x="2587752" y="430377"/>
                </a:lnTo>
                <a:lnTo>
                  <a:pt x="2514600" y="430377"/>
                </a:lnTo>
                <a:close/>
                <a:moveTo>
                  <a:pt x="733424" y="118262"/>
                </a:moveTo>
                <a:lnTo>
                  <a:pt x="805967" y="118262"/>
                </a:lnTo>
                <a:lnTo>
                  <a:pt x="805967" y="343204"/>
                </a:lnTo>
                <a:cubicBezTo>
                  <a:pt x="805967" y="367995"/>
                  <a:pt x="814908" y="380390"/>
                  <a:pt x="832789" y="380390"/>
                </a:cubicBezTo>
                <a:cubicBezTo>
                  <a:pt x="851484" y="380390"/>
                  <a:pt x="860831" y="366572"/>
                  <a:pt x="860831" y="338937"/>
                </a:cubicBezTo>
                <a:lnTo>
                  <a:pt x="860831" y="118262"/>
                </a:lnTo>
                <a:lnTo>
                  <a:pt x="933983" y="118262"/>
                </a:lnTo>
                <a:lnTo>
                  <a:pt x="933983" y="430377"/>
                </a:lnTo>
                <a:lnTo>
                  <a:pt x="860831" y="430377"/>
                </a:lnTo>
                <a:lnTo>
                  <a:pt x="860831" y="405384"/>
                </a:lnTo>
                <a:cubicBezTo>
                  <a:pt x="835634" y="425704"/>
                  <a:pt x="813282" y="435864"/>
                  <a:pt x="793775" y="435864"/>
                </a:cubicBezTo>
                <a:cubicBezTo>
                  <a:pt x="760450" y="435864"/>
                  <a:pt x="740943" y="419811"/>
                  <a:pt x="735253" y="387705"/>
                </a:cubicBezTo>
                <a:cubicBezTo>
                  <a:pt x="734034" y="380796"/>
                  <a:pt x="733424" y="369417"/>
                  <a:pt x="733424" y="353568"/>
                </a:cubicBezTo>
                <a:close/>
                <a:moveTo>
                  <a:pt x="230962" y="118262"/>
                </a:moveTo>
                <a:lnTo>
                  <a:pt x="302895" y="118262"/>
                </a:lnTo>
                <a:lnTo>
                  <a:pt x="343128" y="318820"/>
                </a:lnTo>
                <a:lnTo>
                  <a:pt x="374218" y="118262"/>
                </a:lnTo>
                <a:lnTo>
                  <a:pt x="445541" y="118262"/>
                </a:lnTo>
                <a:lnTo>
                  <a:pt x="374218" y="452323"/>
                </a:lnTo>
                <a:cubicBezTo>
                  <a:pt x="367309" y="485241"/>
                  <a:pt x="358368" y="507390"/>
                  <a:pt x="347396" y="518769"/>
                </a:cubicBezTo>
                <a:cubicBezTo>
                  <a:pt x="335610" y="531774"/>
                  <a:pt x="315899" y="538276"/>
                  <a:pt x="288264" y="538276"/>
                </a:cubicBezTo>
                <a:cubicBezTo>
                  <a:pt x="277698" y="538276"/>
                  <a:pt x="261645" y="536448"/>
                  <a:pt x="240106" y="532790"/>
                </a:cubicBezTo>
                <a:lnTo>
                  <a:pt x="250469" y="475488"/>
                </a:lnTo>
                <a:cubicBezTo>
                  <a:pt x="259003" y="478332"/>
                  <a:pt x="268554" y="479755"/>
                  <a:pt x="279120" y="479755"/>
                </a:cubicBezTo>
                <a:cubicBezTo>
                  <a:pt x="292125" y="479755"/>
                  <a:pt x="301472" y="471830"/>
                  <a:pt x="307162" y="455980"/>
                </a:cubicBezTo>
                <a:cubicBezTo>
                  <a:pt x="311632" y="443788"/>
                  <a:pt x="313258" y="435254"/>
                  <a:pt x="312039" y="430377"/>
                </a:cubicBezTo>
                <a:close/>
                <a:moveTo>
                  <a:pt x="0" y="118262"/>
                </a:moveTo>
                <a:lnTo>
                  <a:pt x="72542" y="118262"/>
                </a:lnTo>
                <a:lnTo>
                  <a:pt x="72542" y="343204"/>
                </a:lnTo>
                <a:cubicBezTo>
                  <a:pt x="72542" y="367995"/>
                  <a:pt x="81483" y="380390"/>
                  <a:pt x="99364" y="380390"/>
                </a:cubicBezTo>
                <a:cubicBezTo>
                  <a:pt x="118059" y="380390"/>
                  <a:pt x="127406" y="366572"/>
                  <a:pt x="127406" y="338937"/>
                </a:cubicBezTo>
                <a:lnTo>
                  <a:pt x="127406" y="118262"/>
                </a:lnTo>
                <a:lnTo>
                  <a:pt x="200558" y="118262"/>
                </a:lnTo>
                <a:lnTo>
                  <a:pt x="200558" y="430377"/>
                </a:lnTo>
                <a:lnTo>
                  <a:pt x="127406" y="430377"/>
                </a:lnTo>
                <a:lnTo>
                  <a:pt x="127406" y="405384"/>
                </a:lnTo>
                <a:cubicBezTo>
                  <a:pt x="102209" y="425704"/>
                  <a:pt x="79857" y="435864"/>
                  <a:pt x="60350" y="435864"/>
                </a:cubicBezTo>
                <a:cubicBezTo>
                  <a:pt x="27025" y="435864"/>
                  <a:pt x="7518" y="419811"/>
                  <a:pt x="1828" y="387705"/>
                </a:cubicBezTo>
                <a:cubicBezTo>
                  <a:pt x="609" y="380796"/>
                  <a:pt x="0" y="369417"/>
                  <a:pt x="0" y="353568"/>
                </a:cubicBezTo>
                <a:close/>
                <a:moveTo>
                  <a:pt x="2476881" y="112776"/>
                </a:moveTo>
                <a:lnTo>
                  <a:pt x="2476881" y="184708"/>
                </a:lnTo>
                <a:cubicBezTo>
                  <a:pt x="2467127" y="181457"/>
                  <a:pt x="2458999" y="179832"/>
                  <a:pt x="2452497" y="179832"/>
                </a:cubicBezTo>
                <a:cubicBezTo>
                  <a:pt x="2432176" y="179832"/>
                  <a:pt x="2418562" y="187960"/>
                  <a:pt x="2411654" y="204216"/>
                </a:cubicBezTo>
                <a:cubicBezTo>
                  <a:pt x="2407589" y="213156"/>
                  <a:pt x="2405557" y="227380"/>
                  <a:pt x="2405557" y="246888"/>
                </a:cubicBezTo>
                <a:lnTo>
                  <a:pt x="2405557" y="430377"/>
                </a:lnTo>
                <a:lnTo>
                  <a:pt x="2333624" y="430377"/>
                </a:lnTo>
                <a:lnTo>
                  <a:pt x="2333624" y="118262"/>
                </a:lnTo>
                <a:lnTo>
                  <a:pt x="2406167" y="118262"/>
                </a:lnTo>
                <a:lnTo>
                  <a:pt x="2405557" y="157886"/>
                </a:lnTo>
                <a:cubicBezTo>
                  <a:pt x="2422626" y="127000"/>
                  <a:pt x="2446400" y="111963"/>
                  <a:pt x="2476881" y="112776"/>
                </a:cubicBezTo>
                <a:close/>
                <a:moveTo>
                  <a:pt x="1486662" y="112166"/>
                </a:moveTo>
                <a:cubicBezTo>
                  <a:pt x="1509420" y="112166"/>
                  <a:pt x="1529130" y="122529"/>
                  <a:pt x="1545793" y="143256"/>
                </a:cubicBezTo>
                <a:cubicBezTo>
                  <a:pt x="1568958" y="122529"/>
                  <a:pt x="1592732" y="112166"/>
                  <a:pt x="1617116" y="112166"/>
                </a:cubicBezTo>
                <a:cubicBezTo>
                  <a:pt x="1635404" y="112166"/>
                  <a:pt x="1650441" y="118059"/>
                  <a:pt x="1662226" y="129844"/>
                </a:cubicBezTo>
                <a:cubicBezTo>
                  <a:pt x="1674012" y="141630"/>
                  <a:pt x="1679905" y="159308"/>
                  <a:pt x="1679905" y="182880"/>
                </a:cubicBezTo>
                <a:lnTo>
                  <a:pt x="1679905" y="430377"/>
                </a:lnTo>
                <a:lnTo>
                  <a:pt x="1607362" y="430377"/>
                </a:lnTo>
                <a:lnTo>
                  <a:pt x="1607362" y="199948"/>
                </a:lnTo>
                <a:cubicBezTo>
                  <a:pt x="1607362" y="175564"/>
                  <a:pt x="1598625" y="163372"/>
                  <a:pt x="1581150" y="163372"/>
                </a:cubicBezTo>
                <a:cubicBezTo>
                  <a:pt x="1562049" y="163372"/>
                  <a:pt x="1552498" y="176580"/>
                  <a:pt x="1552498" y="202996"/>
                </a:cubicBezTo>
                <a:lnTo>
                  <a:pt x="1552498" y="430377"/>
                </a:lnTo>
                <a:lnTo>
                  <a:pt x="1479956" y="430377"/>
                </a:lnTo>
                <a:lnTo>
                  <a:pt x="1479956" y="201168"/>
                </a:lnTo>
                <a:cubicBezTo>
                  <a:pt x="1479956" y="175158"/>
                  <a:pt x="1471015" y="162153"/>
                  <a:pt x="1453134" y="162153"/>
                </a:cubicBezTo>
                <a:cubicBezTo>
                  <a:pt x="1434439" y="162153"/>
                  <a:pt x="1425092" y="174548"/>
                  <a:pt x="1425092" y="199339"/>
                </a:cubicBezTo>
                <a:lnTo>
                  <a:pt x="1425092" y="430377"/>
                </a:lnTo>
                <a:lnTo>
                  <a:pt x="1352550" y="430377"/>
                </a:lnTo>
                <a:lnTo>
                  <a:pt x="1352550" y="118262"/>
                </a:lnTo>
                <a:lnTo>
                  <a:pt x="1425702" y="118262"/>
                </a:lnTo>
                <a:lnTo>
                  <a:pt x="1425702" y="138988"/>
                </a:lnTo>
                <a:cubicBezTo>
                  <a:pt x="1446428" y="121107"/>
                  <a:pt x="1466748" y="112166"/>
                  <a:pt x="1486662" y="112166"/>
                </a:cubicBezTo>
                <a:close/>
                <a:moveTo>
                  <a:pt x="538429" y="112166"/>
                </a:moveTo>
                <a:cubicBezTo>
                  <a:pt x="559562" y="112166"/>
                  <a:pt x="581304" y="122529"/>
                  <a:pt x="603656" y="143256"/>
                </a:cubicBezTo>
                <a:lnTo>
                  <a:pt x="603656" y="118262"/>
                </a:lnTo>
                <a:lnTo>
                  <a:pt x="676198" y="118262"/>
                </a:lnTo>
                <a:lnTo>
                  <a:pt x="676198" y="441350"/>
                </a:lnTo>
                <a:cubicBezTo>
                  <a:pt x="676198" y="468579"/>
                  <a:pt x="671728" y="489305"/>
                  <a:pt x="662787" y="503529"/>
                </a:cubicBezTo>
                <a:cubicBezTo>
                  <a:pt x="646938" y="528726"/>
                  <a:pt x="616254" y="541324"/>
                  <a:pt x="570738" y="541324"/>
                </a:cubicBezTo>
                <a:cubicBezTo>
                  <a:pt x="529691" y="541324"/>
                  <a:pt x="501853" y="530758"/>
                  <a:pt x="487222" y="509625"/>
                </a:cubicBezTo>
                <a:cubicBezTo>
                  <a:pt x="479094" y="497840"/>
                  <a:pt x="474827" y="479958"/>
                  <a:pt x="474421" y="455980"/>
                </a:cubicBezTo>
                <a:lnTo>
                  <a:pt x="546354" y="455980"/>
                </a:lnTo>
                <a:cubicBezTo>
                  <a:pt x="546354" y="477926"/>
                  <a:pt x="555701" y="488899"/>
                  <a:pt x="574395" y="488899"/>
                </a:cubicBezTo>
                <a:cubicBezTo>
                  <a:pt x="593902" y="488899"/>
                  <a:pt x="603656" y="476504"/>
                  <a:pt x="603656" y="451713"/>
                </a:cubicBezTo>
                <a:lnTo>
                  <a:pt x="603656" y="403555"/>
                </a:lnTo>
                <a:cubicBezTo>
                  <a:pt x="585368" y="423875"/>
                  <a:pt x="564235" y="434035"/>
                  <a:pt x="540258" y="434035"/>
                </a:cubicBezTo>
                <a:cubicBezTo>
                  <a:pt x="495147" y="434035"/>
                  <a:pt x="472592" y="408025"/>
                  <a:pt x="472592" y="356006"/>
                </a:cubicBezTo>
                <a:lnTo>
                  <a:pt x="472592" y="190804"/>
                </a:lnTo>
                <a:cubicBezTo>
                  <a:pt x="472592" y="138379"/>
                  <a:pt x="494538" y="112166"/>
                  <a:pt x="538429" y="112166"/>
                </a:cubicBezTo>
                <a:close/>
                <a:moveTo>
                  <a:pt x="3076422" y="111556"/>
                </a:moveTo>
                <a:cubicBezTo>
                  <a:pt x="3098368" y="111556"/>
                  <a:pt x="3116859" y="115417"/>
                  <a:pt x="3131896" y="123139"/>
                </a:cubicBezTo>
                <a:cubicBezTo>
                  <a:pt x="3156686" y="135737"/>
                  <a:pt x="3169082" y="154838"/>
                  <a:pt x="3169082" y="180441"/>
                </a:cubicBezTo>
                <a:lnTo>
                  <a:pt x="3169082" y="354177"/>
                </a:lnTo>
                <a:cubicBezTo>
                  <a:pt x="3169082" y="380187"/>
                  <a:pt x="3169691" y="397052"/>
                  <a:pt x="3170910" y="404774"/>
                </a:cubicBezTo>
                <a:cubicBezTo>
                  <a:pt x="3172536" y="416966"/>
                  <a:pt x="3176600" y="425500"/>
                  <a:pt x="3183102" y="430377"/>
                </a:cubicBezTo>
                <a:lnTo>
                  <a:pt x="3106902" y="430377"/>
                </a:lnTo>
                <a:cubicBezTo>
                  <a:pt x="3101619" y="424688"/>
                  <a:pt x="3098774" y="415544"/>
                  <a:pt x="3098368" y="402945"/>
                </a:cubicBezTo>
                <a:cubicBezTo>
                  <a:pt x="3088614" y="414324"/>
                  <a:pt x="3080283" y="422249"/>
                  <a:pt x="3073374" y="426720"/>
                </a:cubicBezTo>
                <a:cubicBezTo>
                  <a:pt x="3062808" y="433628"/>
                  <a:pt x="3050209" y="437083"/>
                  <a:pt x="3035579" y="437083"/>
                </a:cubicBezTo>
                <a:cubicBezTo>
                  <a:pt x="3008756" y="437083"/>
                  <a:pt x="2990875" y="426516"/>
                  <a:pt x="2981934" y="405384"/>
                </a:cubicBezTo>
                <a:cubicBezTo>
                  <a:pt x="2976651" y="393598"/>
                  <a:pt x="2974009" y="375513"/>
                  <a:pt x="2974009" y="351129"/>
                </a:cubicBezTo>
                <a:cubicBezTo>
                  <a:pt x="2974009" y="320649"/>
                  <a:pt x="2976041" y="300532"/>
                  <a:pt x="2980106" y="290779"/>
                </a:cubicBezTo>
                <a:cubicBezTo>
                  <a:pt x="2985388" y="277774"/>
                  <a:pt x="2999206" y="265785"/>
                  <a:pt x="3021558" y="254812"/>
                </a:cubicBezTo>
                <a:lnTo>
                  <a:pt x="3097148" y="217017"/>
                </a:lnTo>
                <a:cubicBezTo>
                  <a:pt x="3097148" y="195884"/>
                  <a:pt x="3096946" y="184302"/>
                  <a:pt x="3096539" y="182270"/>
                </a:cubicBezTo>
                <a:cubicBezTo>
                  <a:pt x="3095320" y="168452"/>
                  <a:pt x="3086988" y="161544"/>
                  <a:pt x="3071546" y="161544"/>
                </a:cubicBezTo>
                <a:cubicBezTo>
                  <a:pt x="3059760" y="161544"/>
                  <a:pt x="3052445" y="165608"/>
                  <a:pt x="3049600" y="173736"/>
                </a:cubicBezTo>
                <a:cubicBezTo>
                  <a:pt x="3047568" y="179425"/>
                  <a:pt x="3046552" y="193040"/>
                  <a:pt x="3046552" y="214579"/>
                </a:cubicBezTo>
                <a:lnTo>
                  <a:pt x="2980106" y="214579"/>
                </a:lnTo>
                <a:cubicBezTo>
                  <a:pt x="2980106" y="188569"/>
                  <a:pt x="2980918" y="171704"/>
                  <a:pt x="2982544" y="163982"/>
                </a:cubicBezTo>
                <a:cubicBezTo>
                  <a:pt x="2984170" y="153009"/>
                  <a:pt x="2989046" y="143459"/>
                  <a:pt x="2997174" y="135331"/>
                </a:cubicBezTo>
                <a:cubicBezTo>
                  <a:pt x="3013024" y="119481"/>
                  <a:pt x="3039440" y="111556"/>
                  <a:pt x="3076422" y="111556"/>
                </a:cubicBezTo>
                <a:close/>
                <a:moveTo>
                  <a:pt x="2190597" y="111556"/>
                </a:moveTo>
                <a:cubicBezTo>
                  <a:pt x="2212542" y="111556"/>
                  <a:pt x="2231034" y="115417"/>
                  <a:pt x="2246071" y="123139"/>
                </a:cubicBezTo>
                <a:cubicBezTo>
                  <a:pt x="2270861" y="135737"/>
                  <a:pt x="2283256" y="154838"/>
                  <a:pt x="2283256" y="180441"/>
                </a:cubicBezTo>
                <a:lnTo>
                  <a:pt x="2283256" y="354177"/>
                </a:lnTo>
                <a:cubicBezTo>
                  <a:pt x="2283256" y="380187"/>
                  <a:pt x="2283866" y="397052"/>
                  <a:pt x="2285085" y="404774"/>
                </a:cubicBezTo>
                <a:cubicBezTo>
                  <a:pt x="2286711" y="416966"/>
                  <a:pt x="2290774" y="425500"/>
                  <a:pt x="2297277" y="430377"/>
                </a:cubicBezTo>
                <a:lnTo>
                  <a:pt x="2221077" y="430377"/>
                </a:lnTo>
                <a:cubicBezTo>
                  <a:pt x="2215794" y="424688"/>
                  <a:pt x="2212949" y="415544"/>
                  <a:pt x="2212543" y="402945"/>
                </a:cubicBezTo>
                <a:cubicBezTo>
                  <a:pt x="2202789" y="414324"/>
                  <a:pt x="2194458" y="422249"/>
                  <a:pt x="2187549" y="426720"/>
                </a:cubicBezTo>
                <a:cubicBezTo>
                  <a:pt x="2176983" y="433628"/>
                  <a:pt x="2164384" y="437083"/>
                  <a:pt x="2149754" y="437083"/>
                </a:cubicBezTo>
                <a:cubicBezTo>
                  <a:pt x="2122932" y="437083"/>
                  <a:pt x="2105050" y="426516"/>
                  <a:pt x="2096109" y="405384"/>
                </a:cubicBezTo>
                <a:cubicBezTo>
                  <a:pt x="2090826" y="393598"/>
                  <a:pt x="2088184" y="375513"/>
                  <a:pt x="2088184" y="351129"/>
                </a:cubicBezTo>
                <a:cubicBezTo>
                  <a:pt x="2088184" y="320649"/>
                  <a:pt x="2090216" y="300532"/>
                  <a:pt x="2094280" y="290779"/>
                </a:cubicBezTo>
                <a:cubicBezTo>
                  <a:pt x="2099564" y="277774"/>
                  <a:pt x="2113381" y="265785"/>
                  <a:pt x="2135733" y="254812"/>
                </a:cubicBezTo>
                <a:lnTo>
                  <a:pt x="2211324" y="217017"/>
                </a:lnTo>
                <a:cubicBezTo>
                  <a:pt x="2211324" y="195884"/>
                  <a:pt x="2211120" y="184302"/>
                  <a:pt x="2210714" y="182270"/>
                </a:cubicBezTo>
                <a:cubicBezTo>
                  <a:pt x="2209495" y="168452"/>
                  <a:pt x="2201163" y="161544"/>
                  <a:pt x="2185720" y="161544"/>
                </a:cubicBezTo>
                <a:cubicBezTo>
                  <a:pt x="2173935" y="161544"/>
                  <a:pt x="2166620" y="165608"/>
                  <a:pt x="2163775" y="173736"/>
                </a:cubicBezTo>
                <a:cubicBezTo>
                  <a:pt x="2161742" y="179425"/>
                  <a:pt x="2160727" y="193040"/>
                  <a:pt x="2160727" y="214579"/>
                </a:cubicBezTo>
                <a:lnTo>
                  <a:pt x="2094280" y="214579"/>
                </a:lnTo>
                <a:cubicBezTo>
                  <a:pt x="2094280" y="188569"/>
                  <a:pt x="2095093" y="171704"/>
                  <a:pt x="2096719" y="163982"/>
                </a:cubicBezTo>
                <a:cubicBezTo>
                  <a:pt x="2098344" y="153009"/>
                  <a:pt x="2103221" y="143459"/>
                  <a:pt x="2111349" y="135331"/>
                </a:cubicBezTo>
                <a:cubicBezTo>
                  <a:pt x="2127199" y="119481"/>
                  <a:pt x="2153615" y="111556"/>
                  <a:pt x="2190597" y="111556"/>
                </a:cubicBezTo>
                <a:close/>
                <a:moveTo>
                  <a:pt x="1828647" y="111556"/>
                </a:moveTo>
                <a:cubicBezTo>
                  <a:pt x="1850593" y="111556"/>
                  <a:pt x="1869084" y="115417"/>
                  <a:pt x="1884121" y="123139"/>
                </a:cubicBezTo>
                <a:cubicBezTo>
                  <a:pt x="1908911" y="135737"/>
                  <a:pt x="1921306" y="154838"/>
                  <a:pt x="1921306" y="180441"/>
                </a:cubicBezTo>
                <a:lnTo>
                  <a:pt x="1921306" y="354177"/>
                </a:lnTo>
                <a:cubicBezTo>
                  <a:pt x="1921306" y="380187"/>
                  <a:pt x="1921916" y="397052"/>
                  <a:pt x="1923135" y="404774"/>
                </a:cubicBezTo>
                <a:cubicBezTo>
                  <a:pt x="1924761" y="416966"/>
                  <a:pt x="1928825" y="425500"/>
                  <a:pt x="1935327" y="430377"/>
                </a:cubicBezTo>
                <a:lnTo>
                  <a:pt x="1859127" y="430377"/>
                </a:lnTo>
                <a:cubicBezTo>
                  <a:pt x="1853844" y="424688"/>
                  <a:pt x="1850999" y="415544"/>
                  <a:pt x="1850593" y="402945"/>
                </a:cubicBezTo>
                <a:cubicBezTo>
                  <a:pt x="1840839" y="414324"/>
                  <a:pt x="1832508" y="422249"/>
                  <a:pt x="1825599" y="426720"/>
                </a:cubicBezTo>
                <a:cubicBezTo>
                  <a:pt x="1815033" y="433628"/>
                  <a:pt x="1802434" y="437083"/>
                  <a:pt x="1787804" y="437083"/>
                </a:cubicBezTo>
                <a:cubicBezTo>
                  <a:pt x="1760982" y="437083"/>
                  <a:pt x="1743100" y="426516"/>
                  <a:pt x="1734159" y="405384"/>
                </a:cubicBezTo>
                <a:cubicBezTo>
                  <a:pt x="1728876" y="393598"/>
                  <a:pt x="1726234" y="375513"/>
                  <a:pt x="1726234" y="351129"/>
                </a:cubicBezTo>
                <a:cubicBezTo>
                  <a:pt x="1726234" y="320649"/>
                  <a:pt x="1728266" y="300532"/>
                  <a:pt x="1732330" y="290779"/>
                </a:cubicBezTo>
                <a:cubicBezTo>
                  <a:pt x="1737613" y="277774"/>
                  <a:pt x="1751431" y="265785"/>
                  <a:pt x="1773783" y="254812"/>
                </a:cubicBezTo>
                <a:lnTo>
                  <a:pt x="1849374" y="217017"/>
                </a:lnTo>
                <a:cubicBezTo>
                  <a:pt x="1849374" y="195884"/>
                  <a:pt x="1849170" y="184302"/>
                  <a:pt x="1848764" y="182270"/>
                </a:cubicBezTo>
                <a:cubicBezTo>
                  <a:pt x="1847545" y="168452"/>
                  <a:pt x="1839214" y="161544"/>
                  <a:pt x="1823770" y="161544"/>
                </a:cubicBezTo>
                <a:cubicBezTo>
                  <a:pt x="1811985" y="161544"/>
                  <a:pt x="1804670" y="165608"/>
                  <a:pt x="1801825" y="173736"/>
                </a:cubicBezTo>
                <a:cubicBezTo>
                  <a:pt x="1799793" y="179425"/>
                  <a:pt x="1798777" y="193040"/>
                  <a:pt x="1798777" y="214579"/>
                </a:cubicBezTo>
                <a:lnTo>
                  <a:pt x="1732330" y="214579"/>
                </a:lnTo>
                <a:cubicBezTo>
                  <a:pt x="1732330" y="188569"/>
                  <a:pt x="1733143" y="171704"/>
                  <a:pt x="1734769" y="163982"/>
                </a:cubicBezTo>
                <a:cubicBezTo>
                  <a:pt x="1736394" y="153009"/>
                  <a:pt x="1741271" y="143459"/>
                  <a:pt x="1749399" y="135331"/>
                </a:cubicBezTo>
                <a:cubicBezTo>
                  <a:pt x="1765249" y="119481"/>
                  <a:pt x="1791665" y="111556"/>
                  <a:pt x="1828647" y="111556"/>
                </a:cubicBezTo>
                <a:close/>
                <a:moveTo>
                  <a:pt x="1209522" y="111556"/>
                </a:moveTo>
                <a:cubicBezTo>
                  <a:pt x="1231468" y="111556"/>
                  <a:pt x="1249959" y="115417"/>
                  <a:pt x="1264996" y="123139"/>
                </a:cubicBezTo>
                <a:cubicBezTo>
                  <a:pt x="1289786" y="135737"/>
                  <a:pt x="1302181" y="154838"/>
                  <a:pt x="1302181" y="180441"/>
                </a:cubicBezTo>
                <a:lnTo>
                  <a:pt x="1302181" y="354177"/>
                </a:lnTo>
                <a:cubicBezTo>
                  <a:pt x="1302181" y="380187"/>
                  <a:pt x="1302791" y="397052"/>
                  <a:pt x="1304010" y="404774"/>
                </a:cubicBezTo>
                <a:cubicBezTo>
                  <a:pt x="1305636" y="416966"/>
                  <a:pt x="1309700" y="425500"/>
                  <a:pt x="1316202" y="430377"/>
                </a:cubicBezTo>
                <a:lnTo>
                  <a:pt x="1240002" y="430377"/>
                </a:lnTo>
                <a:cubicBezTo>
                  <a:pt x="1234719" y="424688"/>
                  <a:pt x="1231874" y="415544"/>
                  <a:pt x="1231468" y="402945"/>
                </a:cubicBezTo>
                <a:cubicBezTo>
                  <a:pt x="1221714" y="414324"/>
                  <a:pt x="1213383" y="422249"/>
                  <a:pt x="1206474" y="426720"/>
                </a:cubicBezTo>
                <a:cubicBezTo>
                  <a:pt x="1195908" y="433628"/>
                  <a:pt x="1183309" y="437083"/>
                  <a:pt x="1168679" y="437083"/>
                </a:cubicBezTo>
                <a:cubicBezTo>
                  <a:pt x="1141857" y="437083"/>
                  <a:pt x="1123975" y="426516"/>
                  <a:pt x="1115034" y="405384"/>
                </a:cubicBezTo>
                <a:cubicBezTo>
                  <a:pt x="1109751" y="393598"/>
                  <a:pt x="1107109" y="375513"/>
                  <a:pt x="1107109" y="351129"/>
                </a:cubicBezTo>
                <a:cubicBezTo>
                  <a:pt x="1107109" y="320649"/>
                  <a:pt x="1109141" y="300532"/>
                  <a:pt x="1113205" y="290779"/>
                </a:cubicBezTo>
                <a:cubicBezTo>
                  <a:pt x="1118488" y="277774"/>
                  <a:pt x="1132306" y="265785"/>
                  <a:pt x="1154658" y="254812"/>
                </a:cubicBezTo>
                <a:lnTo>
                  <a:pt x="1230249" y="217017"/>
                </a:lnTo>
                <a:cubicBezTo>
                  <a:pt x="1230249" y="195884"/>
                  <a:pt x="1230045" y="184302"/>
                  <a:pt x="1229639" y="182270"/>
                </a:cubicBezTo>
                <a:cubicBezTo>
                  <a:pt x="1228420" y="168452"/>
                  <a:pt x="1220088" y="161544"/>
                  <a:pt x="1204645" y="161544"/>
                </a:cubicBezTo>
                <a:cubicBezTo>
                  <a:pt x="1192860" y="161544"/>
                  <a:pt x="1185544" y="165608"/>
                  <a:pt x="1182700" y="173736"/>
                </a:cubicBezTo>
                <a:cubicBezTo>
                  <a:pt x="1180668" y="179425"/>
                  <a:pt x="1179652" y="193040"/>
                  <a:pt x="1179652" y="214579"/>
                </a:cubicBezTo>
                <a:lnTo>
                  <a:pt x="1113205" y="214579"/>
                </a:lnTo>
                <a:cubicBezTo>
                  <a:pt x="1113205" y="188569"/>
                  <a:pt x="1114018" y="171704"/>
                  <a:pt x="1115644" y="163982"/>
                </a:cubicBezTo>
                <a:cubicBezTo>
                  <a:pt x="1117269" y="153009"/>
                  <a:pt x="1122146" y="143459"/>
                  <a:pt x="1130274" y="135331"/>
                </a:cubicBezTo>
                <a:cubicBezTo>
                  <a:pt x="1146124" y="119481"/>
                  <a:pt x="1172540" y="111556"/>
                  <a:pt x="1209522" y="111556"/>
                </a:cubicBezTo>
                <a:close/>
                <a:moveTo>
                  <a:pt x="2857500" y="0"/>
                </a:moveTo>
                <a:lnTo>
                  <a:pt x="2930652" y="0"/>
                </a:lnTo>
                <a:lnTo>
                  <a:pt x="2930652" y="430377"/>
                </a:lnTo>
                <a:lnTo>
                  <a:pt x="2857500" y="430377"/>
                </a:lnTo>
                <a:close/>
                <a:moveTo>
                  <a:pt x="1971674" y="0"/>
                </a:moveTo>
                <a:lnTo>
                  <a:pt x="2044826" y="0"/>
                </a:lnTo>
                <a:lnTo>
                  <a:pt x="2044826" y="430377"/>
                </a:lnTo>
                <a:lnTo>
                  <a:pt x="1971674" y="430377"/>
                </a:lnTo>
                <a:close/>
                <a:moveTo>
                  <a:pt x="990600" y="0"/>
                </a:moveTo>
                <a:lnTo>
                  <a:pt x="1063752" y="0"/>
                </a:lnTo>
                <a:lnTo>
                  <a:pt x="1063752" y="430377"/>
                </a:lnTo>
                <a:lnTo>
                  <a:pt x="99060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pPr lvl="0"/>
            <a:endParaRPr lang="en-TR" dirty="0" err="1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BD00E99-56B4-12F1-680A-0EC88868EED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250E0D9-F97C-1A01-A6C1-32F6E2E579FE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5D921C4-EE3C-A9F4-5BEC-6CB9BADC2F3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BC1D6A2E-1AB0-C448-FC56-5C9170DB3B8C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818F1669-0A2A-C6DA-83F9-804B50A4610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866" b="1"/>
          <a:stretch/>
        </p:blipFill>
        <p:spPr>
          <a:xfrm>
            <a:off x="6350" y="4723002"/>
            <a:ext cx="12179300" cy="2134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998" b="1"/>
          <a:stretch/>
        </p:blipFill>
        <p:spPr>
          <a:xfrm>
            <a:off x="6350" y="5074919"/>
            <a:ext cx="12179300" cy="1783079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DB52727C-012C-B508-03C7-FDBF212685E4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A4D32334-ABEA-89EB-703E-CFEF950465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46" name="Picture 45">
            <a:extLst>
              <a:ext uri="{FF2B5EF4-FFF2-40B4-BE49-F238E27FC236}">
                <a16:creationId xmlns:a16="http://schemas.microsoft.com/office/drawing/2014/main" id="{16207A33-87CF-9E62-E3FD-ADA5C6BB73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1367" t="34433" r="37704" b="6166"/>
          <a:stretch/>
        </p:blipFill>
        <p:spPr>
          <a:xfrm>
            <a:off x="-600" y="0"/>
            <a:ext cx="7096344" cy="6858000"/>
          </a:xfrm>
          <a:custGeom>
            <a:avLst/>
            <a:gdLst>
              <a:gd name="connsiteX0" fmla="*/ 0 w 7096344"/>
              <a:gd name="connsiteY0" fmla="*/ 0 h 6858000"/>
              <a:gd name="connsiteX1" fmla="*/ 5738976 w 7096344"/>
              <a:gd name="connsiteY1" fmla="*/ 0 h 6858000"/>
              <a:gd name="connsiteX2" fmla="*/ 5799960 w 7096344"/>
              <a:gd name="connsiteY2" fmla="*/ 60803 h 6858000"/>
              <a:gd name="connsiteX3" fmla="*/ 7096344 w 7096344"/>
              <a:gd name="connsiteY3" fmla="*/ 3371733 h 6858000"/>
              <a:gd name="connsiteX4" fmla="*/ 5668162 w 7096344"/>
              <a:gd name="connsiteY4" fmla="*/ 6819668 h 6858000"/>
              <a:gd name="connsiteX5" fmla="*/ 5627957 w 7096344"/>
              <a:gd name="connsiteY5" fmla="*/ 6858000 h 6858000"/>
              <a:gd name="connsiteX6" fmla="*/ 0 w 709634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96344" h="6858000">
                <a:moveTo>
                  <a:pt x="0" y="0"/>
                </a:moveTo>
                <a:lnTo>
                  <a:pt x="5738976" y="0"/>
                </a:lnTo>
                <a:lnTo>
                  <a:pt x="5799960" y="60803"/>
                </a:lnTo>
                <a:cubicBezTo>
                  <a:pt x="6604589" y="930337"/>
                  <a:pt x="7096344" y="2093607"/>
                  <a:pt x="7096344" y="3371733"/>
                </a:cubicBezTo>
                <a:cubicBezTo>
                  <a:pt x="7096344" y="4718235"/>
                  <a:pt x="6550566" y="5937264"/>
                  <a:pt x="5668162" y="6819668"/>
                </a:cubicBezTo>
                <a:lnTo>
                  <a:pt x="5627957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199634EB-7861-6E65-281E-35D4FE891E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0941" r="20941"/>
          <a:stretch/>
        </p:blipFill>
        <p:spPr>
          <a:xfrm>
            <a:off x="-600" y="0"/>
            <a:ext cx="5781468" cy="6624492"/>
          </a:xfrm>
          <a:custGeom>
            <a:avLst/>
            <a:gdLst>
              <a:gd name="connsiteX0" fmla="*/ 1710009 w 5781468"/>
              <a:gd name="connsiteY0" fmla="*/ 0 h 6624492"/>
              <a:gd name="connsiteX1" fmla="*/ 3151396 w 5781468"/>
              <a:gd name="connsiteY1" fmla="*/ 0 h 6624492"/>
              <a:gd name="connsiteX2" fmla="*/ 3267478 w 5781468"/>
              <a:gd name="connsiteY2" fmla="*/ 26792 h 6624492"/>
              <a:gd name="connsiteX3" fmla="*/ 5781468 w 5781468"/>
              <a:gd name="connsiteY3" fmla="*/ 3272883 h 6624492"/>
              <a:gd name="connsiteX4" fmla="*/ 2429859 w 5781468"/>
              <a:gd name="connsiteY4" fmla="*/ 6624492 h 6624492"/>
              <a:gd name="connsiteX5" fmla="*/ 3734 w 5781468"/>
              <a:gd name="connsiteY5" fmla="*/ 5585294 h 6624492"/>
              <a:gd name="connsiteX6" fmla="*/ 0 w 5781468"/>
              <a:gd name="connsiteY6" fmla="*/ 5581085 h 6624492"/>
              <a:gd name="connsiteX7" fmla="*/ 0 w 5781468"/>
              <a:gd name="connsiteY7" fmla="*/ 964682 h 6624492"/>
              <a:gd name="connsiteX8" fmla="*/ 3734 w 5781468"/>
              <a:gd name="connsiteY8" fmla="*/ 960473 h 6624492"/>
              <a:gd name="connsiteX9" fmla="*/ 1672941 w 5781468"/>
              <a:gd name="connsiteY9" fmla="*/ 7099 h 6624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81468" h="6624492">
                <a:moveTo>
                  <a:pt x="1710009" y="0"/>
                </a:moveTo>
                <a:lnTo>
                  <a:pt x="3151396" y="0"/>
                </a:lnTo>
                <a:lnTo>
                  <a:pt x="3267478" y="26792"/>
                </a:lnTo>
                <a:cubicBezTo>
                  <a:pt x="4713194" y="398758"/>
                  <a:pt x="5781468" y="1711066"/>
                  <a:pt x="5781468" y="3272883"/>
                </a:cubicBezTo>
                <a:cubicBezTo>
                  <a:pt x="5781468" y="5123925"/>
                  <a:pt x="4280901" y="6624492"/>
                  <a:pt x="2429859" y="6624492"/>
                </a:cubicBezTo>
                <a:cubicBezTo>
                  <a:pt x="1475415" y="6624492"/>
                  <a:pt x="614152" y="6225538"/>
                  <a:pt x="3734" y="5585294"/>
                </a:cubicBezTo>
                <a:lnTo>
                  <a:pt x="0" y="5581085"/>
                </a:lnTo>
                <a:lnTo>
                  <a:pt x="0" y="964682"/>
                </a:lnTo>
                <a:lnTo>
                  <a:pt x="3734" y="960473"/>
                </a:lnTo>
                <a:cubicBezTo>
                  <a:pt x="447675" y="494841"/>
                  <a:pt x="1024293" y="156833"/>
                  <a:pt x="1672941" y="7099"/>
                </a:cubicBezTo>
                <a:close/>
              </a:path>
            </a:pathLst>
          </a:custGeom>
          <a:effectLst>
            <a:outerShdw blurRad="190500" dist="38100" algn="l" rotWithShape="0">
              <a:prstClr val="black">
                <a:alpha val="24841"/>
              </a:prstClr>
            </a:outerShdw>
          </a:effectLst>
        </p:spPr>
      </p:pic>
      <p:sp>
        <p:nvSpPr>
          <p:cNvPr id="24" name="Freeform 23">
            <a:extLst>
              <a:ext uri="{FF2B5EF4-FFF2-40B4-BE49-F238E27FC236}">
                <a16:creationId xmlns:a16="http://schemas.microsoft.com/office/drawing/2014/main" id="{454D1C84-17FD-5647-8DC4-8F23533FC34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5" name="Freeform 24">
            <a:extLst>
              <a:ext uri="{FF2B5EF4-FFF2-40B4-BE49-F238E27FC236}">
                <a16:creationId xmlns:a16="http://schemas.microsoft.com/office/drawing/2014/main" id="{66D44D4A-EF5A-9043-AC47-A69184CBF3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40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6" name="Freeform 25">
            <a:extLst>
              <a:ext uri="{FF2B5EF4-FFF2-40B4-BE49-F238E27FC236}">
                <a16:creationId xmlns:a16="http://schemas.microsoft.com/office/drawing/2014/main" id="{C03DBC2A-B4D4-D64D-9A78-F3DDEEDA5B7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6292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F6F8086-19C4-E740-A530-4DD95EBC6F6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CAC4AB99-65C0-B342-ABA1-665CFF0BF4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0005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30" name="Resim 29">
            <a:extLst>
              <a:ext uri="{FF2B5EF4-FFF2-40B4-BE49-F238E27FC236}">
                <a16:creationId xmlns:a16="http://schemas.microsoft.com/office/drawing/2014/main" id="{59BD7160-E7A9-47BF-9A85-6942CA32930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036350" y="-260192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5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1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16" grpId="0" animBg="1"/>
          <p:bldP spid="19" grpId="0" animBg="1"/>
          <p:bldP spid="22" grpId="0" animBg="1"/>
          <p:bldP spid="29" grpId="0" animBg="1"/>
          <p:bldP spid="34" grpId="0" animBg="1"/>
          <p:bldP spid="24" grpId="0" animBg="1"/>
          <p:bldP spid="25" grpId="0" animBg="1"/>
          <p:bldP spid="26" grpId="0" animBg="1"/>
          <p:bldP spid="26" grpId="1" animBg="1"/>
          <p:bldP spid="27" grpId="0" animBg="1"/>
          <p:bldP spid="27" grpId="1" animBg="1"/>
          <p:bldP spid="28" grpId="0" animBg="1"/>
          <p:bldP spid="28" grpId="1" animBg="1"/>
        </p:bldLst>
      </p:timing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Giri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386194D-AA90-BC43-9403-43DFFA3345F5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5E34023B-17F5-4440-A7D3-62C03BF654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600" y="0"/>
            <a:ext cx="12193199" cy="6852578"/>
          </a:xfrm>
          <a:prstGeom prst="rect">
            <a:avLst/>
          </a:prstGeom>
        </p:spPr>
      </p:pic>
      <p:sp>
        <p:nvSpPr>
          <p:cNvPr id="10" name="Freeform 9">
            <a:extLst>
              <a:ext uri="{FF2B5EF4-FFF2-40B4-BE49-F238E27FC236}">
                <a16:creationId xmlns:a16="http://schemas.microsoft.com/office/drawing/2014/main" id="{FCDA3660-D113-214A-AB93-68060853F4DE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067A4D5D-4131-374B-B18F-FD6DA84156F0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4">
            <a:extLst>
              <a:ext uri="{FF2B5EF4-FFF2-40B4-BE49-F238E27FC236}">
                <a16:creationId xmlns:a16="http://schemas.microsoft.com/office/drawing/2014/main" id="{CE00A5F3-211D-4446-A240-2EBFCE676AF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ADFE8C92-0890-8742-84B6-7FC7903D0F85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4" name="Foliennummernplatzhalter 7">
            <a:extLst>
              <a:ext uri="{FF2B5EF4-FFF2-40B4-BE49-F238E27FC236}">
                <a16:creationId xmlns:a16="http://schemas.microsoft.com/office/drawing/2014/main" id="{4AB8F157-E980-2A47-B74B-A525576C39CD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336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4.375E-6 4.81481E-6 L 0.0306 0.00162 " pathEditMode="relative" rAng="0" ptsTypes="AA">
                                      <p:cBhvr>
                                        <p:cTn id="13" dur="10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23" y="6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erji Verimliliği F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41424E2F-ECCD-48E8-8C58-DECB297D4FC7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29297" y="-49508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980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ojenerasyon Çözümler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DCB42E63-4A85-F942-AF12-ED0332EDBBA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5419" y="6093"/>
            <a:ext cx="12181162" cy="6845813"/>
          </a:xfrm>
          <a:prstGeom prst="rect">
            <a:avLst/>
          </a:prstGeom>
        </p:spPr>
      </p:pic>
      <p:sp>
        <p:nvSpPr>
          <p:cNvPr id="7" name="Freeform 6">
            <a:extLst>
              <a:ext uri="{FF2B5EF4-FFF2-40B4-BE49-F238E27FC236}">
                <a16:creationId xmlns:a16="http://schemas.microsoft.com/office/drawing/2014/main" id="{5F791DC6-6D05-4E43-B04E-AE0AE7CBE272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DC56D400-6E9E-4F4B-8099-2CC456DC28F4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50559291-8DCC-F245-A44B-822D610339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FAC6733B-23BB-9D43-95A4-20BEB3E246BF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8" name="Foliennummernplatzhalter 7">
            <a:extLst>
              <a:ext uri="{FF2B5EF4-FFF2-40B4-BE49-F238E27FC236}">
                <a16:creationId xmlns:a16="http://schemas.microsoft.com/office/drawing/2014/main" id="{0F85905B-2AF0-AF40-B79A-45E3A61C2845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10" name="Resim 9">
            <a:extLst>
              <a:ext uri="{FF2B5EF4-FFF2-40B4-BE49-F238E27FC236}">
                <a16:creationId xmlns:a16="http://schemas.microsoft.com/office/drawing/2014/main" id="{8093C92D-2132-442D-878B-C9DB4EE2EE09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87352" y="-394416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70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2A1D5116-0EC4-924D-BA5F-9027D9FA5B1B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706B02-B865-FB4E-A665-F9D1EA4DCB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3673" b="-2"/>
          <a:stretch/>
        </p:blipFill>
        <p:spPr>
          <a:xfrm>
            <a:off x="6350" y="2309248"/>
            <a:ext cx="12179300" cy="4548752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89D1541F-8775-BF45-495E-07BEF1106ADB}"/>
              </a:ext>
            </a:extLst>
          </p:cNvPr>
          <p:cNvSpPr txBox="1"/>
          <p:nvPr userDrawn="1"/>
        </p:nvSpPr>
        <p:spPr>
          <a:xfrm>
            <a:off x="7728415" y="1621787"/>
            <a:ext cx="2023110" cy="436473"/>
          </a:xfrm>
          <a:custGeom>
            <a:avLst/>
            <a:gdLst>
              <a:gd name="connsiteX0" fmla="*/ 1926184 w 2023110"/>
              <a:gd name="connsiteY0" fmla="*/ 169469 h 436473"/>
              <a:gd name="connsiteX1" fmla="*/ 1899361 w 2023110"/>
              <a:gd name="connsiteY1" fmla="*/ 200558 h 436473"/>
              <a:gd name="connsiteX2" fmla="*/ 1899361 w 2023110"/>
              <a:gd name="connsiteY2" fmla="*/ 238963 h 436473"/>
              <a:gd name="connsiteX3" fmla="*/ 1951177 w 2023110"/>
              <a:gd name="connsiteY3" fmla="*/ 238963 h 436473"/>
              <a:gd name="connsiteX4" fmla="*/ 1951177 w 2023110"/>
              <a:gd name="connsiteY4" fmla="*/ 200558 h 436473"/>
              <a:gd name="connsiteX5" fmla="*/ 1926184 w 2023110"/>
              <a:gd name="connsiteY5" fmla="*/ 169469 h 436473"/>
              <a:gd name="connsiteX6" fmla="*/ 1585189 w 2023110"/>
              <a:gd name="connsiteY6" fmla="*/ 118262 h 436473"/>
              <a:gd name="connsiteX7" fmla="*/ 1657731 w 2023110"/>
              <a:gd name="connsiteY7" fmla="*/ 118262 h 436473"/>
              <a:gd name="connsiteX8" fmla="*/ 1690040 w 2023110"/>
              <a:gd name="connsiteY8" fmla="*/ 334670 h 436473"/>
              <a:gd name="connsiteX9" fmla="*/ 1727226 w 2023110"/>
              <a:gd name="connsiteY9" fmla="*/ 118262 h 436473"/>
              <a:gd name="connsiteX10" fmla="*/ 1799768 w 2023110"/>
              <a:gd name="connsiteY10" fmla="*/ 118262 h 436473"/>
              <a:gd name="connsiteX11" fmla="*/ 1724787 w 2023110"/>
              <a:gd name="connsiteY11" fmla="*/ 430377 h 436473"/>
              <a:gd name="connsiteX12" fmla="*/ 1654073 w 2023110"/>
              <a:gd name="connsiteY12" fmla="*/ 430377 h 436473"/>
              <a:gd name="connsiteX13" fmla="*/ 1325651 w 2023110"/>
              <a:gd name="connsiteY13" fmla="*/ 118262 h 436473"/>
              <a:gd name="connsiteX14" fmla="*/ 1398803 w 2023110"/>
              <a:gd name="connsiteY14" fmla="*/ 118262 h 436473"/>
              <a:gd name="connsiteX15" fmla="*/ 1398803 w 2023110"/>
              <a:gd name="connsiteY15" fmla="*/ 430377 h 436473"/>
              <a:gd name="connsiteX16" fmla="*/ 1325651 w 2023110"/>
              <a:gd name="connsiteY16" fmla="*/ 430377 h 436473"/>
              <a:gd name="connsiteX17" fmla="*/ 973226 w 2023110"/>
              <a:gd name="connsiteY17" fmla="*/ 118262 h 436473"/>
              <a:gd name="connsiteX18" fmla="*/ 1046378 w 2023110"/>
              <a:gd name="connsiteY18" fmla="*/ 118262 h 436473"/>
              <a:gd name="connsiteX19" fmla="*/ 1046378 w 2023110"/>
              <a:gd name="connsiteY19" fmla="*/ 430377 h 436473"/>
              <a:gd name="connsiteX20" fmla="*/ 973226 w 2023110"/>
              <a:gd name="connsiteY20" fmla="*/ 430377 h 436473"/>
              <a:gd name="connsiteX21" fmla="*/ 449351 w 2023110"/>
              <a:gd name="connsiteY21" fmla="*/ 118262 h 436473"/>
              <a:gd name="connsiteX22" fmla="*/ 522503 w 2023110"/>
              <a:gd name="connsiteY22" fmla="*/ 118262 h 436473"/>
              <a:gd name="connsiteX23" fmla="*/ 522503 w 2023110"/>
              <a:gd name="connsiteY23" fmla="*/ 430377 h 436473"/>
              <a:gd name="connsiteX24" fmla="*/ 449351 w 2023110"/>
              <a:gd name="connsiteY24" fmla="*/ 430377 h 436473"/>
              <a:gd name="connsiteX25" fmla="*/ 1926184 w 2023110"/>
              <a:gd name="connsiteY25" fmla="*/ 111557 h 436473"/>
              <a:gd name="connsiteX26" fmla="*/ 2001774 w 2023110"/>
              <a:gd name="connsiteY26" fmla="*/ 138989 h 436473"/>
              <a:gd name="connsiteX27" fmla="*/ 2023110 w 2023110"/>
              <a:gd name="connsiteY27" fmla="*/ 201168 h 436473"/>
              <a:gd name="connsiteX28" fmla="*/ 2023110 w 2023110"/>
              <a:gd name="connsiteY28" fmla="*/ 290169 h 436473"/>
              <a:gd name="connsiteX29" fmla="*/ 1898752 w 2023110"/>
              <a:gd name="connsiteY29" fmla="*/ 290169 h 436473"/>
              <a:gd name="connsiteX30" fmla="*/ 1898752 w 2023110"/>
              <a:gd name="connsiteY30" fmla="*/ 341375 h 436473"/>
              <a:gd name="connsiteX31" fmla="*/ 1925574 w 2023110"/>
              <a:gd name="connsiteY31" fmla="*/ 379780 h 436473"/>
              <a:gd name="connsiteX32" fmla="*/ 1944777 w 2023110"/>
              <a:gd name="connsiteY32" fmla="*/ 371246 h 436473"/>
              <a:gd name="connsiteX33" fmla="*/ 1951177 w 2023110"/>
              <a:gd name="connsiteY33" fmla="*/ 327355 h 436473"/>
              <a:gd name="connsiteX34" fmla="*/ 2021891 w 2023110"/>
              <a:gd name="connsiteY34" fmla="*/ 327355 h 436473"/>
              <a:gd name="connsiteX35" fmla="*/ 2021891 w 2023110"/>
              <a:gd name="connsiteY35" fmla="*/ 352348 h 436473"/>
              <a:gd name="connsiteX36" fmla="*/ 1926793 w 2023110"/>
              <a:gd name="connsiteY36" fmla="*/ 436473 h 436473"/>
              <a:gd name="connsiteX37" fmla="*/ 1826819 w 2023110"/>
              <a:gd name="connsiteY37" fmla="*/ 336499 h 436473"/>
              <a:gd name="connsiteX38" fmla="*/ 1826819 w 2023110"/>
              <a:gd name="connsiteY38" fmla="*/ 204825 h 436473"/>
              <a:gd name="connsiteX39" fmla="*/ 1860347 w 2023110"/>
              <a:gd name="connsiteY39" fmla="*/ 129844 h 436473"/>
              <a:gd name="connsiteX40" fmla="*/ 1926184 w 2023110"/>
              <a:gd name="connsiteY40" fmla="*/ 111557 h 436473"/>
              <a:gd name="connsiteX41" fmla="*/ 1185443 w 2023110"/>
              <a:gd name="connsiteY41" fmla="*/ 111557 h 436473"/>
              <a:gd name="connsiteX42" fmla="*/ 1274445 w 2023110"/>
              <a:gd name="connsiteY42" fmla="*/ 183489 h 436473"/>
              <a:gd name="connsiteX43" fmla="*/ 1274445 w 2023110"/>
              <a:gd name="connsiteY43" fmla="*/ 217627 h 436473"/>
              <a:gd name="connsiteX44" fmla="*/ 1211656 w 2023110"/>
              <a:gd name="connsiteY44" fmla="*/ 217627 h 436473"/>
              <a:gd name="connsiteX45" fmla="*/ 1208608 w 2023110"/>
              <a:gd name="connsiteY45" fmla="*/ 176174 h 436473"/>
              <a:gd name="connsiteX46" fmla="*/ 1185443 w 2023110"/>
              <a:gd name="connsiteY46" fmla="*/ 161544 h 436473"/>
              <a:gd name="connsiteX47" fmla="*/ 1159840 w 2023110"/>
              <a:gd name="connsiteY47" fmla="*/ 189585 h 436473"/>
              <a:gd name="connsiteX48" fmla="*/ 1180567 w 2023110"/>
              <a:gd name="connsiteY48" fmla="*/ 223723 h 436473"/>
              <a:gd name="connsiteX49" fmla="*/ 1247013 w 2023110"/>
              <a:gd name="connsiteY49" fmla="*/ 270662 h 436473"/>
              <a:gd name="connsiteX50" fmla="*/ 1267130 w 2023110"/>
              <a:gd name="connsiteY50" fmla="*/ 291389 h 436473"/>
              <a:gd name="connsiteX51" fmla="*/ 1277493 w 2023110"/>
              <a:gd name="connsiteY51" fmla="*/ 340157 h 436473"/>
              <a:gd name="connsiteX52" fmla="*/ 1265301 w 2023110"/>
              <a:gd name="connsiteY52" fmla="*/ 402945 h 436473"/>
              <a:gd name="connsiteX53" fmla="*/ 1181176 w 2023110"/>
              <a:gd name="connsiteY53" fmla="*/ 436473 h 436473"/>
              <a:gd name="connsiteX54" fmla="*/ 1086688 w 2023110"/>
              <a:gd name="connsiteY54" fmla="*/ 353568 h 436473"/>
              <a:gd name="connsiteX55" fmla="*/ 1086688 w 2023110"/>
              <a:gd name="connsiteY55" fmla="*/ 320649 h 436473"/>
              <a:gd name="connsiteX56" fmla="*/ 1153744 w 2023110"/>
              <a:gd name="connsiteY56" fmla="*/ 320649 h 436473"/>
              <a:gd name="connsiteX57" fmla="*/ 1157402 w 2023110"/>
              <a:gd name="connsiteY57" fmla="*/ 369417 h 436473"/>
              <a:gd name="connsiteX58" fmla="*/ 1182395 w 2023110"/>
              <a:gd name="connsiteY58" fmla="*/ 384657 h 436473"/>
              <a:gd name="connsiteX59" fmla="*/ 1210437 w 2023110"/>
              <a:gd name="connsiteY59" fmla="*/ 350520 h 436473"/>
              <a:gd name="connsiteX60" fmla="*/ 1207389 w 2023110"/>
              <a:gd name="connsiteY60" fmla="*/ 328574 h 436473"/>
              <a:gd name="connsiteX61" fmla="*/ 1189101 w 2023110"/>
              <a:gd name="connsiteY61" fmla="*/ 309677 h 436473"/>
              <a:gd name="connsiteX62" fmla="*/ 1128751 w 2023110"/>
              <a:gd name="connsiteY62" fmla="*/ 267005 h 436473"/>
              <a:gd name="connsiteX63" fmla="*/ 1108634 w 2023110"/>
              <a:gd name="connsiteY63" fmla="*/ 247497 h 436473"/>
              <a:gd name="connsiteX64" fmla="*/ 1091565 w 2023110"/>
              <a:gd name="connsiteY64" fmla="*/ 192024 h 436473"/>
              <a:gd name="connsiteX65" fmla="*/ 1185443 w 2023110"/>
              <a:gd name="connsiteY65" fmla="*/ 111557 h 436473"/>
              <a:gd name="connsiteX66" fmla="*/ 129235 w 2023110"/>
              <a:gd name="connsiteY66" fmla="*/ 109118 h 436473"/>
              <a:gd name="connsiteX67" fmla="*/ 100584 w 2023110"/>
              <a:gd name="connsiteY67" fmla="*/ 293827 h 436473"/>
              <a:gd name="connsiteX68" fmla="*/ 155448 w 2023110"/>
              <a:gd name="connsiteY68" fmla="*/ 293827 h 436473"/>
              <a:gd name="connsiteX69" fmla="*/ 303886 w 2023110"/>
              <a:gd name="connsiteY69" fmla="*/ 5486 h 436473"/>
              <a:gd name="connsiteX70" fmla="*/ 376428 w 2023110"/>
              <a:gd name="connsiteY70" fmla="*/ 5486 h 436473"/>
              <a:gd name="connsiteX71" fmla="*/ 376428 w 2023110"/>
              <a:gd name="connsiteY71" fmla="*/ 118262 h 436473"/>
              <a:gd name="connsiteX72" fmla="*/ 419710 w 2023110"/>
              <a:gd name="connsiteY72" fmla="*/ 118262 h 436473"/>
              <a:gd name="connsiteX73" fmla="*/ 419710 w 2023110"/>
              <a:gd name="connsiteY73" fmla="*/ 166420 h 436473"/>
              <a:gd name="connsiteX74" fmla="*/ 375818 w 2023110"/>
              <a:gd name="connsiteY74" fmla="*/ 166420 h 436473"/>
              <a:gd name="connsiteX75" fmla="*/ 375818 w 2023110"/>
              <a:gd name="connsiteY75" fmla="*/ 344424 h 436473"/>
              <a:gd name="connsiteX76" fmla="*/ 381305 w 2023110"/>
              <a:gd name="connsiteY76" fmla="*/ 368808 h 436473"/>
              <a:gd name="connsiteX77" fmla="*/ 408737 w 2023110"/>
              <a:gd name="connsiteY77" fmla="*/ 378561 h 436473"/>
              <a:gd name="connsiteX78" fmla="*/ 415442 w 2023110"/>
              <a:gd name="connsiteY78" fmla="*/ 377952 h 436473"/>
              <a:gd name="connsiteX79" fmla="*/ 421538 w 2023110"/>
              <a:gd name="connsiteY79" fmla="*/ 377952 h 436473"/>
              <a:gd name="connsiteX80" fmla="*/ 421538 w 2023110"/>
              <a:gd name="connsiteY80" fmla="*/ 429768 h 436473"/>
              <a:gd name="connsiteX81" fmla="*/ 383134 w 2023110"/>
              <a:gd name="connsiteY81" fmla="*/ 433425 h 436473"/>
              <a:gd name="connsiteX82" fmla="*/ 318516 w 2023110"/>
              <a:gd name="connsiteY82" fmla="*/ 415747 h 436473"/>
              <a:gd name="connsiteX83" fmla="*/ 304495 w 2023110"/>
              <a:gd name="connsiteY83" fmla="*/ 368198 h 436473"/>
              <a:gd name="connsiteX84" fmla="*/ 304495 w 2023110"/>
              <a:gd name="connsiteY84" fmla="*/ 166420 h 436473"/>
              <a:gd name="connsiteX85" fmla="*/ 264871 w 2023110"/>
              <a:gd name="connsiteY85" fmla="*/ 166420 h 436473"/>
              <a:gd name="connsiteX86" fmla="*/ 264871 w 2023110"/>
              <a:gd name="connsiteY86" fmla="*/ 118262 h 436473"/>
              <a:gd name="connsiteX87" fmla="*/ 303886 w 2023110"/>
              <a:gd name="connsiteY87" fmla="*/ 118262 h 436473"/>
              <a:gd name="connsiteX88" fmla="*/ 573176 w 2023110"/>
              <a:gd name="connsiteY88" fmla="*/ 0 h 436473"/>
              <a:gd name="connsiteX89" fmla="*/ 645109 w 2023110"/>
              <a:gd name="connsiteY89" fmla="*/ 0 h 436473"/>
              <a:gd name="connsiteX90" fmla="*/ 645109 w 2023110"/>
              <a:gd name="connsiteY90" fmla="*/ 224942 h 436473"/>
              <a:gd name="connsiteX91" fmla="*/ 704850 w 2023110"/>
              <a:gd name="connsiteY91" fmla="*/ 118262 h 436473"/>
              <a:gd name="connsiteX92" fmla="*/ 785317 w 2023110"/>
              <a:gd name="connsiteY92" fmla="*/ 118262 h 436473"/>
              <a:gd name="connsiteX93" fmla="*/ 705460 w 2023110"/>
              <a:gd name="connsiteY93" fmla="*/ 248107 h 436473"/>
              <a:gd name="connsiteX94" fmla="*/ 794461 w 2023110"/>
              <a:gd name="connsiteY94" fmla="*/ 430377 h 436473"/>
              <a:gd name="connsiteX95" fmla="*/ 712165 w 2023110"/>
              <a:gd name="connsiteY95" fmla="*/ 430377 h 436473"/>
              <a:gd name="connsiteX96" fmla="*/ 645109 w 2023110"/>
              <a:gd name="connsiteY96" fmla="*/ 271272 h 436473"/>
              <a:gd name="connsiteX97" fmla="*/ 645109 w 2023110"/>
              <a:gd name="connsiteY97" fmla="*/ 430377 h 436473"/>
              <a:gd name="connsiteX98" fmla="*/ 573176 w 2023110"/>
              <a:gd name="connsiteY98" fmla="*/ 430377 h 436473"/>
              <a:gd name="connsiteX99" fmla="*/ 83515 w 2023110"/>
              <a:gd name="connsiteY99" fmla="*/ 0 h 436473"/>
              <a:gd name="connsiteX100" fmla="*/ 174346 w 2023110"/>
              <a:gd name="connsiteY100" fmla="*/ 0 h 436473"/>
              <a:gd name="connsiteX101" fmla="*/ 254813 w 2023110"/>
              <a:gd name="connsiteY101" fmla="*/ 430377 h 436473"/>
              <a:gd name="connsiteX102" fmla="*/ 174346 w 2023110"/>
              <a:gd name="connsiteY102" fmla="*/ 430377 h 436473"/>
              <a:gd name="connsiteX103" fmla="*/ 163982 w 2023110"/>
              <a:gd name="connsiteY103" fmla="*/ 360273 h 436473"/>
              <a:gd name="connsiteX104" fmla="*/ 90830 w 2023110"/>
              <a:gd name="connsiteY104" fmla="*/ 360273 h 436473"/>
              <a:gd name="connsiteX105" fmla="*/ 79248 w 2023110"/>
              <a:gd name="connsiteY105" fmla="*/ 430377 h 436473"/>
              <a:gd name="connsiteX106" fmla="*/ 0 w 2023110"/>
              <a:gd name="connsiteY106" fmla="*/ 430377 h 4364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2023110" h="436473">
                <a:moveTo>
                  <a:pt x="1926184" y="169469"/>
                </a:moveTo>
                <a:cubicBezTo>
                  <a:pt x="1908302" y="169469"/>
                  <a:pt x="1899361" y="179832"/>
                  <a:pt x="1899361" y="200558"/>
                </a:cubicBezTo>
                <a:lnTo>
                  <a:pt x="1899361" y="238963"/>
                </a:lnTo>
                <a:lnTo>
                  <a:pt x="1951177" y="238963"/>
                </a:lnTo>
                <a:lnTo>
                  <a:pt x="1951177" y="200558"/>
                </a:lnTo>
                <a:cubicBezTo>
                  <a:pt x="1951177" y="179832"/>
                  <a:pt x="1942846" y="169469"/>
                  <a:pt x="1926184" y="169469"/>
                </a:cubicBezTo>
                <a:close/>
                <a:moveTo>
                  <a:pt x="1585189" y="118262"/>
                </a:moveTo>
                <a:lnTo>
                  <a:pt x="1657731" y="118262"/>
                </a:lnTo>
                <a:lnTo>
                  <a:pt x="1690040" y="334670"/>
                </a:lnTo>
                <a:lnTo>
                  <a:pt x="1727226" y="118262"/>
                </a:lnTo>
                <a:lnTo>
                  <a:pt x="1799768" y="118262"/>
                </a:lnTo>
                <a:lnTo>
                  <a:pt x="1724787" y="430377"/>
                </a:lnTo>
                <a:lnTo>
                  <a:pt x="1654073" y="430377"/>
                </a:lnTo>
                <a:close/>
                <a:moveTo>
                  <a:pt x="1325651" y="118262"/>
                </a:moveTo>
                <a:lnTo>
                  <a:pt x="1398803" y="118262"/>
                </a:lnTo>
                <a:lnTo>
                  <a:pt x="1398803" y="430377"/>
                </a:lnTo>
                <a:lnTo>
                  <a:pt x="1325651" y="430377"/>
                </a:lnTo>
                <a:close/>
                <a:moveTo>
                  <a:pt x="973226" y="118262"/>
                </a:moveTo>
                <a:lnTo>
                  <a:pt x="1046378" y="118262"/>
                </a:lnTo>
                <a:lnTo>
                  <a:pt x="1046378" y="430377"/>
                </a:lnTo>
                <a:lnTo>
                  <a:pt x="973226" y="430377"/>
                </a:lnTo>
                <a:close/>
                <a:moveTo>
                  <a:pt x="449351" y="118262"/>
                </a:moveTo>
                <a:lnTo>
                  <a:pt x="522503" y="118262"/>
                </a:lnTo>
                <a:lnTo>
                  <a:pt x="522503" y="430377"/>
                </a:lnTo>
                <a:lnTo>
                  <a:pt x="449351" y="430377"/>
                </a:lnTo>
                <a:close/>
                <a:moveTo>
                  <a:pt x="1926184" y="111557"/>
                </a:moveTo>
                <a:cubicBezTo>
                  <a:pt x="1958289" y="111557"/>
                  <a:pt x="1983486" y="120700"/>
                  <a:pt x="2001774" y="138989"/>
                </a:cubicBezTo>
                <a:cubicBezTo>
                  <a:pt x="2015998" y="153212"/>
                  <a:pt x="2023110" y="173939"/>
                  <a:pt x="2023110" y="201168"/>
                </a:cubicBezTo>
                <a:lnTo>
                  <a:pt x="2023110" y="290169"/>
                </a:lnTo>
                <a:lnTo>
                  <a:pt x="1898752" y="290169"/>
                </a:lnTo>
                <a:lnTo>
                  <a:pt x="1898752" y="341375"/>
                </a:lnTo>
                <a:cubicBezTo>
                  <a:pt x="1898752" y="366979"/>
                  <a:pt x="1907693" y="379780"/>
                  <a:pt x="1925574" y="379780"/>
                </a:cubicBezTo>
                <a:cubicBezTo>
                  <a:pt x="1934109" y="379780"/>
                  <a:pt x="1940509" y="376936"/>
                  <a:pt x="1944777" y="371246"/>
                </a:cubicBezTo>
                <a:cubicBezTo>
                  <a:pt x="1949044" y="365556"/>
                  <a:pt x="1951177" y="350926"/>
                  <a:pt x="1951177" y="327355"/>
                </a:cubicBezTo>
                <a:lnTo>
                  <a:pt x="2021891" y="327355"/>
                </a:lnTo>
                <a:lnTo>
                  <a:pt x="2021891" y="352348"/>
                </a:lnTo>
                <a:cubicBezTo>
                  <a:pt x="2021891" y="408432"/>
                  <a:pt x="1990192" y="436473"/>
                  <a:pt x="1926793" y="436473"/>
                </a:cubicBezTo>
                <a:cubicBezTo>
                  <a:pt x="1860144" y="436473"/>
                  <a:pt x="1826819" y="403148"/>
                  <a:pt x="1826819" y="336499"/>
                </a:cubicBezTo>
                <a:lnTo>
                  <a:pt x="1826819" y="204825"/>
                </a:lnTo>
                <a:cubicBezTo>
                  <a:pt x="1826819" y="170281"/>
                  <a:pt x="1837995" y="145288"/>
                  <a:pt x="1860347" y="129844"/>
                </a:cubicBezTo>
                <a:cubicBezTo>
                  <a:pt x="1877822" y="117652"/>
                  <a:pt x="1899768" y="111557"/>
                  <a:pt x="1926184" y="111557"/>
                </a:cubicBezTo>
                <a:close/>
                <a:moveTo>
                  <a:pt x="1185443" y="111557"/>
                </a:moveTo>
                <a:cubicBezTo>
                  <a:pt x="1244778" y="111557"/>
                  <a:pt x="1274445" y="135534"/>
                  <a:pt x="1274445" y="183489"/>
                </a:cubicBezTo>
                <a:lnTo>
                  <a:pt x="1274445" y="217627"/>
                </a:lnTo>
                <a:lnTo>
                  <a:pt x="1211656" y="217627"/>
                </a:lnTo>
                <a:cubicBezTo>
                  <a:pt x="1211656" y="196494"/>
                  <a:pt x="1210640" y="182676"/>
                  <a:pt x="1208608" y="176174"/>
                </a:cubicBezTo>
                <a:cubicBezTo>
                  <a:pt x="1204951" y="166420"/>
                  <a:pt x="1197229" y="161544"/>
                  <a:pt x="1185443" y="161544"/>
                </a:cubicBezTo>
                <a:cubicBezTo>
                  <a:pt x="1168375" y="161544"/>
                  <a:pt x="1159840" y="170891"/>
                  <a:pt x="1159840" y="189585"/>
                </a:cubicBezTo>
                <a:cubicBezTo>
                  <a:pt x="1159840" y="202590"/>
                  <a:pt x="1166749" y="213969"/>
                  <a:pt x="1180567" y="223723"/>
                </a:cubicBezTo>
                <a:lnTo>
                  <a:pt x="1247013" y="270662"/>
                </a:lnTo>
                <a:cubicBezTo>
                  <a:pt x="1256360" y="277165"/>
                  <a:pt x="1263066" y="284073"/>
                  <a:pt x="1267130" y="291389"/>
                </a:cubicBezTo>
                <a:cubicBezTo>
                  <a:pt x="1274039" y="301142"/>
                  <a:pt x="1277493" y="317398"/>
                  <a:pt x="1277493" y="340157"/>
                </a:cubicBezTo>
                <a:cubicBezTo>
                  <a:pt x="1277493" y="369417"/>
                  <a:pt x="1273429" y="390347"/>
                  <a:pt x="1265301" y="402945"/>
                </a:cubicBezTo>
                <a:cubicBezTo>
                  <a:pt x="1251483" y="425297"/>
                  <a:pt x="1223442" y="436473"/>
                  <a:pt x="1181176" y="436473"/>
                </a:cubicBezTo>
                <a:cubicBezTo>
                  <a:pt x="1118184" y="436473"/>
                  <a:pt x="1086688" y="408838"/>
                  <a:pt x="1086688" y="353568"/>
                </a:cubicBezTo>
                <a:lnTo>
                  <a:pt x="1086688" y="320649"/>
                </a:lnTo>
                <a:lnTo>
                  <a:pt x="1153744" y="320649"/>
                </a:lnTo>
                <a:cubicBezTo>
                  <a:pt x="1153744" y="346252"/>
                  <a:pt x="1154963" y="362509"/>
                  <a:pt x="1157402" y="369417"/>
                </a:cubicBezTo>
                <a:cubicBezTo>
                  <a:pt x="1160653" y="379577"/>
                  <a:pt x="1168984" y="384657"/>
                  <a:pt x="1182395" y="384657"/>
                </a:cubicBezTo>
                <a:cubicBezTo>
                  <a:pt x="1201090" y="384657"/>
                  <a:pt x="1210437" y="373278"/>
                  <a:pt x="1210437" y="350520"/>
                </a:cubicBezTo>
                <a:cubicBezTo>
                  <a:pt x="1210437" y="340360"/>
                  <a:pt x="1209421" y="333045"/>
                  <a:pt x="1207389" y="328574"/>
                </a:cubicBezTo>
                <a:cubicBezTo>
                  <a:pt x="1204544" y="322478"/>
                  <a:pt x="1198448" y="316179"/>
                  <a:pt x="1189101" y="309677"/>
                </a:cubicBezTo>
                <a:lnTo>
                  <a:pt x="1128751" y="267005"/>
                </a:lnTo>
                <a:cubicBezTo>
                  <a:pt x="1122655" y="262534"/>
                  <a:pt x="1115949" y="256032"/>
                  <a:pt x="1108634" y="247497"/>
                </a:cubicBezTo>
                <a:cubicBezTo>
                  <a:pt x="1097255" y="234086"/>
                  <a:pt x="1091565" y="215595"/>
                  <a:pt x="1091565" y="192024"/>
                </a:cubicBezTo>
                <a:cubicBezTo>
                  <a:pt x="1091565" y="138379"/>
                  <a:pt x="1122858" y="111557"/>
                  <a:pt x="1185443" y="111557"/>
                </a:cubicBezTo>
                <a:close/>
                <a:moveTo>
                  <a:pt x="129235" y="109118"/>
                </a:moveTo>
                <a:lnTo>
                  <a:pt x="100584" y="293827"/>
                </a:lnTo>
                <a:lnTo>
                  <a:pt x="155448" y="293827"/>
                </a:lnTo>
                <a:close/>
                <a:moveTo>
                  <a:pt x="303886" y="5486"/>
                </a:moveTo>
                <a:lnTo>
                  <a:pt x="376428" y="5486"/>
                </a:lnTo>
                <a:lnTo>
                  <a:pt x="376428" y="118262"/>
                </a:lnTo>
                <a:lnTo>
                  <a:pt x="419710" y="118262"/>
                </a:lnTo>
                <a:lnTo>
                  <a:pt x="419710" y="166420"/>
                </a:lnTo>
                <a:lnTo>
                  <a:pt x="375818" y="166420"/>
                </a:lnTo>
                <a:lnTo>
                  <a:pt x="375818" y="344424"/>
                </a:lnTo>
                <a:cubicBezTo>
                  <a:pt x="375818" y="356209"/>
                  <a:pt x="377647" y="364337"/>
                  <a:pt x="381305" y="368808"/>
                </a:cubicBezTo>
                <a:cubicBezTo>
                  <a:pt x="386182" y="375310"/>
                  <a:pt x="395326" y="378561"/>
                  <a:pt x="408737" y="378561"/>
                </a:cubicBezTo>
                <a:cubicBezTo>
                  <a:pt x="410362" y="378561"/>
                  <a:pt x="412598" y="378358"/>
                  <a:pt x="415442" y="377952"/>
                </a:cubicBezTo>
                <a:lnTo>
                  <a:pt x="421538" y="377952"/>
                </a:lnTo>
                <a:lnTo>
                  <a:pt x="421538" y="429768"/>
                </a:lnTo>
                <a:cubicBezTo>
                  <a:pt x="411785" y="432206"/>
                  <a:pt x="398983" y="433425"/>
                  <a:pt x="383134" y="433425"/>
                </a:cubicBezTo>
                <a:cubicBezTo>
                  <a:pt x="351434" y="433425"/>
                  <a:pt x="329895" y="427532"/>
                  <a:pt x="318516" y="415747"/>
                </a:cubicBezTo>
                <a:cubicBezTo>
                  <a:pt x="309169" y="406400"/>
                  <a:pt x="304495" y="390550"/>
                  <a:pt x="304495" y="368198"/>
                </a:cubicBezTo>
                <a:lnTo>
                  <a:pt x="304495" y="166420"/>
                </a:lnTo>
                <a:lnTo>
                  <a:pt x="264871" y="166420"/>
                </a:lnTo>
                <a:lnTo>
                  <a:pt x="264871" y="118262"/>
                </a:lnTo>
                <a:lnTo>
                  <a:pt x="303886" y="118262"/>
                </a:lnTo>
                <a:close/>
                <a:moveTo>
                  <a:pt x="573176" y="0"/>
                </a:moveTo>
                <a:lnTo>
                  <a:pt x="645109" y="0"/>
                </a:lnTo>
                <a:lnTo>
                  <a:pt x="645109" y="224942"/>
                </a:lnTo>
                <a:lnTo>
                  <a:pt x="704850" y="118262"/>
                </a:lnTo>
                <a:lnTo>
                  <a:pt x="785317" y="118262"/>
                </a:lnTo>
                <a:lnTo>
                  <a:pt x="705460" y="248107"/>
                </a:lnTo>
                <a:lnTo>
                  <a:pt x="794461" y="430377"/>
                </a:lnTo>
                <a:lnTo>
                  <a:pt x="712165" y="430377"/>
                </a:lnTo>
                <a:lnTo>
                  <a:pt x="645109" y="271272"/>
                </a:lnTo>
                <a:lnTo>
                  <a:pt x="645109" y="430377"/>
                </a:lnTo>
                <a:lnTo>
                  <a:pt x="573176" y="430377"/>
                </a:lnTo>
                <a:close/>
                <a:moveTo>
                  <a:pt x="83515" y="0"/>
                </a:moveTo>
                <a:lnTo>
                  <a:pt x="174346" y="0"/>
                </a:lnTo>
                <a:lnTo>
                  <a:pt x="254813" y="430377"/>
                </a:lnTo>
                <a:lnTo>
                  <a:pt x="174346" y="430377"/>
                </a:lnTo>
                <a:lnTo>
                  <a:pt x="163982" y="360273"/>
                </a:lnTo>
                <a:lnTo>
                  <a:pt x="90830" y="360273"/>
                </a:lnTo>
                <a:lnTo>
                  <a:pt x="79248" y="430377"/>
                </a:lnTo>
                <a:lnTo>
                  <a:pt x="0" y="430377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69AD55-4D22-574B-89AD-46D4823C74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3501" b="2"/>
          <a:stretch/>
        </p:blipFill>
        <p:spPr>
          <a:xfrm>
            <a:off x="6350" y="2983424"/>
            <a:ext cx="12179300" cy="38745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0" name="TextBox 49">
            <a:extLst>
              <a:ext uri="{FF2B5EF4-FFF2-40B4-BE49-F238E27FC236}">
                <a16:creationId xmlns:a16="http://schemas.microsoft.com/office/drawing/2014/main" id="{1C758609-B718-F7E7-505E-BDABD37DABB7}"/>
              </a:ext>
            </a:extLst>
          </p:cNvPr>
          <p:cNvSpPr txBox="1"/>
          <p:nvPr userDrawn="1"/>
        </p:nvSpPr>
        <p:spPr>
          <a:xfrm>
            <a:off x="7749141" y="2419143"/>
            <a:ext cx="2311527" cy="426111"/>
          </a:xfrm>
          <a:custGeom>
            <a:avLst/>
            <a:gdLst>
              <a:gd name="connsiteX0" fmla="*/ 1886865 w 2311527"/>
              <a:gd name="connsiteY0" fmla="*/ 161544 h 426111"/>
              <a:gd name="connsiteX1" fmla="*/ 1851508 w 2311527"/>
              <a:gd name="connsiteY1" fmla="*/ 184709 h 426111"/>
              <a:gd name="connsiteX2" fmla="*/ 1838097 w 2311527"/>
              <a:gd name="connsiteY2" fmla="*/ 201778 h 426111"/>
              <a:gd name="connsiteX3" fmla="*/ 1835049 w 2311527"/>
              <a:gd name="connsiteY3" fmla="*/ 236525 h 426111"/>
              <a:gd name="connsiteX4" fmla="*/ 1852118 w 2311527"/>
              <a:gd name="connsiteY4" fmla="*/ 270663 h 426111"/>
              <a:gd name="connsiteX5" fmla="*/ 1886865 w 2311527"/>
              <a:gd name="connsiteY5" fmla="*/ 252984 h 426111"/>
              <a:gd name="connsiteX6" fmla="*/ 1616888 w 2311527"/>
              <a:gd name="connsiteY6" fmla="*/ 54864 h 426111"/>
              <a:gd name="connsiteX7" fmla="*/ 1587018 w 2311527"/>
              <a:gd name="connsiteY7" fmla="*/ 90831 h 426111"/>
              <a:gd name="connsiteX8" fmla="*/ 1587018 w 2311527"/>
              <a:gd name="connsiteY8" fmla="*/ 231039 h 426111"/>
              <a:gd name="connsiteX9" fmla="*/ 1616279 w 2311527"/>
              <a:gd name="connsiteY9" fmla="*/ 265786 h 426111"/>
              <a:gd name="connsiteX10" fmla="*/ 1645539 w 2311527"/>
              <a:gd name="connsiteY10" fmla="*/ 233477 h 426111"/>
              <a:gd name="connsiteX11" fmla="*/ 1645539 w 2311527"/>
              <a:gd name="connsiteY11" fmla="*/ 89002 h 426111"/>
              <a:gd name="connsiteX12" fmla="*/ 1616888 w 2311527"/>
              <a:gd name="connsiteY12" fmla="*/ 54864 h 426111"/>
              <a:gd name="connsiteX13" fmla="*/ 740588 w 2311527"/>
              <a:gd name="connsiteY13" fmla="*/ 54864 h 426111"/>
              <a:gd name="connsiteX14" fmla="*/ 710718 w 2311527"/>
              <a:gd name="connsiteY14" fmla="*/ 90831 h 426111"/>
              <a:gd name="connsiteX15" fmla="*/ 710718 w 2311527"/>
              <a:gd name="connsiteY15" fmla="*/ 231039 h 426111"/>
              <a:gd name="connsiteX16" fmla="*/ 739979 w 2311527"/>
              <a:gd name="connsiteY16" fmla="*/ 265786 h 426111"/>
              <a:gd name="connsiteX17" fmla="*/ 769239 w 2311527"/>
              <a:gd name="connsiteY17" fmla="*/ 233477 h 426111"/>
              <a:gd name="connsiteX18" fmla="*/ 769239 w 2311527"/>
              <a:gd name="connsiteY18" fmla="*/ 89002 h 426111"/>
              <a:gd name="connsiteX19" fmla="*/ 740588 w 2311527"/>
              <a:gd name="connsiteY19" fmla="*/ 54864 h 426111"/>
              <a:gd name="connsiteX20" fmla="*/ 990448 w 2311527"/>
              <a:gd name="connsiteY20" fmla="*/ 45720 h 426111"/>
              <a:gd name="connsiteX21" fmla="*/ 964235 w 2311527"/>
              <a:gd name="connsiteY21" fmla="*/ 84125 h 426111"/>
              <a:gd name="connsiteX22" fmla="*/ 964235 w 2311527"/>
              <a:gd name="connsiteY22" fmla="*/ 242621 h 426111"/>
              <a:gd name="connsiteX23" fmla="*/ 989229 w 2311527"/>
              <a:gd name="connsiteY23" fmla="*/ 274930 h 426111"/>
              <a:gd name="connsiteX24" fmla="*/ 1014832 w 2311527"/>
              <a:gd name="connsiteY24" fmla="*/ 242012 h 426111"/>
              <a:gd name="connsiteX25" fmla="*/ 1014832 w 2311527"/>
              <a:gd name="connsiteY25" fmla="*/ 83516 h 426111"/>
              <a:gd name="connsiteX26" fmla="*/ 990448 w 2311527"/>
              <a:gd name="connsiteY26" fmla="*/ 45720 h 426111"/>
              <a:gd name="connsiteX27" fmla="*/ 2238375 w 2311527"/>
              <a:gd name="connsiteY27" fmla="*/ 6706 h 426111"/>
              <a:gd name="connsiteX28" fmla="*/ 2311527 w 2311527"/>
              <a:gd name="connsiteY28" fmla="*/ 6706 h 426111"/>
              <a:gd name="connsiteX29" fmla="*/ 2311527 w 2311527"/>
              <a:gd name="connsiteY29" fmla="*/ 318821 h 426111"/>
              <a:gd name="connsiteX30" fmla="*/ 2238375 w 2311527"/>
              <a:gd name="connsiteY30" fmla="*/ 318821 h 426111"/>
              <a:gd name="connsiteX31" fmla="*/ 352425 w 2311527"/>
              <a:gd name="connsiteY31" fmla="*/ 6706 h 426111"/>
              <a:gd name="connsiteX32" fmla="*/ 425577 w 2311527"/>
              <a:gd name="connsiteY32" fmla="*/ 6706 h 426111"/>
              <a:gd name="connsiteX33" fmla="*/ 425577 w 2311527"/>
              <a:gd name="connsiteY33" fmla="*/ 318821 h 426111"/>
              <a:gd name="connsiteX34" fmla="*/ 352425 w 2311527"/>
              <a:gd name="connsiteY34" fmla="*/ 318821 h 426111"/>
              <a:gd name="connsiteX35" fmla="*/ 0 w 2311527"/>
              <a:gd name="connsiteY35" fmla="*/ 6706 h 426111"/>
              <a:gd name="connsiteX36" fmla="*/ 73152 w 2311527"/>
              <a:gd name="connsiteY36" fmla="*/ 6706 h 426111"/>
              <a:gd name="connsiteX37" fmla="*/ 73152 w 2311527"/>
              <a:gd name="connsiteY37" fmla="*/ 318821 h 426111"/>
              <a:gd name="connsiteX38" fmla="*/ 0 w 2311527"/>
              <a:gd name="connsiteY38" fmla="*/ 318821 h 426111"/>
              <a:gd name="connsiteX39" fmla="*/ 1652245 w 2311527"/>
              <a:gd name="connsiteY39" fmla="*/ 610 h 426111"/>
              <a:gd name="connsiteX40" fmla="*/ 1699794 w 2311527"/>
              <a:gd name="connsiteY40" fmla="*/ 20727 h 426111"/>
              <a:gd name="connsiteX41" fmla="*/ 1718082 w 2311527"/>
              <a:gd name="connsiteY41" fmla="*/ 82906 h 426111"/>
              <a:gd name="connsiteX42" fmla="*/ 1718082 w 2311527"/>
              <a:gd name="connsiteY42" fmla="*/ 248108 h 426111"/>
              <a:gd name="connsiteX43" fmla="*/ 1707719 w 2311527"/>
              <a:gd name="connsiteY43" fmla="*/ 295047 h 426111"/>
              <a:gd name="connsiteX44" fmla="*/ 1654074 w 2311527"/>
              <a:gd name="connsiteY44" fmla="*/ 324917 h 426111"/>
              <a:gd name="connsiteX45" fmla="*/ 1586408 w 2311527"/>
              <a:gd name="connsiteY45" fmla="*/ 292608 h 426111"/>
              <a:gd name="connsiteX46" fmla="*/ 1586408 w 2311527"/>
              <a:gd name="connsiteY46" fmla="*/ 426111 h 426111"/>
              <a:gd name="connsiteX47" fmla="*/ 1514475 w 2311527"/>
              <a:gd name="connsiteY47" fmla="*/ 426111 h 426111"/>
              <a:gd name="connsiteX48" fmla="*/ 1514475 w 2311527"/>
              <a:gd name="connsiteY48" fmla="*/ 6706 h 426111"/>
              <a:gd name="connsiteX49" fmla="*/ 1586408 w 2311527"/>
              <a:gd name="connsiteY49" fmla="*/ 6706 h 426111"/>
              <a:gd name="connsiteX50" fmla="*/ 1586408 w 2311527"/>
              <a:gd name="connsiteY50" fmla="*/ 30480 h 426111"/>
              <a:gd name="connsiteX51" fmla="*/ 1652245 w 2311527"/>
              <a:gd name="connsiteY51" fmla="*/ 610 h 426111"/>
              <a:gd name="connsiteX52" fmla="*/ 1267588 w 2311527"/>
              <a:gd name="connsiteY52" fmla="*/ 610 h 426111"/>
              <a:gd name="connsiteX53" fmla="*/ 1326719 w 2311527"/>
              <a:gd name="connsiteY53" fmla="*/ 31700 h 426111"/>
              <a:gd name="connsiteX54" fmla="*/ 1398042 w 2311527"/>
              <a:gd name="connsiteY54" fmla="*/ 610 h 426111"/>
              <a:gd name="connsiteX55" fmla="*/ 1443152 w 2311527"/>
              <a:gd name="connsiteY55" fmla="*/ 18288 h 426111"/>
              <a:gd name="connsiteX56" fmla="*/ 1460831 w 2311527"/>
              <a:gd name="connsiteY56" fmla="*/ 71324 h 426111"/>
              <a:gd name="connsiteX57" fmla="*/ 1460831 w 2311527"/>
              <a:gd name="connsiteY57" fmla="*/ 318821 h 426111"/>
              <a:gd name="connsiteX58" fmla="*/ 1388288 w 2311527"/>
              <a:gd name="connsiteY58" fmla="*/ 318821 h 426111"/>
              <a:gd name="connsiteX59" fmla="*/ 1388288 w 2311527"/>
              <a:gd name="connsiteY59" fmla="*/ 88392 h 426111"/>
              <a:gd name="connsiteX60" fmla="*/ 1362075 w 2311527"/>
              <a:gd name="connsiteY60" fmla="*/ 51816 h 426111"/>
              <a:gd name="connsiteX61" fmla="*/ 1333424 w 2311527"/>
              <a:gd name="connsiteY61" fmla="*/ 91440 h 426111"/>
              <a:gd name="connsiteX62" fmla="*/ 1333424 w 2311527"/>
              <a:gd name="connsiteY62" fmla="*/ 318821 h 426111"/>
              <a:gd name="connsiteX63" fmla="*/ 1260882 w 2311527"/>
              <a:gd name="connsiteY63" fmla="*/ 318821 h 426111"/>
              <a:gd name="connsiteX64" fmla="*/ 1260882 w 2311527"/>
              <a:gd name="connsiteY64" fmla="*/ 89612 h 426111"/>
              <a:gd name="connsiteX65" fmla="*/ 1234059 w 2311527"/>
              <a:gd name="connsiteY65" fmla="*/ 50597 h 426111"/>
              <a:gd name="connsiteX66" fmla="*/ 1206018 w 2311527"/>
              <a:gd name="connsiteY66" fmla="*/ 87783 h 426111"/>
              <a:gd name="connsiteX67" fmla="*/ 1206018 w 2311527"/>
              <a:gd name="connsiteY67" fmla="*/ 318821 h 426111"/>
              <a:gd name="connsiteX68" fmla="*/ 1133475 w 2311527"/>
              <a:gd name="connsiteY68" fmla="*/ 318821 h 426111"/>
              <a:gd name="connsiteX69" fmla="*/ 1133475 w 2311527"/>
              <a:gd name="connsiteY69" fmla="*/ 6706 h 426111"/>
              <a:gd name="connsiteX70" fmla="*/ 1206627 w 2311527"/>
              <a:gd name="connsiteY70" fmla="*/ 6706 h 426111"/>
              <a:gd name="connsiteX71" fmla="*/ 1206627 w 2311527"/>
              <a:gd name="connsiteY71" fmla="*/ 27432 h 426111"/>
              <a:gd name="connsiteX72" fmla="*/ 1267588 w 2311527"/>
              <a:gd name="connsiteY72" fmla="*/ 610 h 426111"/>
              <a:gd name="connsiteX73" fmla="*/ 990448 w 2311527"/>
              <a:gd name="connsiteY73" fmla="*/ 610 h 426111"/>
              <a:gd name="connsiteX74" fmla="*/ 1056285 w 2311527"/>
              <a:gd name="connsiteY74" fmla="*/ 17679 h 426111"/>
              <a:gd name="connsiteX75" fmla="*/ 1086765 w 2311527"/>
              <a:gd name="connsiteY75" fmla="*/ 87783 h 426111"/>
              <a:gd name="connsiteX76" fmla="*/ 1086765 w 2311527"/>
              <a:gd name="connsiteY76" fmla="*/ 237744 h 426111"/>
              <a:gd name="connsiteX77" fmla="*/ 986791 w 2311527"/>
              <a:gd name="connsiteY77" fmla="*/ 324917 h 426111"/>
              <a:gd name="connsiteX78" fmla="*/ 891693 w 2311527"/>
              <a:gd name="connsiteY78" fmla="*/ 230429 h 426111"/>
              <a:gd name="connsiteX79" fmla="*/ 891693 w 2311527"/>
              <a:gd name="connsiteY79" fmla="*/ 90831 h 426111"/>
              <a:gd name="connsiteX80" fmla="*/ 990448 w 2311527"/>
              <a:gd name="connsiteY80" fmla="*/ 610 h 426111"/>
              <a:gd name="connsiteX81" fmla="*/ 775945 w 2311527"/>
              <a:gd name="connsiteY81" fmla="*/ 610 h 426111"/>
              <a:gd name="connsiteX82" fmla="*/ 823494 w 2311527"/>
              <a:gd name="connsiteY82" fmla="*/ 20727 h 426111"/>
              <a:gd name="connsiteX83" fmla="*/ 841782 w 2311527"/>
              <a:gd name="connsiteY83" fmla="*/ 82906 h 426111"/>
              <a:gd name="connsiteX84" fmla="*/ 841782 w 2311527"/>
              <a:gd name="connsiteY84" fmla="*/ 248108 h 426111"/>
              <a:gd name="connsiteX85" fmla="*/ 831419 w 2311527"/>
              <a:gd name="connsiteY85" fmla="*/ 295047 h 426111"/>
              <a:gd name="connsiteX86" fmla="*/ 777774 w 2311527"/>
              <a:gd name="connsiteY86" fmla="*/ 324917 h 426111"/>
              <a:gd name="connsiteX87" fmla="*/ 710108 w 2311527"/>
              <a:gd name="connsiteY87" fmla="*/ 292608 h 426111"/>
              <a:gd name="connsiteX88" fmla="*/ 710108 w 2311527"/>
              <a:gd name="connsiteY88" fmla="*/ 426111 h 426111"/>
              <a:gd name="connsiteX89" fmla="*/ 638175 w 2311527"/>
              <a:gd name="connsiteY89" fmla="*/ 426111 h 426111"/>
              <a:gd name="connsiteX90" fmla="*/ 638175 w 2311527"/>
              <a:gd name="connsiteY90" fmla="*/ 6706 h 426111"/>
              <a:gd name="connsiteX91" fmla="*/ 710108 w 2311527"/>
              <a:gd name="connsiteY91" fmla="*/ 6706 h 426111"/>
              <a:gd name="connsiteX92" fmla="*/ 710108 w 2311527"/>
              <a:gd name="connsiteY92" fmla="*/ 30480 h 426111"/>
              <a:gd name="connsiteX93" fmla="*/ 775945 w 2311527"/>
              <a:gd name="connsiteY93" fmla="*/ 610 h 426111"/>
              <a:gd name="connsiteX94" fmla="*/ 2098167 w 2311527"/>
              <a:gd name="connsiteY94" fmla="*/ 0 h 426111"/>
              <a:gd name="connsiteX95" fmla="*/ 2187169 w 2311527"/>
              <a:gd name="connsiteY95" fmla="*/ 71933 h 426111"/>
              <a:gd name="connsiteX96" fmla="*/ 2187169 w 2311527"/>
              <a:gd name="connsiteY96" fmla="*/ 106071 h 426111"/>
              <a:gd name="connsiteX97" fmla="*/ 2124380 w 2311527"/>
              <a:gd name="connsiteY97" fmla="*/ 106071 h 426111"/>
              <a:gd name="connsiteX98" fmla="*/ 2121333 w 2311527"/>
              <a:gd name="connsiteY98" fmla="*/ 64618 h 426111"/>
              <a:gd name="connsiteX99" fmla="*/ 2098167 w 2311527"/>
              <a:gd name="connsiteY99" fmla="*/ 49988 h 426111"/>
              <a:gd name="connsiteX100" fmla="*/ 2072564 w 2311527"/>
              <a:gd name="connsiteY100" fmla="*/ 78029 h 426111"/>
              <a:gd name="connsiteX101" fmla="*/ 2093291 w 2311527"/>
              <a:gd name="connsiteY101" fmla="*/ 112167 h 426111"/>
              <a:gd name="connsiteX102" fmla="*/ 2159737 w 2311527"/>
              <a:gd name="connsiteY102" fmla="*/ 159106 h 426111"/>
              <a:gd name="connsiteX103" fmla="*/ 2179854 w 2311527"/>
              <a:gd name="connsiteY103" fmla="*/ 179832 h 426111"/>
              <a:gd name="connsiteX104" fmla="*/ 2190217 w 2311527"/>
              <a:gd name="connsiteY104" fmla="*/ 228600 h 426111"/>
              <a:gd name="connsiteX105" fmla="*/ 2178025 w 2311527"/>
              <a:gd name="connsiteY105" fmla="*/ 291389 h 426111"/>
              <a:gd name="connsiteX106" fmla="*/ 2093900 w 2311527"/>
              <a:gd name="connsiteY106" fmla="*/ 324917 h 426111"/>
              <a:gd name="connsiteX107" fmla="*/ 1999412 w 2311527"/>
              <a:gd name="connsiteY107" fmla="*/ 242012 h 426111"/>
              <a:gd name="connsiteX108" fmla="*/ 1999412 w 2311527"/>
              <a:gd name="connsiteY108" fmla="*/ 209093 h 426111"/>
              <a:gd name="connsiteX109" fmla="*/ 2066468 w 2311527"/>
              <a:gd name="connsiteY109" fmla="*/ 209093 h 426111"/>
              <a:gd name="connsiteX110" fmla="*/ 2070126 w 2311527"/>
              <a:gd name="connsiteY110" fmla="*/ 257861 h 426111"/>
              <a:gd name="connsiteX111" fmla="*/ 2095119 w 2311527"/>
              <a:gd name="connsiteY111" fmla="*/ 273101 h 426111"/>
              <a:gd name="connsiteX112" fmla="*/ 2123161 w 2311527"/>
              <a:gd name="connsiteY112" fmla="*/ 238964 h 426111"/>
              <a:gd name="connsiteX113" fmla="*/ 2120113 w 2311527"/>
              <a:gd name="connsiteY113" fmla="*/ 217018 h 426111"/>
              <a:gd name="connsiteX114" fmla="*/ 2101825 w 2311527"/>
              <a:gd name="connsiteY114" fmla="*/ 198120 h 426111"/>
              <a:gd name="connsiteX115" fmla="*/ 2041475 w 2311527"/>
              <a:gd name="connsiteY115" fmla="*/ 155448 h 426111"/>
              <a:gd name="connsiteX116" fmla="*/ 2021358 w 2311527"/>
              <a:gd name="connsiteY116" fmla="*/ 135941 h 426111"/>
              <a:gd name="connsiteX117" fmla="*/ 2004289 w 2311527"/>
              <a:gd name="connsiteY117" fmla="*/ 80468 h 426111"/>
              <a:gd name="connsiteX118" fmla="*/ 2098167 w 2311527"/>
              <a:gd name="connsiteY118" fmla="*/ 0 h 426111"/>
              <a:gd name="connsiteX119" fmla="*/ 1866748 w 2311527"/>
              <a:gd name="connsiteY119" fmla="*/ 0 h 426111"/>
              <a:gd name="connsiteX120" fmla="*/ 1922222 w 2311527"/>
              <a:gd name="connsiteY120" fmla="*/ 11583 h 426111"/>
              <a:gd name="connsiteX121" fmla="*/ 1959407 w 2311527"/>
              <a:gd name="connsiteY121" fmla="*/ 68885 h 426111"/>
              <a:gd name="connsiteX122" fmla="*/ 1959407 w 2311527"/>
              <a:gd name="connsiteY122" fmla="*/ 242621 h 426111"/>
              <a:gd name="connsiteX123" fmla="*/ 1961236 w 2311527"/>
              <a:gd name="connsiteY123" fmla="*/ 293218 h 426111"/>
              <a:gd name="connsiteX124" fmla="*/ 1973428 w 2311527"/>
              <a:gd name="connsiteY124" fmla="*/ 318821 h 426111"/>
              <a:gd name="connsiteX125" fmla="*/ 1897228 w 2311527"/>
              <a:gd name="connsiteY125" fmla="*/ 318821 h 426111"/>
              <a:gd name="connsiteX126" fmla="*/ 1888694 w 2311527"/>
              <a:gd name="connsiteY126" fmla="*/ 291389 h 426111"/>
              <a:gd name="connsiteX127" fmla="*/ 1863700 w 2311527"/>
              <a:gd name="connsiteY127" fmla="*/ 315164 h 426111"/>
              <a:gd name="connsiteX128" fmla="*/ 1825905 w 2311527"/>
              <a:gd name="connsiteY128" fmla="*/ 325527 h 426111"/>
              <a:gd name="connsiteX129" fmla="*/ 1772260 w 2311527"/>
              <a:gd name="connsiteY129" fmla="*/ 293828 h 426111"/>
              <a:gd name="connsiteX130" fmla="*/ 1764335 w 2311527"/>
              <a:gd name="connsiteY130" fmla="*/ 239573 h 426111"/>
              <a:gd name="connsiteX131" fmla="*/ 1770431 w 2311527"/>
              <a:gd name="connsiteY131" fmla="*/ 179223 h 426111"/>
              <a:gd name="connsiteX132" fmla="*/ 1811884 w 2311527"/>
              <a:gd name="connsiteY132" fmla="*/ 143256 h 426111"/>
              <a:gd name="connsiteX133" fmla="*/ 1887475 w 2311527"/>
              <a:gd name="connsiteY133" fmla="*/ 105461 h 426111"/>
              <a:gd name="connsiteX134" fmla="*/ 1886865 w 2311527"/>
              <a:gd name="connsiteY134" fmla="*/ 70714 h 426111"/>
              <a:gd name="connsiteX135" fmla="*/ 1861871 w 2311527"/>
              <a:gd name="connsiteY135" fmla="*/ 49988 h 426111"/>
              <a:gd name="connsiteX136" fmla="*/ 1839926 w 2311527"/>
              <a:gd name="connsiteY136" fmla="*/ 62180 h 426111"/>
              <a:gd name="connsiteX137" fmla="*/ 1836878 w 2311527"/>
              <a:gd name="connsiteY137" fmla="*/ 103023 h 426111"/>
              <a:gd name="connsiteX138" fmla="*/ 1770431 w 2311527"/>
              <a:gd name="connsiteY138" fmla="*/ 103023 h 426111"/>
              <a:gd name="connsiteX139" fmla="*/ 1772870 w 2311527"/>
              <a:gd name="connsiteY139" fmla="*/ 52426 h 426111"/>
              <a:gd name="connsiteX140" fmla="*/ 1787500 w 2311527"/>
              <a:gd name="connsiteY140" fmla="*/ 23775 h 426111"/>
              <a:gd name="connsiteX141" fmla="*/ 1866748 w 2311527"/>
              <a:gd name="connsiteY141" fmla="*/ 0 h 426111"/>
              <a:gd name="connsiteX142" fmla="*/ 212217 w 2311527"/>
              <a:gd name="connsiteY142" fmla="*/ 0 h 426111"/>
              <a:gd name="connsiteX143" fmla="*/ 301219 w 2311527"/>
              <a:gd name="connsiteY143" fmla="*/ 71933 h 426111"/>
              <a:gd name="connsiteX144" fmla="*/ 301219 w 2311527"/>
              <a:gd name="connsiteY144" fmla="*/ 106071 h 426111"/>
              <a:gd name="connsiteX145" fmla="*/ 238430 w 2311527"/>
              <a:gd name="connsiteY145" fmla="*/ 106071 h 426111"/>
              <a:gd name="connsiteX146" fmla="*/ 235382 w 2311527"/>
              <a:gd name="connsiteY146" fmla="*/ 64618 h 426111"/>
              <a:gd name="connsiteX147" fmla="*/ 212217 w 2311527"/>
              <a:gd name="connsiteY147" fmla="*/ 49988 h 426111"/>
              <a:gd name="connsiteX148" fmla="*/ 186614 w 2311527"/>
              <a:gd name="connsiteY148" fmla="*/ 78029 h 426111"/>
              <a:gd name="connsiteX149" fmla="*/ 207341 w 2311527"/>
              <a:gd name="connsiteY149" fmla="*/ 112167 h 426111"/>
              <a:gd name="connsiteX150" fmla="*/ 273787 w 2311527"/>
              <a:gd name="connsiteY150" fmla="*/ 159106 h 426111"/>
              <a:gd name="connsiteX151" fmla="*/ 293904 w 2311527"/>
              <a:gd name="connsiteY151" fmla="*/ 179832 h 426111"/>
              <a:gd name="connsiteX152" fmla="*/ 304267 w 2311527"/>
              <a:gd name="connsiteY152" fmla="*/ 228600 h 426111"/>
              <a:gd name="connsiteX153" fmla="*/ 292075 w 2311527"/>
              <a:gd name="connsiteY153" fmla="*/ 291389 h 426111"/>
              <a:gd name="connsiteX154" fmla="*/ 207950 w 2311527"/>
              <a:gd name="connsiteY154" fmla="*/ 324917 h 426111"/>
              <a:gd name="connsiteX155" fmla="*/ 113462 w 2311527"/>
              <a:gd name="connsiteY155" fmla="*/ 242012 h 426111"/>
              <a:gd name="connsiteX156" fmla="*/ 113462 w 2311527"/>
              <a:gd name="connsiteY156" fmla="*/ 209093 h 426111"/>
              <a:gd name="connsiteX157" fmla="*/ 180518 w 2311527"/>
              <a:gd name="connsiteY157" fmla="*/ 209093 h 426111"/>
              <a:gd name="connsiteX158" fmla="*/ 184176 w 2311527"/>
              <a:gd name="connsiteY158" fmla="*/ 257861 h 426111"/>
              <a:gd name="connsiteX159" fmla="*/ 209169 w 2311527"/>
              <a:gd name="connsiteY159" fmla="*/ 273101 h 426111"/>
              <a:gd name="connsiteX160" fmla="*/ 237211 w 2311527"/>
              <a:gd name="connsiteY160" fmla="*/ 238964 h 426111"/>
              <a:gd name="connsiteX161" fmla="*/ 234163 w 2311527"/>
              <a:gd name="connsiteY161" fmla="*/ 217018 h 426111"/>
              <a:gd name="connsiteX162" fmla="*/ 215875 w 2311527"/>
              <a:gd name="connsiteY162" fmla="*/ 198120 h 426111"/>
              <a:gd name="connsiteX163" fmla="*/ 155525 w 2311527"/>
              <a:gd name="connsiteY163" fmla="*/ 155448 h 426111"/>
              <a:gd name="connsiteX164" fmla="*/ 135408 w 2311527"/>
              <a:gd name="connsiteY164" fmla="*/ 135941 h 426111"/>
              <a:gd name="connsiteX165" fmla="*/ 118339 w 2311527"/>
              <a:gd name="connsiteY165" fmla="*/ 80468 h 426111"/>
              <a:gd name="connsiteX166" fmla="*/ 212217 w 2311527"/>
              <a:gd name="connsiteY166" fmla="*/ 0 h 4261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</a:cxnLst>
            <a:rect l="l" t="t" r="r" b="b"/>
            <a:pathLst>
              <a:path w="2311527" h="426111">
                <a:moveTo>
                  <a:pt x="1886865" y="161544"/>
                </a:moveTo>
                <a:lnTo>
                  <a:pt x="1851508" y="184709"/>
                </a:lnTo>
                <a:cubicBezTo>
                  <a:pt x="1844599" y="189180"/>
                  <a:pt x="1840129" y="194869"/>
                  <a:pt x="1838097" y="201778"/>
                </a:cubicBezTo>
                <a:cubicBezTo>
                  <a:pt x="1836065" y="208687"/>
                  <a:pt x="1835049" y="220269"/>
                  <a:pt x="1835049" y="236525"/>
                </a:cubicBezTo>
                <a:cubicBezTo>
                  <a:pt x="1835049" y="259284"/>
                  <a:pt x="1840739" y="270663"/>
                  <a:pt x="1852118" y="270663"/>
                </a:cubicBezTo>
                <a:cubicBezTo>
                  <a:pt x="1861465" y="270663"/>
                  <a:pt x="1873047" y="264770"/>
                  <a:pt x="1886865" y="252984"/>
                </a:cubicBezTo>
                <a:close/>
                <a:moveTo>
                  <a:pt x="1616888" y="54864"/>
                </a:moveTo>
                <a:cubicBezTo>
                  <a:pt x="1596975" y="54864"/>
                  <a:pt x="1587018" y="66853"/>
                  <a:pt x="1587018" y="90831"/>
                </a:cubicBezTo>
                <a:lnTo>
                  <a:pt x="1587018" y="231039"/>
                </a:lnTo>
                <a:cubicBezTo>
                  <a:pt x="1587018" y="254204"/>
                  <a:pt x="1596771" y="265786"/>
                  <a:pt x="1616279" y="265786"/>
                </a:cubicBezTo>
                <a:cubicBezTo>
                  <a:pt x="1635786" y="265786"/>
                  <a:pt x="1645539" y="255016"/>
                  <a:pt x="1645539" y="233477"/>
                </a:cubicBezTo>
                <a:lnTo>
                  <a:pt x="1645539" y="89002"/>
                </a:lnTo>
                <a:cubicBezTo>
                  <a:pt x="1645539" y="66244"/>
                  <a:pt x="1635989" y="54864"/>
                  <a:pt x="1616888" y="54864"/>
                </a:cubicBezTo>
                <a:close/>
                <a:moveTo>
                  <a:pt x="740588" y="54864"/>
                </a:moveTo>
                <a:cubicBezTo>
                  <a:pt x="720675" y="54864"/>
                  <a:pt x="710718" y="66853"/>
                  <a:pt x="710718" y="90831"/>
                </a:cubicBezTo>
                <a:lnTo>
                  <a:pt x="710718" y="231039"/>
                </a:lnTo>
                <a:cubicBezTo>
                  <a:pt x="710718" y="254204"/>
                  <a:pt x="720471" y="265786"/>
                  <a:pt x="739979" y="265786"/>
                </a:cubicBezTo>
                <a:cubicBezTo>
                  <a:pt x="759486" y="265786"/>
                  <a:pt x="769239" y="255016"/>
                  <a:pt x="769239" y="233477"/>
                </a:cubicBezTo>
                <a:lnTo>
                  <a:pt x="769239" y="89002"/>
                </a:lnTo>
                <a:cubicBezTo>
                  <a:pt x="769239" y="66244"/>
                  <a:pt x="759689" y="54864"/>
                  <a:pt x="740588" y="54864"/>
                </a:cubicBezTo>
                <a:close/>
                <a:moveTo>
                  <a:pt x="990448" y="45720"/>
                </a:moveTo>
                <a:cubicBezTo>
                  <a:pt x="972973" y="45720"/>
                  <a:pt x="964235" y="58522"/>
                  <a:pt x="964235" y="84125"/>
                </a:cubicBezTo>
                <a:lnTo>
                  <a:pt x="964235" y="242621"/>
                </a:lnTo>
                <a:cubicBezTo>
                  <a:pt x="964235" y="264160"/>
                  <a:pt x="972566" y="274930"/>
                  <a:pt x="989229" y="274930"/>
                </a:cubicBezTo>
                <a:cubicBezTo>
                  <a:pt x="1006298" y="274930"/>
                  <a:pt x="1014832" y="263957"/>
                  <a:pt x="1014832" y="242012"/>
                </a:cubicBezTo>
                <a:lnTo>
                  <a:pt x="1014832" y="83516"/>
                </a:lnTo>
                <a:cubicBezTo>
                  <a:pt x="1014832" y="58319"/>
                  <a:pt x="1006704" y="45720"/>
                  <a:pt x="990448" y="45720"/>
                </a:cubicBezTo>
                <a:close/>
                <a:moveTo>
                  <a:pt x="2238375" y="6706"/>
                </a:moveTo>
                <a:lnTo>
                  <a:pt x="2311527" y="6706"/>
                </a:lnTo>
                <a:lnTo>
                  <a:pt x="2311527" y="318821"/>
                </a:lnTo>
                <a:lnTo>
                  <a:pt x="2238375" y="318821"/>
                </a:lnTo>
                <a:close/>
                <a:moveTo>
                  <a:pt x="352425" y="6706"/>
                </a:moveTo>
                <a:lnTo>
                  <a:pt x="425577" y="6706"/>
                </a:lnTo>
                <a:lnTo>
                  <a:pt x="425577" y="318821"/>
                </a:lnTo>
                <a:lnTo>
                  <a:pt x="352425" y="318821"/>
                </a:lnTo>
                <a:close/>
                <a:moveTo>
                  <a:pt x="0" y="6706"/>
                </a:moveTo>
                <a:lnTo>
                  <a:pt x="73152" y="6706"/>
                </a:lnTo>
                <a:lnTo>
                  <a:pt x="73152" y="318821"/>
                </a:lnTo>
                <a:lnTo>
                  <a:pt x="0" y="318821"/>
                </a:lnTo>
                <a:close/>
                <a:moveTo>
                  <a:pt x="1652245" y="610"/>
                </a:moveTo>
                <a:cubicBezTo>
                  <a:pt x="1671752" y="610"/>
                  <a:pt x="1687602" y="7316"/>
                  <a:pt x="1699794" y="20727"/>
                </a:cubicBezTo>
                <a:cubicBezTo>
                  <a:pt x="1711986" y="34138"/>
                  <a:pt x="1718082" y="54864"/>
                  <a:pt x="1718082" y="82906"/>
                </a:cubicBezTo>
                <a:lnTo>
                  <a:pt x="1718082" y="248108"/>
                </a:lnTo>
                <a:cubicBezTo>
                  <a:pt x="1718082" y="267208"/>
                  <a:pt x="1714627" y="282855"/>
                  <a:pt x="1707719" y="295047"/>
                </a:cubicBezTo>
                <a:cubicBezTo>
                  <a:pt x="1696339" y="314960"/>
                  <a:pt x="1678458" y="324917"/>
                  <a:pt x="1654074" y="324917"/>
                </a:cubicBezTo>
                <a:cubicBezTo>
                  <a:pt x="1634567" y="324917"/>
                  <a:pt x="1612012" y="314148"/>
                  <a:pt x="1586408" y="292608"/>
                </a:cubicBezTo>
                <a:lnTo>
                  <a:pt x="1586408" y="426111"/>
                </a:lnTo>
                <a:lnTo>
                  <a:pt x="1514475" y="426111"/>
                </a:lnTo>
                <a:lnTo>
                  <a:pt x="1514475" y="6706"/>
                </a:lnTo>
                <a:lnTo>
                  <a:pt x="1586408" y="6706"/>
                </a:lnTo>
                <a:lnTo>
                  <a:pt x="1586408" y="30480"/>
                </a:lnTo>
                <a:cubicBezTo>
                  <a:pt x="1609573" y="10567"/>
                  <a:pt x="1631519" y="610"/>
                  <a:pt x="1652245" y="610"/>
                </a:cubicBezTo>
                <a:close/>
                <a:moveTo>
                  <a:pt x="1267588" y="610"/>
                </a:moveTo>
                <a:cubicBezTo>
                  <a:pt x="1290346" y="610"/>
                  <a:pt x="1310056" y="10973"/>
                  <a:pt x="1326719" y="31700"/>
                </a:cubicBezTo>
                <a:cubicBezTo>
                  <a:pt x="1349883" y="10973"/>
                  <a:pt x="1373658" y="610"/>
                  <a:pt x="1398042" y="610"/>
                </a:cubicBezTo>
                <a:cubicBezTo>
                  <a:pt x="1416330" y="610"/>
                  <a:pt x="1431367" y="6503"/>
                  <a:pt x="1443152" y="18288"/>
                </a:cubicBezTo>
                <a:cubicBezTo>
                  <a:pt x="1454938" y="30074"/>
                  <a:pt x="1460831" y="47752"/>
                  <a:pt x="1460831" y="71324"/>
                </a:cubicBezTo>
                <a:lnTo>
                  <a:pt x="1460831" y="318821"/>
                </a:lnTo>
                <a:lnTo>
                  <a:pt x="1388288" y="318821"/>
                </a:lnTo>
                <a:lnTo>
                  <a:pt x="1388288" y="88392"/>
                </a:lnTo>
                <a:cubicBezTo>
                  <a:pt x="1388288" y="64008"/>
                  <a:pt x="1379551" y="51816"/>
                  <a:pt x="1362075" y="51816"/>
                </a:cubicBezTo>
                <a:cubicBezTo>
                  <a:pt x="1342975" y="51816"/>
                  <a:pt x="1333424" y="65024"/>
                  <a:pt x="1333424" y="91440"/>
                </a:cubicBezTo>
                <a:lnTo>
                  <a:pt x="1333424" y="318821"/>
                </a:lnTo>
                <a:lnTo>
                  <a:pt x="1260882" y="318821"/>
                </a:lnTo>
                <a:lnTo>
                  <a:pt x="1260882" y="89612"/>
                </a:lnTo>
                <a:cubicBezTo>
                  <a:pt x="1260882" y="63602"/>
                  <a:pt x="1251941" y="50597"/>
                  <a:pt x="1234059" y="50597"/>
                </a:cubicBezTo>
                <a:cubicBezTo>
                  <a:pt x="1215365" y="50597"/>
                  <a:pt x="1206018" y="62992"/>
                  <a:pt x="1206018" y="87783"/>
                </a:cubicBezTo>
                <a:lnTo>
                  <a:pt x="1206018" y="318821"/>
                </a:lnTo>
                <a:lnTo>
                  <a:pt x="1133475" y="318821"/>
                </a:lnTo>
                <a:lnTo>
                  <a:pt x="1133475" y="6706"/>
                </a:lnTo>
                <a:lnTo>
                  <a:pt x="1206627" y="6706"/>
                </a:lnTo>
                <a:lnTo>
                  <a:pt x="1206627" y="27432"/>
                </a:lnTo>
                <a:cubicBezTo>
                  <a:pt x="1227354" y="9551"/>
                  <a:pt x="1247674" y="610"/>
                  <a:pt x="1267588" y="610"/>
                </a:cubicBezTo>
                <a:close/>
                <a:moveTo>
                  <a:pt x="990448" y="610"/>
                </a:moveTo>
                <a:cubicBezTo>
                  <a:pt x="1017677" y="610"/>
                  <a:pt x="1039623" y="6300"/>
                  <a:pt x="1056285" y="17679"/>
                </a:cubicBezTo>
                <a:cubicBezTo>
                  <a:pt x="1076605" y="31496"/>
                  <a:pt x="1086765" y="54864"/>
                  <a:pt x="1086765" y="87783"/>
                </a:cubicBezTo>
                <a:lnTo>
                  <a:pt x="1086765" y="237744"/>
                </a:lnTo>
                <a:cubicBezTo>
                  <a:pt x="1086765" y="295860"/>
                  <a:pt x="1053440" y="324917"/>
                  <a:pt x="986791" y="324917"/>
                </a:cubicBezTo>
                <a:cubicBezTo>
                  <a:pt x="923392" y="324917"/>
                  <a:pt x="891693" y="293421"/>
                  <a:pt x="891693" y="230429"/>
                </a:cubicBezTo>
                <a:lnTo>
                  <a:pt x="891693" y="90831"/>
                </a:lnTo>
                <a:cubicBezTo>
                  <a:pt x="891693" y="30684"/>
                  <a:pt x="924611" y="610"/>
                  <a:pt x="990448" y="610"/>
                </a:cubicBezTo>
                <a:close/>
                <a:moveTo>
                  <a:pt x="775945" y="610"/>
                </a:moveTo>
                <a:cubicBezTo>
                  <a:pt x="795452" y="610"/>
                  <a:pt x="811302" y="7316"/>
                  <a:pt x="823494" y="20727"/>
                </a:cubicBezTo>
                <a:cubicBezTo>
                  <a:pt x="835686" y="34138"/>
                  <a:pt x="841782" y="54864"/>
                  <a:pt x="841782" y="82906"/>
                </a:cubicBezTo>
                <a:lnTo>
                  <a:pt x="841782" y="248108"/>
                </a:lnTo>
                <a:cubicBezTo>
                  <a:pt x="841782" y="267208"/>
                  <a:pt x="838327" y="282855"/>
                  <a:pt x="831419" y="295047"/>
                </a:cubicBezTo>
                <a:cubicBezTo>
                  <a:pt x="820039" y="314960"/>
                  <a:pt x="802158" y="324917"/>
                  <a:pt x="777774" y="324917"/>
                </a:cubicBezTo>
                <a:cubicBezTo>
                  <a:pt x="758267" y="324917"/>
                  <a:pt x="735711" y="314148"/>
                  <a:pt x="710108" y="292608"/>
                </a:cubicBezTo>
                <a:lnTo>
                  <a:pt x="710108" y="426111"/>
                </a:lnTo>
                <a:lnTo>
                  <a:pt x="638175" y="426111"/>
                </a:lnTo>
                <a:lnTo>
                  <a:pt x="638175" y="6706"/>
                </a:lnTo>
                <a:lnTo>
                  <a:pt x="710108" y="6706"/>
                </a:lnTo>
                <a:lnTo>
                  <a:pt x="710108" y="30480"/>
                </a:lnTo>
                <a:cubicBezTo>
                  <a:pt x="733273" y="10567"/>
                  <a:pt x="755219" y="610"/>
                  <a:pt x="775945" y="610"/>
                </a:cubicBezTo>
                <a:close/>
                <a:moveTo>
                  <a:pt x="2098167" y="0"/>
                </a:moveTo>
                <a:cubicBezTo>
                  <a:pt x="2157502" y="0"/>
                  <a:pt x="2187169" y="23978"/>
                  <a:pt x="2187169" y="71933"/>
                </a:cubicBezTo>
                <a:lnTo>
                  <a:pt x="2187169" y="106071"/>
                </a:lnTo>
                <a:lnTo>
                  <a:pt x="2124380" y="106071"/>
                </a:lnTo>
                <a:cubicBezTo>
                  <a:pt x="2124380" y="84938"/>
                  <a:pt x="2123364" y="71120"/>
                  <a:pt x="2121333" y="64618"/>
                </a:cubicBezTo>
                <a:cubicBezTo>
                  <a:pt x="2117675" y="54864"/>
                  <a:pt x="2109953" y="49988"/>
                  <a:pt x="2098167" y="49988"/>
                </a:cubicBezTo>
                <a:cubicBezTo>
                  <a:pt x="2081099" y="49988"/>
                  <a:pt x="2072564" y="59335"/>
                  <a:pt x="2072564" y="78029"/>
                </a:cubicBezTo>
                <a:cubicBezTo>
                  <a:pt x="2072564" y="91034"/>
                  <a:pt x="2079473" y="102413"/>
                  <a:pt x="2093291" y="112167"/>
                </a:cubicBezTo>
                <a:lnTo>
                  <a:pt x="2159737" y="159106"/>
                </a:lnTo>
                <a:cubicBezTo>
                  <a:pt x="2169084" y="165608"/>
                  <a:pt x="2175790" y="172517"/>
                  <a:pt x="2179854" y="179832"/>
                </a:cubicBezTo>
                <a:cubicBezTo>
                  <a:pt x="2186763" y="189586"/>
                  <a:pt x="2190217" y="205842"/>
                  <a:pt x="2190217" y="228600"/>
                </a:cubicBezTo>
                <a:cubicBezTo>
                  <a:pt x="2190217" y="257861"/>
                  <a:pt x="2186153" y="278791"/>
                  <a:pt x="2178025" y="291389"/>
                </a:cubicBezTo>
                <a:cubicBezTo>
                  <a:pt x="2164207" y="313741"/>
                  <a:pt x="2136166" y="324917"/>
                  <a:pt x="2093900" y="324917"/>
                </a:cubicBezTo>
                <a:cubicBezTo>
                  <a:pt x="2030908" y="324917"/>
                  <a:pt x="1999412" y="297282"/>
                  <a:pt x="1999412" y="242012"/>
                </a:cubicBezTo>
                <a:lnTo>
                  <a:pt x="1999412" y="209093"/>
                </a:lnTo>
                <a:lnTo>
                  <a:pt x="2066468" y="209093"/>
                </a:lnTo>
                <a:cubicBezTo>
                  <a:pt x="2066468" y="234696"/>
                  <a:pt x="2067687" y="250952"/>
                  <a:pt x="2070126" y="257861"/>
                </a:cubicBezTo>
                <a:cubicBezTo>
                  <a:pt x="2073377" y="268021"/>
                  <a:pt x="2081708" y="273101"/>
                  <a:pt x="2095119" y="273101"/>
                </a:cubicBezTo>
                <a:cubicBezTo>
                  <a:pt x="2113814" y="273101"/>
                  <a:pt x="2123161" y="261722"/>
                  <a:pt x="2123161" y="238964"/>
                </a:cubicBezTo>
                <a:cubicBezTo>
                  <a:pt x="2123161" y="228804"/>
                  <a:pt x="2122145" y="221488"/>
                  <a:pt x="2120113" y="217018"/>
                </a:cubicBezTo>
                <a:cubicBezTo>
                  <a:pt x="2117268" y="210922"/>
                  <a:pt x="2111172" y="204623"/>
                  <a:pt x="2101825" y="198120"/>
                </a:cubicBezTo>
                <a:lnTo>
                  <a:pt x="2041475" y="155448"/>
                </a:lnTo>
                <a:cubicBezTo>
                  <a:pt x="2035379" y="150978"/>
                  <a:pt x="2028673" y="144476"/>
                  <a:pt x="2021358" y="135941"/>
                </a:cubicBezTo>
                <a:cubicBezTo>
                  <a:pt x="2009979" y="122530"/>
                  <a:pt x="2004289" y="104039"/>
                  <a:pt x="2004289" y="80468"/>
                </a:cubicBezTo>
                <a:cubicBezTo>
                  <a:pt x="2004289" y="26823"/>
                  <a:pt x="2035582" y="0"/>
                  <a:pt x="2098167" y="0"/>
                </a:cubicBezTo>
                <a:close/>
                <a:moveTo>
                  <a:pt x="1866748" y="0"/>
                </a:moveTo>
                <a:cubicBezTo>
                  <a:pt x="1888694" y="0"/>
                  <a:pt x="1907185" y="3861"/>
                  <a:pt x="1922222" y="11583"/>
                </a:cubicBezTo>
                <a:cubicBezTo>
                  <a:pt x="1947012" y="24181"/>
                  <a:pt x="1959407" y="43282"/>
                  <a:pt x="1959407" y="68885"/>
                </a:cubicBezTo>
                <a:lnTo>
                  <a:pt x="1959407" y="242621"/>
                </a:lnTo>
                <a:cubicBezTo>
                  <a:pt x="1959407" y="268631"/>
                  <a:pt x="1960017" y="285496"/>
                  <a:pt x="1961236" y="293218"/>
                </a:cubicBezTo>
                <a:cubicBezTo>
                  <a:pt x="1962862" y="305410"/>
                  <a:pt x="1966926" y="313944"/>
                  <a:pt x="1973428" y="318821"/>
                </a:cubicBezTo>
                <a:lnTo>
                  <a:pt x="1897228" y="318821"/>
                </a:lnTo>
                <a:cubicBezTo>
                  <a:pt x="1891945" y="313132"/>
                  <a:pt x="1889100" y="303988"/>
                  <a:pt x="1888694" y="291389"/>
                </a:cubicBezTo>
                <a:cubicBezTo>
                  <a:pt x="1878940" y="302768"/>
                  <a:pt x="1870609" y="310693"/>
                  <a:pt x="1863700" y="315164"/>
                </a:cubicBezTo>
                <a:cubicBezTo>
                  <a:pt x="1853134" y="322072"/>
                  <a:pt x="1840535" y="325527"/>
                  <a:pt x="1825905" y="325527"/>
                </a:cubicBezTo>
                <a:cubicBezTo>
                  <a:pt x="1799083" y="325527"/>
                  <a:pt x="1781201" y="314960"/>
                  <a:pt x="1772260" y="293828"/>
                </a:cubicBezTo>
                <a:cubicBezTo>
                  <a:pt x="1766977" y="282042"/>
                  <a:pt x="1764335" y="263957"/>
                  <a:pt x="1764335" y="239573"/>
                </a:cubicBezTo>
                <a:cubicBezTo>
                  <a:pt x="1764335" y="209093"/>
                  <a:pt x="1766367" y="188976"/>
                  <a:pt x="1770431" y="179223"/>
                </a:cubicBezTo>
                <a:cubicBezTo>
                  <a:pt x="1775714" y="166218"/>
                  <a:pt x="1789532" y="154229"/>
                  <a:pt x="1811884" y="143256"/>
                </a:cubicBezTo>
                <a:lnTo>
                  <a:pt x="1887475" y="105461"/>
                </a:lnTo>
                <a:cubicBezTo>
                  <a:pt x="1887475" y="84328"/>
                  <a:pt x="1887271" y="72746"/>
                  <a:pt x="1886865" y="70714"/>
                </a:cubicBezTo>
                <a:cubicBezTo>
                  <a:pt x="1885646" y="56896"/>
                  <a:pt x="1877315" y="49988"/>
                  <a:pt x="1861871" y="49988"/>
                </a:cubicBezTo>
                <a:cubicBezTo>
                  <a:pt x="1850086" y="49988"/>
                  <a:pt x="1842771" y="54052"/>
                  <a:pt x="1839926" y="62180"/>
                </a:cubicBezTo>
                <a:cubicBezTo>
                  <a:pt x="1837894" y="67869"/>
                  <a:pt x="1836878" y="81484"/>
                  <a:pt x="1836878" y="103023"/>
                </a:cubicBezTo>
                <a:lnTo>
                  <a:pt x="1770431" y="103023"/>
                </a:lnTo>
                <a:cubicBezTo>
                  <a:pt x="1770431" y="77013"/>
                  <a:pt x="1771244" y="60148"/>
                  <a:pt x="1772870" y="52426"/>
                </a:cubicBezTo>
                <a:cubicBezTo>
                  <a:pt x="1774495" y="41453"/>
                  <a:pt x="1779372" y="31903"/>
                  <a:pt x="1787500" y="23775"/>
                </a:cubicBezTo>
                <a:cubicBezTo>
                  <a:pt x="1803350" y="7925"/>
                  <a:pt x="1829766" y="0"/>
                  <a:pt x="1866748" y="0"/>
                </a:cubicBezTo>
                <a:close/>
                <a:moveTo>
                  <a:pt x="212217" y="0"/>
                </a:moveTo>
                <a:cubicBezTo>
                  <a:pt x="271552" y="0"/>
                  <a:pt x="301219" y="23978"/>
                  <a:pt x="301219" y="71933"/>
                </a:cubicBezTo>
                <a:lnTo>
                  <a:pt x="301219" y="106071"/>
                </a:lnTo>
                <a:lnTo>
                  <a:pt x="238430" y="106071"/>
                </a:lnTo>
                <a:cubicBezTo>
                  <a:pt x="238430" y="84938"/>
                  <a:pt x="237414" y="71120"/>
                  <a:pt x="235382" y="64618"/>
                </a:cubicBezTo>
                <a:cubicBezTo>
                  <a:pt x="231725" y="54864"/>
                  <a:pt x="224003" y="49988"/>
                  <a:pt x="212217" y="49988"/>
                </a:cubicBezTo>
                <a:cubicBezTo>
                  <a:pt x="195149" y="49988"/>
                  <a:pt x="186614" y="59335"/>
                  <a:pt x="186614" y="78029"/>
                </a:cubicBezTo>
                <a:cubicBezTo>
                  <a:pt x="186614" y="91034"/>
                  <a:pt x="193523" y="102413"/>
                  <a:pt x="207341" y="112167"/>
                </a:cubicBezTo>
                <a:lnTo>
                  <a:pt x="273787" y="159106"/>
                </a:lnTo>
                <a:cubicBezTo>
                  <a:pt x="283134" y="165608"/>
                  <a:pt x="289840" y="172517"/>
                  <a:pt x="293904" y="179832"/>
                </a:cubicBezTo>
                <a:cubicBezTo>
                  <a:pt x="300813" y="189586"/>
                  <a:pt x="304267" y="205842"/>
                  <a:pt x="304267" y="228600"/>
                </a:cubicBezTo>
                <a:cubicBezTo>
                  <a:pt x="304267" y="257861"/>
                  <a:pt x="300203" y="278791"/>
                  <a:pt x="292075" y="291389"/>
                </a:cubicBezTo>
                <a:cubicBezTo>
                  <a:pt x="278257" y="313741"/>
                  <a:pt x="250216" y="324917"/>
                  <a:pt x="207950" y="324917"/>
                </a:cubicBezTo>
                <a:cubicBezTo>
                  <a:pt x="144958" y="324917"/>
                  <a:pt x="113462" y="297282"/>
                  <a:pt x="113462" y="242012"/>
                </a:cubicBezTo>
                <a:lnTo>
                  <a:pt x="113462" y="209093"/>
                </a:lnTo>
                <a:lnTo>
                  <a:pt x="180518" y="209093"/>
                </a:lnTo>
                <a:cubicBezTo>
                  <a:pt x="180518" y="234696"/>
                  <a:pt x="181737" y="250952"/>
                  <a:pt x="184176" y="257861"/>
                </a:cubicBezTo>
                <a:cubicBezTo>
                  <a:pt x="187427" y="268021"/>
                  <a:pt x="195758" y="273101"/>
                  <a:pt x="209169" y="273101"/>
                </a:cubicBezTo>
                <a:cubicBezTo>
                  <a:pt x="227864" y="273101"/>
                  <a:pt x="237211" y="261722"/>
                  <a:pt x="237211" y="238964"/>
                </a:cubicBezTo>
                <a:cubicBezTo>
                  <a:pt x="237211" y="228804"/>
                  <a:pt x="236195" y="221488"/>
                  <a:pt x="234163" y="217018"/>
                </a:cubicBezTo>
                <a:cubicBezTo>
                  <a:pt x="231318" y="210922"/>
                  <a:pt x="225222" y="204623"/>
                  <a:pt x="215875" y="198120"/>
                </a:cubicBezTo>
                <a:lnTo>
                  <a:pt x="155525" y="155448"/>
                </a:lnTo>
                <a:cubicBezTo>
                  <a:pt x="149429" y="150978"/>
                  <a:pt x="142723" y="144476"/>
                  <a:pt x="135408" y="135941"/>
                </a:cubicBezTo>
                <a:cubicBezTo>
                  <a:pt x="124029" y="122530"/>
                  <a:pt x="118339" y="104039"/>
                  <a:pt x="118339" y="80468"/>
                </a:cubicBezTo>
                <a:cubicBezTo>
                  <a:pt x="118339" y="26823"/>
                  <a:pt x="149632" y="0"/>
                  <a:pt x="212217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3881B37-7443-3D3F-4B22-DB178FA244D7}"/>
              </a:ext>
            </a:extLst>
          </p:cNvPr>
          <p:cNvSpPr txBox="1"/>
          <p:nvPr userDrawn="1"/>
        </p:nvSpPr>
        <p:spPr>
          <a:xfrm>
            <a:off x="7738778" y="2992777"/>
            <a:ext cx="2574722" cy="538886"/>
          </a:xfrm>
          <a:custGeom>
            <a:avLst/>
            <a:gdLst/>
            <a:ahLst/>
            <a:cxnLst/>
            <a:rect l="l" t="t" r="r" b="b"/>
            <a:pathLst>
              <a:path w="2574722" h="538886">
                <a:moveTo>
                  <a:pt x="2477796" y="170078"/>
                </a:moveTo>
                <a:cubicBezTo>
                  <a:pt x="2459914" y="170078"/>
                  <a:pt x="2450973" y="180441"/>
                  <a:pt x="2450973" y="201168"/>
                </a:cubicBezTo>
                <a:lnTo>
                  <a:pt x="2450973" y="239573"/>
                </a:lnTo>
                <a:lnTo>
                  <a:pt x="2502789" y="239573"/>
                </a:lnTo>
                <a:lnTo>
                  <a:pt x="2502789" y="201168"/>
                </a:lnTo>
                <a:cubicBezTo>
                  <a:pt x="2502789" y="180441"/>
                  <a:pt x="2494458" y="170078"/>
                  <a:pt x="2477796" y="170078"/>
                </a:cubicBezTo>
                <a:close/>
                <a:moveTo>
                  <a:pt x="1591971" y="170078"/>
                </a:moveTo>
                <a:cubicBezTo>
                  <a:pt x="1574089" y="170078"/>
                  <a:pt x="1565148" y="180441"/>
                  <a:pt x="1565148" y="201168"/>
                </a:cubicBezTo>
                <a:lnTo>
                  <a:pt x="1565148" y="239573"/>
                </a:lnTo>
                <a:lnTo>
                  <a:pt x="1616964" y="239573"/>
                </a:lnTo>
                <a:lnTo>
                  <a:pt x="1616964" y="201168"/>
                </a:lnTo>
                <a:cubicBezTo>
                  <a:pt x="1616964" y="180441"/>
                  <a:pt x="1608633" y="170078"/>
                  <a:pt x="1591971" y="170078"/>
                </a:cubicBezTo>
                <a:close/>
                <a:moveTo>
                  <a:pt x="849021" y="170078"/>
                </a:moveTo>
                <a:cubicBezTo>
                  <a:pt x="831139" y="170078"/>
                  <a:pt x="822199" y="180441"/>
                  <a:pt x="822199" y="201168"/>
                </a:cubicBezTo>
                <a:lnTo>
                  <a:pt x="822199" y="239573"/>
                </a:lnTo>
                <a:lnTo>
                  <a:pt x="874014" y="239573"/>
                </a:lnTo>
                <a:lnTo>
                  <a:pt x="874014" y="201168"/>
                </a:lnTo>
                <a:cubicBezTo>
                  <a:pt x="874014" y="180441"/>
                  <a:pt x="865683" y="170078"/>
                  <a:pt x="849021" y="170078"/>
                </a:cubicBezTo>
                <a:close/>
                <a:moveTo>
                  <a:pt x="2012976" y="118872"/>
                </a:moveTo>
                <a:lnTo>
                  <a:pt x="2084908" y="118872"/>
                </a:lnTo>
                <a:lnTo>
                  <a:pt x="2125142" y="319430"/>
                </a:lnTo>
                <a:lnTo>
                  <a:pt x="2156232" y="118872"/>
                </a:lnTo>
                <a:lnTo>
                  <a:pt x="2227555" y="118872"/>
                </a:lnTo>
                <a:lnTo>
                  <a:pt x="2156232" y="452933"/>
                </a:lnTo>
                <a:cubicBezTo>
                  <a:pt x="2149323" y="485851"/>
                  <a:pt x="2140382" y="508000"/>
                  <a:pt x="2129409" y="519379"/>
                </a:cubicBezTo>
                <a:cubicBezTo>
                  <a:pt x="2117624" y="532384"/>
                  <a:pt x="2097913" y="538886"/>
                  <a:pt x="2070278" y="538886"/>
                </a:cubicBezTo>
                <a:cubicBezTo>
                  <a:pt x="2059712" y="538886"/>
                  <a:pt x="2043659" y="537057"/>
                  <a:pt x="2022120" y="533400"/>
                </a:cubicBezTo>
                <a:lnTo>
                  <a:pt x="2032483" y="476097"/>
                </a:lnTo>
                <a:cubicBezTo>
                  <a:pt x="2041017" y="478942"/>
                  <a:pt x="2050568" y="480365"/>
                  <a:pt x="2061134" y="480365"/>
                </a:cubicBezTo>
                <a:cubicBezTo>
                  <a:pt x="2074139" y="480365"/>
                  <a:pt x="2083486" y="472440"/>
                  <a:pt x="2089176" y="456590"/>
                </a:cubicBezTo>
                <a:cubicBezTo>
                  <a:pt x="2093646" y="444398"/>
                  <a:pt x="2095272" y="435864"/>
                  <a:pt x="2094052" y="430987"/>
                </a:cubicBezTo>
                <a:close/>
                <a:moveTo>
                  <a:pt x="1915364" y="118872"/>
                </a:moveTo>
                <a:lnTo>
                  <a:pt x="1988516" y="118872"/>
                </a:lnTo>
                <a:lnTo>
                  <a:pt x="1988516" y="430987"/>
                </a:lnTo>
                <a:lnTo>
                  <a:pt x="1915364" y="430987"/>
                </a:lnTo>
                <a:close/>
                <a:moveTo>
                  <a:pt x="238964" y="118872"/>
                </a:moveTo>
                <a:lnTo>
                  <a:pt x="312116" y="118872"/>
                </a:lnTo>
                <a:lnTo>
                  <a:pt x="312116" y="430987"/>
                </a:lnTo>
                <a:lnTo>
                  <a:pt x="238964" y="430987"/>
                </a:lnTo>
                <a:close/>
                <a:moveTo>
                  <a:pt x="1877644" y="113385"/>
                </a:moveTo>
                <a:lnTo>
                  <a:pt x="1877644" y="185318"/>
                </a:lnTo>
                <a:cubicBezTo>
                  <a:pt x="1867891" y="182067"/>
                  <a:pt x="1859763" y="180441"/>
                  <a:pt x="1853260" y="180441"/>
                </a:cubicBezTo>
                <a:cubicBezTo>
                  <a:pt x="1832940" y="180441"/>
                  <a:pt x="1819326" y="188569"/>
                  <a:pt x="1812417" y="204825"/>
                </a:cubicBezTo>
                <a:cubicBezTo>
                  <a:pt x="1808353" y="213766"/>
                  <a:pt x="1806321" y="227990"/>
                  <a:pt x="1806321" y="247497"/>
                </a:cubicBezTo>
                <a:lnTo>
                  <a:pt x="1806321" y="430987"/>
                </a:lnTo>
                <a:lnTo>
                  <a:pt x="1734388" y="430987"/>
                </a:lnTo>
                <a:lnTo>
                  <a:pt x="1734388" y="118872"/>
                </a:lnTo>
                <a:lnTo>
                  <a:pt x="1806931" y="118872"/>
                </a:lnTo>
                <a:lnTo>
                  <a:pt x="1806321" y="158496"/>
                </a:lnTo>
                <a:cubicBezTo>
                  <a:pt x="1823390" y="127609"/>
                  <a:pt x="1847164" y="112573"/>
                  <a:pt x="1877644" y="113385"/>
                </a:cubicBezTo>
                <a:close/>
                <a:moveTo>
                  <a:pt x="1125551" y="112776"/>
                </a:moveTo>
                <a:cubicBezTo>
                  <a:pt x="1148309" y="112776"/>
                  <a:pt x="1168019" y="123139"/>
                  <a:pt x="1184682" y="143865"/>
                </a:cubicBezTo>
                <a:cubicBezTo>
                  <a:pt x="1207846" y="123139"/>
                  <a:pt x="1231621" y="112776"/>
                  <a:pt x="1256005" y="112776"/>
                </a:cubicBezTo>
                <a:cubicBezTo>
                  <a:pt x="1274293" y="112776"/>
                  <a:pt x="1289330" y="118669"/>
                  <a:pt x="1301115" y="130454"/>
                </a:cubicBezTo>
                <a:cubicBezTo>
                  <a:pt x="1312901" y="142240"/>
                  <a:pt x="1318794" y="159918"/>
                  <a:pt x="1318794" y="183489"/>
                </a:cubicBezTo>
                <a:lnTo>
                  <a:pt x="1318794" y="430987"/>
                </a:lnTo>
                <a:lnTo>
                  <a:pt x="1246251" y="430987"/>
                </a:lnTo>
                <a:lnTo>
                  <a:pt x="1246251" y="200558"/>
                </a:lnTo>
                <a:cubicBezTo>
                  <a:pt x="1246251" y="176174"/>
                  <a:pt x="1237514" y="163982"/>
                  <a:pt x="1220038" y="163982"/>
                </a:cubicBezTo>
                <a:cubicBezTo>
                  <a:pt x="1200938" y="163982"/>
                  <a:pt x="1191387" y="177190"/>
                  <a:pt x="1191387" y="203606"/>
                </a:cubicBezTo>
                <a:lnTo>
                  <a:pt x="1191387" y="430987"/>
                </a:lnTo>
                <a:lnTo>
                  <a:pt x="1118845" y="430987"/>
                </a:lnTo>
                <a:lnTo>
                  <a:pt x="1118845" y="201777"/>
                </a:lnTo>
                <a:cubicBezTo>
                  <a:pt x="1118845" y="175768"/>
                  <a:pt x="1109904" y="162763"/>
                  <a:pt x="1092023" y="162763"/>
                </a:cubicBezTo>
                <a:cubicBezTo>
                  <a:pt x="1073328" y="162763"/>
                  <a:pt x="1063981" y="175158"/>
                  <a:pt x="1063981" y="199949"/>
                </a:cubicBezTo>
                <a:lnTo>
                  <a:pt x="1063981" y="430987"/>
                </a:lnTo>
                <a:lnTo>
                  <a:pt x="991439" y="430987"/>
                </a:lnTo>
                <a:lnTo>
                  <a:pt x="991439" y="118872"/>
                </a:lnTo>
                <a:lnTo>
                  <a:pt x="1064591" y="118872"/>
                </a:lnTo>
                <a:lnTo>
                  <a:pt x="1064591" y="139598"/>
                </a:lnTo>
                <a:cubicBezTo>
                  <a:pt x="1085317" y="121717"/>
                  <a:pt x="1105637" y="112776"/>
                  <a:pt x="1125551" y="112776"/>
                </a:cubicBezTo>
                <a:close/>
                <a:moveTo>
                  <a:pt x="2477796" y="112166"/>
                </a:moveTo>
                <a:cubicBezTo>
                  <a:pt x="2509902" y="112166"/>
                  <a:pt x="2535098" y="121310"/>
                  <a:pt x="2553386" y="139598"/>
                </a:cubicBezTo>
                <a:cubicBezTo>
                  <a:pt x="2567610" y="153822"/>
                  <a:pt x="2574722" y="174549"/>
                  <a:pt x="2574722" y="201777"/>
                </a:cubicBezTo>
                <a:lnTo>
                  <a:pt x="2574722" y="290779"/>
                </a:lnTo>
                <a:lnTo>
                  <a:pt x="2450364" y="290779"/>
                </a:lnTo>
                <a:lnTo>
                  <a:pt x="2450364" y="341985"/>
                </a:lnTo>
                <a:cubicBezTo>
                  <a:pt x="2450364" y="367589"/>
                  <a:pt x="2459304" y="380390"/>
                  <a:pt x="2477186" y="380390"/>
                </a:cubicBezTo>
                <a:cubicBezTo>
                  <a:pt x="2485720" y="380390"/>
                  <a:pt x="2492121" y="377545"/>
                  <a:pt x="2496388" y="371856"/>
                </a:cubicBezTo>
                <a:cubicBezTo>
                  <a:pt x="2500656" y="366166"/>
                  <a:pt x="2502789" y="351536"/>
                  <a:pt x="2502789" y="327965"/>
                </a:cubicBezTo>
                <a:lnTo>
                  <a:pt x="2573503" y="327965"/>
                </a:lnTo>
                <a:lnTo>
                  <a:pt x="2573503" y="352958"/>
                </a:lnTo>
                <a:cubicBezTo>
                  <a:pt x="2573503" y="409041"/>
                  <a:pt x="2541804" y="437083"/>
                  <a:pt x="2478405" y="437083"/>
                </a:cubicBezTo>
                <a:cubicBezTo>
                  <a:pt x="2411756" y="437083"/>
                  <a:pt x="2378431" y="403758"/>
                  <a:pt x="2378431" y="337109"/>
                </a:cubicBezTo>
                <a:lnTo>
                  <a:pt x="2378431" y="205435"/>
                </a:lnTo>
                <a:cubicBezTo>
                  <a:pt x="2378431" y="170891"/>
                  <a:pt x="2389607" y="145897"/>
                  <a:pt x="2411959" y="130454"/>
                </a:cubicBezTo>
                <a:cubicBezTo>
                  <a:pt x="2429434" y="118262"/>
                  <a:pt x="2451380" y="112166"/>
                  <a:pt x="2477796" y="112166"/>
                </a:cubicBezTo>
                <a:close/>
                <a:moveTo>
                  <a:pt x="1591971" y="112166"/>
                </a:moveTo>
                <a:cubicBezTo>
                  <a:pt x="1624076" y="112166"/>
                  <a:pt x="1649273" y="121310"/>
                  <a:pt x="1667561" y="139598"/>
                </a:cubicBezTo>
                <a:cubicBezTo>
                  <a:pt x="1681785" y="153822"/>
                  <a:pt x="1688897" y="174549"/>
                  <a:pt x="1688897" y="201777"/>
                </a:cubicBezTo>
                <a:lnTo>
                  <a:pt x="1688897" y="290779"/>
                </a:lnTo>
                <a:lnTo>
                  <a:pt x="1564539" y="290779"/>
                </a:lnTo>
                <a:lnTo>
                  <a:pt x="1564539" y="341985"/>
                </a:lnTo>
                <a:cubicBezTo>
                  <a:pt x="1564539" y="367589"/>
                  <a:pt x="1573480" y="380390"/>
                  <a:pt x="1591361" y="380390"/>
                </a:cubicBezTo>
                <a:cubicBezTo>
                  <a:pt x="1599896" y="380390"/>
                  <a:pt x="1606296" y="377545"/>
                  <a:pt x="1610564" y="371856"/>
                </a:cubicBezTo>
                <a:cubicBezTo>
                  <a:pt x="1614831" y="366166"/>
                  <a:pt x="1616964" y="351536"/>
                  <a:pt x="1616964" y="327965"/>
                </a:cubicBezTo>
                <a:lnTo>
                  <a:pt x="1687678" y="327965"/>
                </a:lnTo>
                <a:lnTo>
                  <a:pt x="1687678" y="352958"/>
                </a:lnTo>
                <a:cubicBezTo>
                  <a:pt x="1687678" y="409041"/>
                  <a:pt x="1655979" y="437083"/>
                  <a:pt x="1592580" y="437083"/>
                </a:cubicBezTo>
                <a:cubicBezTo>
                  <a:pt x="1525931" y="437083"/>
                  <a:pt x="1492606" y="403758"/>
                  <a:pt x="1492606" y="337109"/>
                </a:cubicBezTo>
                <a:lnTo>
                  <a:pt x="1492606" y="205435"/>
                </a:lnTo>
                <a:cubicBezTo>
                  <a:pt x="1492606" y="170891"/>
                  <a:pt x="1503782" y="145897"/>
                  <a:pt x="1526134" y="130454"/>
                </a:cubicBezTo>
                <a:cubicBezTo>
                  <a:pt x="1543609" y="118262"/>
                  <a:pt x="1565555" y="112166"/>
                  <a:pt x="1591971" y="112166"/>
                </a:cubicBezTo>
                <a:close/>
                <a:moveTo>
                  <a:pt x="849021" y="112166"/>
                </a:moveTo>
                <a:cubicBezTo>
                  <a:pt x="881126" y="112166"/>
                  <a:pt x="906323" y="121310"/>
                  <a:pt x="924611" y="139598"/>
                </a:cubicBezTo>
                <a:cubicBezTo>
                  <a:pt x="938835" y="153822"/>
                  <a:pt x="945947" y="174549"/>
                  <a:pt x="945947" y="201777"/>
                </a:cubicBezTo>
                <a:lnTo>
                  <a:pt x="945947" y="290779"/>
                </a:lnTo>
                <a:lnTo>
                  <a:pt x="821589" y="290779"/>
                </a:lnTo>
                <a:lnTo>
                  <a:pt x="821589" y="341985"/>
                </a:lnTo>
                <a:cubicBezTo>
                  <a:pt x="821589" y="367589"/>
                  <a:pt x="830530" y="380390"/>
                  <a:pt x="848411" y="380390"/>
                </a:cubicBezTo>
                <a:cubicBezTo>
                  <a:pt x="856946" y="380390"/>
                  <a:pt x="863346" y="377545"/>
                  <a:pt x="867614" y="371856"/>
                </a:cubicBezTo>
                <a:cubicBezTo>
                  <a:pt x="871881" y="366166"/>
                  <a:pt x="874014" y="351536"/>
                  <a:pt x="874014" y="327965"/>
                </a:cubicBezTo>
                <a:lnTo>
                  <a:pt x="944728" y="327965"/>
                </a:lnTo>
                <a:lnTo>
                  <a:pt x="944728" y="352958"/>
                </a:lnTo>
                <a:cubicBezTo>
                  <a:pt x="944728" y="409041"/>
                  <a:pt x="913029" y="437083"/>
                  <a:pt x="849630" y="437083"/>
                </a:cubicBezTo>
                <a:cubicBezTo>
                  <a:pt x="782981" y="437083"/>
                  <a:pt x="749656" y="403758"/>
                  <a:pt x="749656" y="337109"/>
                </a:cubicBezTo>
                <a:lnTo>
                  <a:pt x="749656" y="205435"/>
                </a:lnTo>
                <a:cubicBezTo>
                  <a:pt x="749656" y="170891"/>
                  <a:pt x="760832" y="145897"/>
                  <a:pt x="783184" y="130454"/>
                </a:cubicBezTo>
                <a:cubicBezTo>
                  <a:pt x="800659" y="118262"/>
                  <a:pt x="822605" y="112166"/>
                  <a:pt x="849021" y="112166"/>
                </a:cubicBezTo>
                <a:close/>
                <a:moveTo>
                  <a:pt x="451181" y="112166"/>
                </a:moveTo>
                <a:cubicBezTo>
                  <a:pt x="510515" y="112166"/>
                  <a:pt x="540182" y="136144"/>
                  <a:pt x="540182" y="184099"/>
                </a:cubicBezTo>
                <a:lnTo>
                  <a:pt x="540182" y="218237"/>
                </a:lnTo>
                <a:lnTo>
                  <a:pt x="477393" y="218237"/>
                </a:lnTo>
                <a:cubicBezTo>
                  <a:pt x="477393" y="197104"/>
                  <a:pt x="476377" y="183286"/>
                  <a:pt x="474345" y="176784"/>
                </a:cubicBezTo>
                <a:cubicBezTo>
                  <a:pt x="470688" y="167030"/>
                  <a:pt x="462966" y="162153"/>
                  <a:pt x="451181" y="162153"/>
                </a:cubicBezTo>
                <a:cubicBezTo>
                  <a:pt x="434112" y="162153"/>
                  <a:pt x="425577" y="171501"/>
                  <a:pt x="425577" y="190195"/>
                </a:cubicBezTo>
                <a:cubicBezTo>
                  <a:pt x="425577" y="203200"/>
                  <a:pt x="432486" y="214579"/>
                  <a:pt x="446304" y="224333"/>
                </a:cubicBezTo>
                <a:lnTo>
                  <a:pt x="512750" y="271272"/>
                </a:lnTo>
                <a:cubicBezTo>
                  <a:pt x="522098" y="277774"/>
                  <a:pt x="528803" y="284683"/>
                  <a:pt x="532867" y="291998"/>
                </a:cubicBezTo>
                <a:cubicBezTo>
                  <a:pt x="539776" y="301752"/>
                  <a:pt x="543230" y="318008"/>
                  <a:pt x="543230" y="340766"/>
                </a:cubicBezTo>
                <a:cubicBezTo>
                  <a:pt x="543230" y="370027"/>
                  <a:pt x="539166" y="390957"/>
                  <a:pt x="531038" y="403555"/>
                </a:cubicBezTo>
                <a:cubicBezTo>
                  <a:pt x="517221" y="425907"/>
                  <a:pt x="489179" y="437083"/>
                  <a:pt x="446913" y="437083"/>
                </a:cubicBezTo>
                <a:cubicBezTo>
                  <a:pt x="383921" y="437083"/>
                  <a:pt x="352425" y="409448"/>
                  <a:pt x="352425" y="354177"/>
                </a:cubicBezTo>
                <a:lnTo>
                  <a:pt x="352425" y="321259"/>
                </a:lnTo>
                <a:lnTo>
                  <a:pt x="419481" y="321259"/>
                </a:lnTo>
                <a:cubicBezTo>
                  <a:pt x="419481" y="346862"/>
                  <a:pt x="420701" y="363118"/>
                  <a:pt x="423139" y="370027"/>
                </a:cubicBezTo>
                <a:cubicBezTo>
                  <a:pt x="426390" y="380187"/>
                  <a:pt x="434721" y="385267"/>
                  <a:pt x="448133" y="385267"/>
                </a:cubicBezTo>
                <a:cubicBezTo>
                  <a:pt x="466827" y="385267"/>
                  <a:pt x="476174" y="373888"/>
                  <a:pt x="476174" y="351129"/>
                </a:cubicBezTo>
                <a:cubicBezTo>
                  <a:pt x="476174" y="340969"/>
                  <a:pt x="475158" y="333654"/>
                  <a:pt x="473126" y="329184"/>
                </a:cubicBezTo>
                <a:cubicBezTo>
                  <a:pt x="470281" y="323088"/>
                  <a:pt x="464185" y="316789"/>
                  <a:pt x="454838" y="310286"/>
                </a:cubicBezTo>
                <a:lnTo>
                  <a:pt x="394488" y="267614"/>
                </a:lnTo>
                <a:cubicBezTo>
                  <a:pt x="388392" y="263144"/>
                  <a:pt x="381686" y="256641"/>
                  <a:pt x="374371" y="248107"/>
                </a:cubicBezTo>
                <a:cubicBezTo>
                  <a:pt x="362992" y="234696"/>
                  <a:pt x="357302" y="216205"/>
                  <a:pt x="357302" y="192633"/>
                </a:cubicBezTo>
                <a:cubicBezTo>
                  <a:pt x="357302" y="138989"/>
                  <a:pt x="388595" y="112166"/>
                  <a:pt x="45118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9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607848" y="6096"/>
                </a:moveTo>
                <a:lnTo>
                  <a:pt x="680390" y="6096"/>
                </a:lnTo>
                <a:lnTo>
                  <a:pt x="680390" y="118872"/>
                </a:lnTo>
                <a:lnTo>
                  <a:pt x="723672" y="118872"/>
                </a:lnTo>
                <a:lnTo>
                  <a:pt x="723672" y="167030"/>
                </a:lnTo>
                <a:lnTo>
                  <a:pt x="679781" y="167030"/>
                </a:lnTo>
                <a:lnTo>
                  <a:pt x="679781" y="345033"/>
                </a:lnTo>
                <a:cubicBezTo>
                  <a:pt x="679781" y="356819"/>
                  <a:pt x="681609" y="364947"/>
                  <a:pt x="685267" y="369417"/>
                </a:cubicBezTo>
                <a:cubicBezTo>
                  <a:pt x="690144" y="375920"/>
                  <a:pt x="699288" y="379171"/>
                  <a:pt x="712699" y="379171"/>
                </a:cubicBezTo>
                <a:cubicBezTo>
                  <a:pt x="714325" y="379171"/>
                  <a:pt x="716560" y="378968"/>
                  <a:pt x="719405" y="378561"/>
                </a:cubicBezTo>
                <a:lnTo>
                  <a:pt x="725501" y="378561"/>
                </a:lnTo>
                <a:lnTo>
                  <a:pt x="725501" y="430377"/>
                </a:lnTo>
                <a:cubicBezTo>
                  <a:pt x="715747" y="432816"/>
                  <a:pt x="702945" y="434035"/>
                  <a:pt x="687096" y="434035"/>
                </a:cubicBezTo>
                <a:cubicBezTo>
                  <a:pt x="655397" y="434035"/>
                  <a:pt x="633857" y="428142"/>
                  <a:pt x="622478" y="416357"/>
                </a:cubicBezTo>
                <a:cubicBezTo>
                  <a:pt x="613131" y="407009"/>
                  <a:pt x="608457" y="391160"/>
                  <a:pt x="608457" y="368808"/>
                </a:cubicBezTo>
                <a:lnTo>
                  <a:pt x="608457" y="167030"/>
                </a:lnTo>
                <a:lnTo>
                  <a:pt x="568833" y="167030"/>
                </a:lnTo>
                <a:lnTo>
                  <a:pt x="568833" y="118872"/>
                </a:lnTo>
                <a:lnTo>
                  <a:pt x="607848" y="118872"/>
                </a:lnTo>
                <a:close/>
                <a:moveTo>
                  <a:pt x="2258264" y="609"/>
                </a:moveTo>
                <a:lnTo>
                  <a:pt x="2331416" y="609"/>
                </a:lnTo>
                <a:lnTo>
                  <a:pt x="2331416" y="430987"/>
                </a:lnTo>
                <a:lnTo>
                  <a:pt x="2258264" y="430987"/>
                </a:lnTo>
                <a:close/>
                <a:moveTo>
                  <a:pt x="1372438" y="609"/>
                </a:moveTo>
                <a:lnTo>
                  <a:pt x="1445590" y="609"/>
                </a:lnTo>
                <a:lnTo>
                  <a:pt x="1445590" y="430987"/>
                </a:lnTo>
                <a:lnTo>
                  <a:pt x="1372438" y="430987"/>
                </a:lnTo>
                <a:close/>
                <a:moveTo>
                  <a:pt x="1915364" y="0"/>
                </a:moveTo>
                <a:lnTo>
                  <a:pt x="1987906" y="0"/>
                </a:lnTo>
                <a:lnTo>
                  <a:pt x="1987906" y="73761"/>
                </a:lnTo>
                <a:lnTo>
                  <a:pt x="1915364" y="73761"/>
                </a:lnTo>
                <a:close/>
                <a:moveTo>
                  <a:pt x="238964" y="0"/>
                </a:moveTo>
                <a:lnTo>
                  <a:pt x="311506" y="0"/>
                </a:lnTo>
                <a:lnTo>
                  <a:pt x="311506" y="73761"/>
                </a:lnTo>
                <a:lnTo>
                  <a:pt x="23896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978F225-C577-F341-B018-D276AB405F3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3329" b="2"/>
          <a:stretch/>
        </p:blipFill>
        <p:spPr>
          <a:xfrm>
            <a:off x="6350" y="3657601"/>
            <a:ext cx="12179300" cy="3200398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2177987E-DEAA-E1E4-28A1-25F1A1A7BA05}"/>
              </a:ext>
            </a:extLst>
          </p:cNvPr>
          <p:cNvSpPr txBox="1"/>
          <p:nvPr userDrawn="1"/>
        </p:nvSpPr>
        <p:spPr>
          <a:xfrm>
            <a:off x="7722929" y="3677967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7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7 w 3109265"/>
              <a:gd name="connsiteY29" fmla="*/ 431597 h 539496"/>
              <a:gd name="connsiteX30" fmla="*/ 0 w 3109265"/>
              <a:gd name="connsiteY30" fmla="*/ 119482 h 539496"/>
              <a:gd name="connsiteX31" fmla="*/ 71932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8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6 w 3109265"/>
              <a:gd name="connsiteY42" fmla="*/ 431597 h 539496"/>
              <a:gd name="connsiteX43" fmla="*/ 2607869 w 3109265"/>
              <a:gd name="connsiteY43" fmla="*/ 113995 h 539496"/>
              <a:gd name="connsiteX44" fmla="*/ 2607869 w 3109265"/>
              <a:gd name="connsiteY44" fmla="*/ 185928 h 539496"/>
              <a:gd name="connsiteX45" fmla="*/ 2583485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9 w 3109265"/>
              <a:gd name="connsiteY53" fmla="*/ 113995 h 539496"/>
              <a:gd name="connsiteX54" fmla="*/ 912419 w 3109265"/>
              <a:gd name="connsiteY54" fmla="*/ 113995 h 539496"/>
              <a:gd name="connsiteX55" fmla="*/ 912419 w 3109265"/>
              <a:gd name="connsiteY55" fmla="*/ 185928 h 539496"/>
              <a:gd name="connsiteX56" fmla="*/ 888035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3 w 3109265"/>
              <a:gd name="connsiteY60" fmla="*/ 431597 h 539496"/>
              <a:gd name="connsiteX61" fmla="*/ 769163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9 w 3109265"/>
              <a:gd name="connsiteY64" fmla="*/ 113995 h 539496"/>
              <a:gd name="connsiteX65" fmla="*/ 1751000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099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7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1000 w 3109265"/>
              <a:gd name="connsiteY85" fmla="*/ 113386 h 539496"/>
              <a:gd name="connsiteX86" fmla="*/ 1208075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099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7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3 w 3109265"/>
              <a:gd name="connsiteY102" fmla="*/ 431597 h 539496"/>
              <a:gd name="connsiteX103" fmla="*/ 1073963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5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5 w 3109265"/>
              <a:gd name="connsiteY109" fmla="*/ 181661 h 539496"/>
              <a:gd name="connsiteX110" fmla="*/ 2833345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39 h 539496"/>
              <a:gd name="connsiteX116" fmla="*/ 2699842 w 3109265"/>
              <a:gd name="connsiteY116" fmla="*/ 438303 h 539496"/>
              <a:gd name="connsiteX117" fmla="*/ 2646197 w 3109265"/>
              <a:gd name="connsiteY117" fmla="*/ 406603 h 539496"/>
              <a:gd name="connsiteX118" fmla="*/ 2638272 w 3109265"/>
              <a:gd name="connsiteY118" fmla="*/ 352349 h 539496"/>
              <a:gd name="connsiteX119" fmla="*/ 2644369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9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9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7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39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5 w 3109265"/>
              <a:gd name="connsiteY157" fmla="*/ 181661 h 539496"/>
              <a:gd name="connsiteX158" fmla="*/ 2185645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39 h 539496"/>
              <a:gd name="connsiteX164" fmla="*/ 2052142 w 3109265"/>
              <a:gd name="connsiteY164" fmla="*/ 438303 h 539496"/>
              <a:gd name="connsiteX165" fmla="*/ 1998497 w 3109265"/>
              <a:gd name="connsiteY165" fmla="*/ 406603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39 h 539496"/>
              <a:gd name="connsiteX187" fmla="*/ 299542 w 3109265"/>
              <a:gd name="connsiteY187" fmla="*/ 438303 h 539496"/>
              <a:gd name="connsiteX188" fmla="*/ 245897 w 3109265"/>
              <a:gd name="connsiteY188" fmla="*/ 406603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1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1 h 539496"/>
              <a:gd name="connsiteX211" fmla="*/ 617525 w 3109265"/>
              <a:gd name="connsiteY211" fmla="*/ 379171 h 539496"/>
              <a:gd name="connsiteX212" fmla="*/ 617525 w 3109265"/>
              <a:gd name="connsiteY212" fmla="*/ 430987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19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5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7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7" y="431597"/>
                </a:lnTo>
                <a:close/>
                <a:moveTo>
                  <a:pt x="0" y="119482"/>
                </a:moveTo>
                <a:lnTo>
                  <a:pt x="71932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8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6" y="431597"/>
                </a:cubicBezTo>
                <a:close/>
                <a:moveTo>
                  <a:pt x="2607869" y="113995"/>
                </a:moveTo>
                <a:lnTo>
                  <a:pt x="2607869" y="185928"/>
                </a:lnTo>
                <a:cubicBezTo>
                  <a:pt x="2598115" y="182677"/>
                  <a:pt x="2589987" y="181052"/>
                  <a:pt x="2583485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19"/>
                  <a:pt x="2577389" y="113183"/>
                  <a:pt x="2607869" y="113995"/>
                </a:cubicBezTo>
                <a:close/>
                <a:moveTo>
                  <a:pt x="912419" y="113995"/>
                </a:moveTo>
                <a:lnTo>
                  <a:pt x="912419" y="185928"/>
                </a:lnTo>
                <a:cubicBezTo>
                  <a:pt x="902665" y="182677"/>
                  <a:pt x="894537" y="181052"/>
                  <a:pt x="888035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3" y="431597"/>
                </a:lnTo>
                <a:lnTo>
                  <a:pt x="769163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19"/>
                  <a:pt x="881939" y="113183"/>
                  <a:pt x="912419" y="113995"/>
                </a:cubicBezTo>
                <a:close/>
                <a:moveTo>
                  <a:pt x="1751000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099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7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1000" y="113386"/>
                </a:cubicBezTo>
                <a:close/>
                <a:moveTo>
                  <a:pt x="1208075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099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7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3" y="431597"/>
                </a:lnTo>
                <a:lnTo>
                  <a:pt x="1073963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5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5" y="156058"/>
                  <a:pt x="2833345" y="181661"/>
                </a:cubicBezTo>
                <a:lnTo>
                  <a:pt x="2833345" y="355397"/>
                </a:lnTo>
                <a:cubicBezTo>
                  <a:pt x="2833345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39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3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9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9" y="185522"/>
                  <a:pt x="2760802" y="183490"/>
                </a:cubicBezTo>
                <a:cubicBezTo>
                  <a:pt x="2759583" y="169672"/>
                  <a:pt x="2751251" y="162764"/>
                  <a:pt x="2735809" y="162764"/>
                </a:cubicBezTo>
                <a:cubicBezTo>
                  <a:pt x="2724023" y="162764"/>
                  <a:pt x="2716708" y="166828"/>
                  <a:pt x="2713863" y="174956"/>
                </a:cubicBezTo>
                <a:cubicBezTo>
                  <a:pt x="2711831" y="180645"/>
                  <a:pt x="2710815" y="194259"/>
                  <a:pt x="2710815" y="215799"/>
                </a:cubicBezTo>
                <a:lnTo>
                  <a:pt x="2644369" y="215799"/>
                </a:lnTo>
                <a:cubicBezTo>
                  <a:pt x="2644369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7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39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5" y="156058"/>
                  <a:pt x="2185645" y="181661"/>
                </a:cubicBezTo>
                <a:lnTo>
                  <a:pt x="2185645" y="355397"/>
                </a:lnTo>
                <a:cubicBezTo>
                  <a:pt x="2185645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39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3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59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39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19" y="438303"/>
                  <a:pt x="254838" y="427736"/>
                  <a:pt x="245897" y="406603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1" y="278994"/>
                  <a:pt x="263169" y="267005"/>
                  <a:pt x="285521" y="256032"/>
                </a:cubicBezTo>
                <a:lnTo>
                  <a:pt x="361111" y="218237"/>
                </a:lnTo>
                <a:cubicBezTo>
                  <a:pt x="361111" y="197104"/>
                  <a:pt x="360908" y="185522"/>
                  <a:pt x="360502" y="183490"/>
                </a:cubicBezTo>
                <a:cubicBezTo>
                  <a:pt x="359283" y="169672"/>
                  <a:pt x="350951" y="162764"/>
                  <a:pt x="335508" y="162764"/>
                </a:cubicBezTo>
                <a:cubicBezTo>
                  <a:pt x="323723" y="162764"/>
                  <a:pt x="316407" y="166828"/>
                  <a:pt x="313563" y="174956"/>
                </a:cubicBezTo>
                <a:cubicBezTo>
                  <a:pt x="311531" y="180645"/>
                  <a:pt x="310515" y="194259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4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8" y="379781"/>
                  <a:pt x="608584" y="379578"/>
                  <a:pt x="611429" y="379171"/>
                </a:cubicBezTo>
                <a:lnTo>
                  <a:pt x="617525" y="379171"/>
                </a:lnTo>
                <a:lnTo>
                  <a:pt x="617525" y="430987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0" y="434645"/>
                  <a:pt x="525881" y="428752"/>
                  <a:pt x="514502" y="416967"/>
                </a:cubicBezTo>
                <a:cubicBezTo>
                  <a:pt x="505155" y="407619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19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76F60F98-0ED9-4A53-A226-0D90005BDF1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3725" b="2"/>
          <a:stretch/>
        </p:blipFill>
        <p:spPr>
          <a:xfrm>
            <a:off x="6350" y="4370521"/>
            <a:ext cx="12179300" cy="2487477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8A66833-6E77-A58F-CE9A-04AD0AA905B6}"/>
              </a:ext>
            </a:extLst>
          </p:cNvPr>
          <p:cNvSpPr txBox="1"/>
          <p:nvPr userDrawn="1"/>
        </p:nvSpPr>
        <p:spPr>
          <a:xfrm>
            <a:off x="7745484" y="4373902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7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1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7 w 1679981"/>
              <a:gd name="connsiteY57" fmla="*/ 430987 h 437693"/>
              <a:gd name="connsiteX58" fmla="*/ 365607 w 1679981"/>
              <a:gd name="connsiteY58" fmla="*/ 118872 h 437693"/>
              <a:gd name="connsiteX59" fmla="*/ 438759 w 1679981"/>
              <a:gd name="connsiteY59" fmla="*/ 118872 h 437693"/>
              <a:gd name="connsiteX60" fmla="*/ 438759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7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2 w 1679981"/>
              <a:gd name="connsiteY116" fmla="*/ 609 h 437693"/>
              <a:gd name="connsiteX117" fmla="*/ 314934 w 1679981"/>
              <a:gd name="connsiteY117" fmla="*/ 609 h 437693"/>
              <a:gd name="connsiteX118" fmla="*/ 314934 w 1679981"/>
              <a:gd name="connsiteY118" fmla="*/ 430987 h 437693"/>
              <a:gd name="connsiteX119" fmla="*/ 241782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3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5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7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1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7" y="430987"/>
                </a:lnTo>
                <a:lnTo>
                  <a:pt x="365607" y="118872"/>
                </a:lnTo>
                <a:lnTo>
                  <a:pt x="438759" y="118872"/>
                </a:lnTo>
                <a:lnTo>
                  <a:pt x="438759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29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7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2" y="609"/>
                </a:moveTo>
                <a:lnTo>
                  <a:pt x="314934" y="609"/>
                </a:lnTo>
                <a:lnTo>
                  <a:pt x="314934" y="430987"/>
                </a:lnTo>
                <a:lnTo>
                  <a:pt x="241782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3AAB967C-7798-EA72-63B8-60610DABB0E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3330" b="2"/>
          <a:stretch/>
        </p:blipFill>
        <p:spPr>
          <a:xfrm>
            <a:off x="6350" y="5029200"/>
            <a:ext cx="12179300" cy="1828798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D378E141-7F77-4C7A-D739-9DFD9742BA5E}"/>
              </a:ext>
            </a:extLst>
          </p:cNvPr>
          <p:cNvSpPr txBox="1"/>
          <p:nvPr userDrawn="1"/>
        </p:nvSpPr>
        <p:spPr>
          <a:xfrm>
            <a:off x="7726586" y="5059092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1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2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5 w 3803752"/>
              <a:gd name="connsiteY57" fmla="*/ 431597 h 549250"/>
              <a:gd name="connsiteX58" fmla="*/ 1251281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1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6 w 3803752"/>
              <a:gd name="connsiteY77" fmla="*/ 431597 h 549250"/>
              <a:gd name="connsiteX78" fmla="*/ 1070306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7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6 w 3803752"/>
              <a:gd name="connsiteY133" fmla="*/ 218847 h 549250"/>
              <a:gd name="connsiteX134" fmla="*/ 2658238 w 3803752"/>
              <a:gd name="connsiteY134" fmla="*/ 177394 h 549250"/>
              <a:gd name="connsiteX135" fmla="*/ 2635072 w 3803752"/>
              <a:gd name="connsiteY135" fmla="*/ 162763 h 549250"/>
              <a:gd name="connsiteX136" fmla="*/ 2609470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5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8 w 3803752"/>
              <a:gd name="connsiteY152" fmla="*/ 354787 h 549250"/>
              <a:gd name="connsiteX153" fmla="*/ 2536318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7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0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7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7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49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7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4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7 w 3803752"/>
              <a:gd name="connsiteY286" fmla="*/ 167640 h 549250"/>
              <a:gd name="connsiteX287" fmla="*/ 110947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1 w 3803752"/>
              <a:gd name="connsiteY290" fmla="*/ 379171 h 549250"/>
              <a:gd name="connsiteX291" fmla="*/ 156667 w 3803752"/>
              <a:gd name="connsiteY291" fmla="*/ 379171 h 549250"/>
              <a:gd name="connsiteX292" fmla="*/ 156667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8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1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2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60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5" y="431597"/>
                </a:cubicBezTo>
                <a:close/>
                <a:moveTo>
                  <a:pt x="1251281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1" y="370637"/>
                  <a:pt x="1251281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8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6" y="431597"/>
                </a:lnTo>
                <a:lnTo>
                  <a:pt x="1070306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3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7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7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6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6" y="218847"/>
                </a:lnTo>
                <a:cubicBezTo>
                  <a:pt x="2661286" y="197714"/>
                  <a:pt x="2660269" y="183896"/>
                  <a:pt x="2658238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70" y="172111"/>
                  <a:pt x="2609470" y="190805"/>
                </a:cubicBezTo>
                <a:cubicBezTo>
                  <a:pt x="2609470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5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8" y="403962"/>
                  <a:pt x="2536318" y="354787"/>
                </a:cubicBezTo>
                <a:lnTo>
                  <a:pt x="2536318" y="321869"/>
                </a:lnTo>
                <a:lnTo>
                  <a:pt x="2603373" y="321869"/>
                </a:lnTo>
                <a:cubicBezTo>
                  <a:pt x="2603373" y="347472"/>
                  <a:pt x="2604593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7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79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20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0" y="376733"/>
                  <a:pt x="643890" y="352349"/>
                </a:cubicBezTo>
                <a:cubicBezTo>
                  <a:pt x="643890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6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7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7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4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49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7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2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4" y="278994"/>
                  <a:pt x="202362" y="267005"/>
                  <a:pt x="224714" y="256032"/>
                </a:cubicBezTo>
                <a:lnTo>
                  <a:pt x="300304" y="218237"/>
                </a:lnTo>
                <a:cubicBezTo>
                  <a:pt x="300304" y="197104"/>
                  <a:pt x="300101" y="185522"/>
                  <a:pt x="299695" y="183490"/>
                </a:cubicBezTo>
                <a:cubicBezTo>
                  <a:pt x="298476" y="169672"/>
                  <a:pt x="290144" y="162763"/>
                  <a:pt x="274701" y="162763"/>
                </a:cubicBezTo>
                <a:cubicBezTo>
                  <a:pt x="262916" y="162763"/>
                  <a:pt x="255600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7" y="167640"/>
                </a:lnTo>
                <a:lnTo>
                  <a:pt x="110947" y="345644"/>
                </a:lnTo>
                <a:cubicBezTo>
                  <a:pt x="110947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1" y="379781"/>
                  <a:pt x="147727" y="379578"/>
                  <a:pt x="150571" y="379171"/>
                </a:cubicBezTo>
                <a:lnTo>
                  <a:pt x="156667" y="379171"/>
                </a:lnTo>
                <a:lnTo>
                  <a:pt x="156667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3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7" name="Picture 66">
            <a:extLst>
              <a:ext uri="{FF2B5EF4-FFF2-40B4-BE49-F238E27FC236}">
                <a16:creationId xmlns:a16="http://schemas.microsoft.com/office/drawing/2014/main" id="{22722308-5A3E-82C8-9E48-86EF105EBC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84630" b="2"/>
          <a:stretch/>
        </p:blipFill>
        <p:spPr>
          <a:xfrm>
            <a:off x="6350" y="5804114"/>
            <a:ext cx="12179300" cy="1053883"/>
          </a:xfrm>
          <a:prstGeom prst="rect">
            <a:avLst/>
          </a:prstGeom>
        </p:spPr>
      </p:pic>
      <p:pic>
        <p:nvPicPr>
          <p:cNvPr id="74" name="Picture 73">
            <a:extLst>
              <a:ext uri="{FF2B5EF4-FFF2-40B4-BE49-F238E27FC236}">
                <a16:creationId xmlns:a16="http://schemas.microsoft.com/office/drawing/2014/main" id="{9F40F22D-E7AF-6372-AA88-7C7B4B4739E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428" t="14343" r="24090" b="14343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5D11C70D-A3B5-AA96-D869-806173B85FC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15000" contrast="-16000"/>
                    </a14:imgEffect>
                  </a14:imgLayer>
                </a14:imgProps>
              </a:ext>
            </a:extLst>
          </a:blip>
          <a:srcRect l="6297" r="629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37" name="Freeform 36">
            <a:extLst>
              <a:ext uri="{FF2B5EF4-FFF2-40B4-BE49-F238E27FC236}">
                <a16:creationId xmlns:a16="http://schemas.microsoft.com/office/drawing/2014/main" id="{52133FCC-22A5-9B4D-B202-B50E7E1B5D3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8" name="Freeform 37">
            <a:extLst>
              <a:ext uri="{FF2B5EF4-FFF2-40B4-BE49-F238E27FC236}">
                <a16:creationId xmlns:a16="http://schemas.microsoft.com/office/drawing/2014/main" id="{3F0FDF57-216E-794D-B62A-A42EC229272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F8698AC2-1B20-7D4B-9103-6FEF8D218FD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31796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2E070F4B-8E7F-C442-8794-1519D8C01A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41" name="Freeform 40">
            <a:extLst>
              <a:ext uri="{FF2B5EF4-FFF2-40B4-BE49-F238E27FC236}">
                <a16:creationId xmlns:a16="http://schemas.microsoft.com/office/drawing/2014/main" id="{BAA0B9FD-54F3-8D4D-B825-B0D09387C34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4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3" name="Resim 22">
            <a:extLst>
              <a:ext uri="{FF2B5EF4-FFF2-40B4-BE49-F238E27FC236}">
                <a16:creationId xmlns:a16="http://schemas.microsoft.com/office/drawing/2014/main" id="{9E1AA184-D174-49D8-AC60-A81D63C0017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183307" y="-532348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576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5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6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5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6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1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2" dur="4000" fill="hold"/>
                                            <p:tgtEl>
                                              <p:spTgt spid="7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1000"/>
                                            <p:tgtEl>
                                              <p:spTgt spid="7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8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9" dur="2000" fill="hold"/>
                                            <p:tgtEl>
                                              <p:spTgt spid="7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2" dur="1000"/>
                                            <p:tgtEl>
                                              <p:spTgt spid="7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3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5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6" dur="2000" fill="hold"/>
                                            <p:tgtEl>
                                              <p:spTgt spid="7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7" grpId="0" animBg="1"/>
          <p:bldP spid="50" grpId="0" animBg="1"/>
          <p:bldP spid="72" grpId="0" animBg="1"/>
          <p:bldP spid="57" grpId="0" animBg="1"/>
          <p:bldP spid="60" grpId="0" animBg="1"/>
          <p:bldP spid="63" grpId="0" animBg="1"/>
          <p:bldP spid="37" grpId="0" animBg="1"/>
          <p:bldP spid="38" grpId="0" animBg="1"/>
          <p:bldP spid="39" grpId="0" animBg="1"/>
          <p:bldP spid="39" grpId="1" animBg="1"/>
          <p:bldP spid="40" grpId="0" animBg="1"/>
          <p:bldP spid="40" grpId="1" animBg="1"/>
          <p:bldP spid="41" grpId="0" animBg="1"/>
          <p:bldP spid="41" grpId="1" animBg="1"/>
        </p:bld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7490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tık Isı ve Isı Pompası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6733F988-23A9-9E48-88B4-7F6FF9DF1C96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4274C946-54B9-4124-9128-14B7282E241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50650" y="-358163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427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Separatö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D4600E96-6E1D-E058-E354-7A3CB0031671}"/>
              </a:ext>
            </a:extLst>
          </p:cNvPr>
          <p:cNvSpPr/>
          <p:nvPr userDrawn="1"/>
        </p:nvSpPr>
        <p:spPr>
          <a:xfrm>
            <a:off x="-600" y="0"/>
            <a:ext cx="12193200" cy="6858000"/>
          </a:xfrm>
          <a:prstGeom prst="rect">
            <a:avLst/>
          </a:prstGeom>
          <a:gradFill>
            <a:gsLst>
              <a:gs pos="100000">
                <a:schemeClr val="bg1">
                  <a:lumMod val="95000"/>
                </a:schemeClr>
              </a:gs>
              <a:gs pos="0">
                <a:schemeClr val="bg1">
                  <a:lumMod val="85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TR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2730815-5836-0DE7-49DD-1DFD3A8FBB8C}"/>
              </a:ext>
            </a:extLst>
          </p:cNvPr>
          <p:cNvSpPr txBox="1"/>
          <p:nvPr userDrawn="1"/>
        </p:nvSpPr>
        <p:spPr>
          <a:xfrm>
            <a:off x="7722929" y="1784231"/>
            <a:ext cx="3165120" cy="546201"/>
          </a:xfrm>
          <a:custGeom>
            <a:avLst/>
            <a:gdLst/>
            <a:ahLst/>
            <a:cxnLst/>
            <a:rect l="l" t="t" r="r" b="b"/>
            <a:pathLst>
              <a:path w="3165120" h="546201">
                <a:moveTo>
                  <a:pt x="79248" y="240182"/>
                </a:moveTo>
                <a:lnTo>
                  <a:pt x="79248" y="376123"/>
                </a:lnTo>
                <a:lnTo>
                  <a:pt x="112167" y="376123"/>
                </a:lnTo>
                <a:cubicBezTo>
                  <a:pt x="130048" y="376123"/>
                  <a:pt x="141631" y="373888"/>
                  <a:pt x="146914" y="369417"/>
                </a:cubicBezTo>
                <a:cubicBezTo>
                  <a:pt x="153823" y="363728"/>
                  <a:pt x="157277" y="351536"/>
                  <a:pt x="157277" y="332841"/>
                </a:cubicBezTo>
                <a:lnTo>
                  <a:pt x="157277" y="282244"/>
                </a:lnTo>
                <a:cubicBezTo>
                  <a:pt x="157277" y="265176"/>
                  <a:pt x="154229" y="253898"/>
                  <a:pt x="148133" y="248412"/>
                </a:cubicBezTo>
                <a:cubicBezTo>
                  <a:pt x="142037" y="242925"/>
                  <a:pt x="130455" y="240182"/>
                  <a:pt x="113386" y="240182"/>
                </a:cubicBezTo>
                <a:close/>
                <a:moveTo>
                  <a:pt x="2644750" y="177393"/>
                </a:moveTo>
                <a:cubicBezTo>
                  <a:pt x="2626868" y="177393"/>
                  <a:pt x="2617927" y="187756"/>
                  <a:pt x="2617927" y="208483"/>
                </a:cubicBezTo>
                <a:lnTo>
                  <a:pt x="2617927" y="246888"/>
                </a:lnTo>
                <a:lnTo>
                  <a:pt x="2669743" y="246888"/>
                </a:lnTo>
                <a:lnTo>
                  <a:pt x="2669743" y="208483"/>
                </a:lnTo>
                <a:cubicBezTo>
                  <a:pt x="2669743" y="187756"/>
                  <a:pt x="2661412" y="177393"/>
                  <a:pt x="2644750" y="177393"/>
                </a:cubicBezTo>
                <a:close/>
                <a:moveTo>
                  <a:pt x="2149450" y="177393"/>
                </a:moveTo>
                <a:cubicBezTo>
                  <a:pt x="2131568" y="177393"/>
                  <a:pt x="2122627" y="187756"/>
                  <a:pt x="2122627" y="208483"/>
                </a:cubicBezTo>
                <a:lnTo>
                  <a:pt x="2122627" y="246888"/>
                </a:lnTo>
                <a:lnTo>
                  <a:pt x="2174443" y="246888"/>
                </a:lnTo>
                <a:lnTo>
                  <a:pt x="2174443" y="208483"/>
                </a:lnTo>
                <a:cubicBezTo>
                  <a:pt x="2174443" y="187756"/>
                  <a:pt x="2166112" y="177393"/>
                  <a:pt x="2149450" y="177393"/>
                </a:cubicBezTo>
                <a:close/>
                <a:moveTo>
                  <a:pt x="1749400" y="177393"/>
                </a:moveTo>
                <a:cubicBezTo>
                  <a:pt x="1731518" y="177393"/>
                  <a:pt x="1722577" y="187756"/>
                  <a:pt x="1722577" y="208483"/>
                </a:cubicBezTo>
                <a:lnTo>
                  <a:pt x="1722577" y="246888"/>
                </a:lnTo>
                <a:lnTo>
                  <a:pt x="1774394" y="246888"/>
                </a:lnTo>
                <a:lnTo>
                  <a:pt x="1774394" y="208483"/>
                </a:lnTo>
                <a:cubicBezTo>
                  <a:pt x="1774394" y="187756"/>
                  <a:pt x="1766062" y="177393"/>
                  <a:pt x="1749400" y="177393"/>
                </a:cubicBezTo>
                <a:close/>
                <a:moveTo>
                  <a:pt x="729615" y="165201"/>
                </a:moveTo>
                <a:cubicBezTo>
                  <a:pt x="712140" y="165201"/>
                  <a:pt x="703402" y="178003"/>
                  <a:pt x="703402" y="203606"/>
                </a:cubicBezTo>
                <a:lnTo>
                  <a:pt x="703402" y="362102"/>
                </a:lnTo>
                <a:cubicBezTo>
                  <a:pt x="703402" y="383641"/>
                  <a:pt x="711734" y="394411"/>
                  <a:pt x="728396" y="394411"/>
                </a:cubicBezTo>
                <a:cubicBezTo>
                  <a:pt x="745465" y="394411"/>
                  <a:pt x="753999" y="383438"/>
                  <a:pt x="753999" y="361492"/>
                </a:cubicBezTo>
                <a:lnTo>
                  <a:pt x="753999" y="202996"/>
                </a:lnTo>
                <a:cubicBezTo>
                  <a:pt x="753999" y="177800"/>
                  <a:pt x="745871" y="165201"/>
                  <a:pt x="729615" y="165201"/>
                </a:cubicBezTo>
                <a:close/>
                <a:moveTo>
                  <a:pt x="3091968" y="126187"/>
                </a:moveTo>
                <a:lnTo>
                  <a:pt x="3165120" y="126187"/>
                </a:lnTo>
                <a:lnTo>
                  <a:pt x="3165120" y="438302"/>
                </a:lnTo>
                <a:lnTo>
                  <a:pt x="3091968" y="438302"/>
                </a:lnTo>
                <a:close/>
                <a:moveTo>
                  <a:pt x="1110768" y="126187"/>
                </a:moveTo>
                <a:lnTo>
                  <a:pt x="1183310" y="126187"/>
                </a:lnTo>
                <a:lnTo>
                  <a:pt x="1183310" y="351129"/>
                </a:lnTo>
                <a:cubicBezTo>
                  <a:pt x="1183310" y="375920"/>
                  <a:pt x="1192251" y="388315"/>
                  <a:pt x="1210132" y="388315"/>
                </a:cubicBezTo>
                <a:cubicBezTo>
                  <a:pt x="1228827" y="388315"/>
                  <a:pt x="1238174" y="374497"/>
                  <a:pt x="1238174" y="346862"/>
                </a:cubicBezTo>
                <a:lnTo>
                  <a:pt x="1238174" y="126187"/>
                </a:lnTo>
                <a:lnTo>
                  <a:pt x="1311326" y="126187"/>
                </a:lnTo>
                <a:lnTo>
                  <a:pt x="1311326" y="438302"/>
                </a:lnTo>
                <a:lnTo>
                  <a:pt x="1238174" y="438302"/>
                </a:lnTo>
                <a:lnTo>
                  <a:pt x="1238174" y="413308"/>
                </a:lnTo>
                <a:cubicBezTo>
                  <a:pt x="1212977" y="433628"/>
                  <a:pt x="1190625" y="443788"/>
                  <a:pt x="1171118" y="443788"/>
                </a:cubicBezTo>
                <a:cubicBezTo>
                  <a:pt x="1137793" y="443788"/>
                  <a:pt x="1118286" y="427736"/>
                  <a:pt x="1112596" y="395630"/>
                </a:cubicBezTo>
                <a:cubicBezTo>
                  <a:pt x="1111377" y="388721"/>
                  <a:pt x="1110768" y="377342"/>
                  <a:pt x="1110768" y="361492"/>
                </a:cubicBezTo>
                <a:close/>
                <a:moveTo>
                  <a:pt x="389230" y="126187"/>
                </a:moveTo>
                <a:lnTo>
                  <a:pt x="461163" y="126187"/>
                </a:lnTo>
                <a:lnTo>
                  <a:pt x="501396" y="326745"/>
                </a:lnTo>
                <a:lnTo>
                  <a:pt x="532486" y="126187"/>
                </a:lnTo>
                <a:lnTo>
                  <a:pt x="603809" y="126187"/>
                </a:lnTo>
                <a:lnTo>
                  <a:pt x="532486" y="460248"/>
                </a:lnTo>
                <a:cubicBezTo>
                  <a:pt x="525577" y="493166"/>
                  <a:pt x="516636" y="515315"/>
                  <a:pt x="505663" y="526694"/>
                </a:cubicBezTo>
                <a:cubicBezTo>
                  <a:pt x="493878" y="539699"/>
                  <a:pt x="474167" y="546201"/>
                  <a:pt x="446532" y="546201"/>
                </a:cubicBezTo>
                <a:cubicBezTo>
                  <a:pt x="435966" y="546201"/>
                  <a:pt x="419913" y="544372"/>
                  <a:pt x="398374" y="540715"/>
                </a:cubicBezTo>
                <a:lnTo>
                  <a:pt x="408737" y="483412"/>
                </a:lnTo>
                <a:cubicBezTo>
                  <a:pt x="417272" y="486257"/>
                  <a:pt x="426822" y="487680"/>
                  <a:pt x="437388" y="487680"/>
                </a:cubicBezTo>
                <a:cubicBezTo>
                  <a:pt x="450393" y="487680"/>
                  <a:pt x="459740" y="479755"/>
                  <a:pt x="465430" y="463905"/>
                </a:cubicBezTo>
                <a:cubicBezTo>
                  <a:pt x="469900" y="451713"/>
                  <a:pt x="471526" y="443179"/>
                  <a:pt x="470307" y="438302"/>
                </a:cubicBezTo>
                <a:close/>
                <a:moveTo>
                  <a:pt x="291618" y="126187"/>
                </a:moveTo>
                <a:lnTo>
                  <a:pt x="364770" y="126187"/>
                </a:lnTo>
                <a:lnTo>
                  <a:pt x="364770" y="438302"/>
                </a:lnTo>
                <a:lnTo>
                  <a:pt x="291618" y="438302"/>
                </a:lnTo>
                <a:close/>
                <a:moveTo>
                  <a:pt x="2968752" y="125577"/>
                </a:moveTo>
                <a:lnTo>
                  <a:pt x="3041294" y="125577"/>
                </a:lnTo>
                <a:lnTo>
                  <a:pt x="3041294" y="467563"/>
                </a:lnTo>
                <a:cubicBezTo>
                  <a:pt x="3041294" y="499668"/>
                  <a:pt x="3033573" y="521614"/>
                  <a:pt x="3018130" y="533400"/>
                </a:cubicBezTo>
                <a:cubicBezTo>
                  <a:pt x="3007157" y="541528"/>
                  <a:pt x="2989885" y="545592"/>
                  <a:pt x="2966314" y="545592"/>
                </a:cubicBezTo>
                <a:cubicBezTo>
                  <a:pt x="2953309" y="545592"/>
                  <a:pt x="2943352" y="544982"/>
                  <a:pt x="2936443" y="543763"/>
                </a:cubicBezTo>
                <a:lnTo>
                  <a:pt x="2936443" y="483412"/>
                </a:lnTo>
                <a:cubicBezTo>
                  <a:pt x="2951074" y="483819"/>
                  <a:pt x="2960421" y="480974"/>
                  <a:pt x="2964485" y="474878"/>
                </a:cubicBezTo>
                <a:cubicBezTo>
                  <a:pt x="2967330" y="470814"/>
                  <a:pt x="2968752" y="461264"/>
                  <a:pt x="2968752" y="446227"/>
                </a:cubicBezTo>
                <a:close/>
                <a:moveTo>
                  <a:pt x="2930424" y="120700"/>
                </a:moveTo>
                <a:lnTo>
                  <a:pt x="2930424" y="192633"/>
                </a:lnTo>
                <a:cubicBezTo>
                  <a:pt x="2920670" y="189382"/>
                  <a:pt x="2912542" y="187756"/>
                  <a:pt x="2906040" y="187756"/>
                </a:cubicBezTo>
                <a:cubicBezTo>
                  <a:pt x="2885720" y="187756"/>
                  <a:pt x="2872105" y="195884"/>
                  <a:pt x="2865196" y="212140"/>
                </a:cubicBezTo>
                <a:cubicBezTo>
                  <a:pt x="2861132" y="221081"/>
                  <a:pt x="2859100" y="235305"/>
                  <a:pt x="2859100" y="254812"/>
                </a:cubicBezTo>
                <a:lnTo>
                  <a:pt x="2859100" y="438302"/>
                </a:lnTo>
                <a:lnTo>
                  <a:pt x="2787168" y="438302"/>
                </a:lnTo>
                <a:lnTo>
                  <a:pt x="2787168" y="126187"/>
                </a:lnTo>
                <a:lnTo>
                  <a:pt x="2859710" y="126187"/>
                </a:lnTo>
                <a:lnTo>
                  <a:pt x="2859100" y="165811"/>
                </a:lnTo>
                <a:cubicBezTo>
                  <a:pt x="2876169" y="134924"/>
                  <a:pt x="2899944" y="119888"/>
                  <a:pt x="2930424" y="120700"/>
                </a:cubicBezTo>
                <a:close/>
                <a:moveTo>
                  <a:pt x="2427199" y="120091"/>
                </a:moveTo>
                <a:cubicBezTo>
                  <a:pt x="2448332" y="120091"/>
                  <a:pt x="2464994" y="127000"/>
                  <a:pt x="2477186" y="140817"/>
                </a:cubicBezTo>
                <a:cubicBezTo>
                  <a:pt x="2486940" y="152196"/>
                  <a:pt x="2491816" y="170078"/>
                  <a:pt x="2491816" y="194462"/>
                </a:cubicBezTo>
                <a:lnTo>
                  <a:pt x="2491816" y="438302"/>
                </a:lnTo>
                <a:lnTo>
                  <a:pt x="2420493" y="438302"/>
                </a:lnTo>
                <a:lnTo>
                  <a:pt x="2420493" y="209092"/>
                </a:lnTo>
                <a:cubicBezTo>
                  <a:pt x="2420493" y="183896"/>
                  <a:pt x="2411959" y="171297"/>
                  <a:pt x="2394890" y="171297"/>
                </a:cubicBezTo>
                <a:cubicBezTo>
                  <a:pt x="2374570" y="171297"/>
                  <a:pt x="2364410" y="185318"/>
                  <a:pt x="2364410" y="213360"/>
                </a:cubicBezTo>
                <a:lnTo>
                  <a:pt x="2364410" y="438302"/>
                </a:lnTo>
                <a:lnTo>
                  <a:pt x="2291868" y="438302"/>
                </a:lnTo>
                <a:lnTo>
                  <a:pt x="2291868" y="126187"/>
                </a:lnTo>
                <a:lnTo>
                  <a:pt x="2365629" y="126187"/>
                </a:lnTo>
                <a:lnTo>
                  <a:pt x="2364410" y="149352"/>
                </a:lnTo>
                <a:cubicBezTo>
                  <a:pt x="2384730" y="129844"/>
                  <a:pt x="2405660" y="120091"/>
                  <a:pt x="2427199" y="120091"/>
                </a:cubicBezTo>
                <a:close/>
                <a:moveTo>
                  <a:pt x="729615" y="120091"/>
                </a:moveTo>
                <a:cubicBezTo>
                  <a:pt x="756844" y="120091"/>
                  <a:pt x="778790" y="125780"/>
                  <a:pt x="795452" y="137160"/>
                </a:cubicBezTo>
                <a:cubicBezTo>
                  <a:pt x="815772" y="150977"/>
                  <a:pt x="825932" y="174345"/>
                  <a:pt x="825932" y="207264"/>
                </a:cubicBezTo>
                <a:lnTo>
                  <a:pt x="825932" y="357225"/>
                </a:lnTo>
                <a:cubicBezTo>
                  <a:pt x="825932" y="415340"/>
                  <a:pt x="792607" y="444398"/>
                  <a:pt x="725958" y="444398"/>
                </a:cubicBezTo>
                <a:cubicBezTo>
                  <a:pt x="662559" y="444398"/>
                  <a:pt x="630860" y="412902"/>
                  <a:pt x="630860" y="349910"/>
                </a:cubicBezTo>
                <a:lnTo>
                  <a:pt x="630860" y="210312"/>
                </a:lnTo>
                <a:cubicBezTo>
                  <a:pt x="630860" y="150164"/>
                  <a:pt x="663778" y="120091"/>
                  <a:pt x="729615" y="120091"/>
                </a:cubicBezTo>
                <a:close/>
                <a:moveTo>
                  <a:pt x="2644750" y="119481"/>
                </a:moveTo>
                <a:cubicBezTo>
                  <a:pt x="2676856" y="119481"/>
                  <a:pt x="2702052" y="128625"/>
                  <a:pt x="2720340" y="146913"/>
                </a:cubicBezTo>
                <a:cubicBezTo>
                  <a:pt x="2734564" y="161137"/>
                  <a:pt x="2741676" y="181864"/>
                  <a:pt x="2741676" y="209092"/>
                </a:cubicBezTo>
                <a:lnTo>
                  <a:pt x="2741676" y="298094"/>
                </a:lnTo>
                <a:lnTo>
                  <a:pt x="2617318" y="298094"/>
                </a:lnTo>
                <a:lnTo>
                  <a:pt x="2617318" y="349300"/>
                </a:lnTo>
                <a:cubicBezTo>
                  <a:pt x="2617318" y="374904"/>
                  <a:pt x="2626258" y="387705"/>
                  <a:pt x="2644140" y="387705"/>
                </a:cubicBezTo>
                <a:cubicBezTo>
                  <a:pt x="2652674" y="387705"/>
                  <a:pt x="2659075" y="384860"/>
                  <a:pt x="2663342" y="379171"/>
                </a:cubicBezTo>
                <a:cubicBezTo>
                  <a:pt x="2667610" y="373481"/>
                  <a:pt x="2669743" y="358851"/>
                  <a:pt x="2669743" y="335280"/>
                </a:cubicBezTo>
                <a:lnTo>
                  <a:pt x="2740457" y="335280"/>
                </a:lnTo>
                <a:lnTo>
                  <a:pt x="2740457" y="360273"/>
                </a:lnTo>
                <a:cubicBezTo>
                  <a:pt x="2740457" y="416356"/>
                  <a:pt x="2708758" y="444398"/>
                  <a:pt x="2645359" y="444398"/>
                </a:cubicBezTo>
                <a:cubicBezTo>
                  <a:pt x="2578710" y="444398"/>
                  <a:pt x="2545385" y="411073"/>
                  <a:pt x="2545385" y="344424"/>
                </a:cubicBezTo>
                <a:lnTo>
                  <a:pt x="2545385" y="212750"/>
                </a:lnTo>
                <a:cubicBezTo>
                  <a:pt x="2545385" y="178206"/>
                  <a:pt x="2556561" y="153212"/>
                  <a:pt x="2578913" y="137769"/>
                </a:cubicBezTo>
                <a:cubicBezTo>
                  <a:pt x="2596388" y="125577"/>
                  <a:pt x="2618334" y="119481"/>
                  <a:pt x="2644750" y="119481"/>
                </a:cubicBezTo>
                <a:close/>
                <a:moveTo>
                  <a:pt x="2149450" y="119481"/>
                </a:moveTo>
                <a:cubicBezTo>
                  <a:pt x="2181555" y="119481"/>
                  <a:pt x="2206752" y="128625"/>
                  <a:pt x="2225040" y="146913"/>
                </a:cubicBezTo>
                <a:cubicBezTo>
                  <a:pt x="2239264" y="161137"/>
                  <a:pt x="2246376" y="181864"/>
                  <a:pt x="2246376" y="209092"/>
                </a:cubicBezTo>
                <a:lnTo>
                  <a:pt x="2246376" y="298094"/>
                </a:lnTo>
                <a:lnTo>
                  <a:pt x="2122018" y="298094"/>
                </a:lnTo>
                <a:lnTo>
                  <a:pt x="2122018" y="349300"/>
                </a:lnTo>
                <a:cubicBezTo>
                  <a:pt x="2122018" y="374904"/>
                  <a:pt x="2130958" y="387705"/>
                  <a:pt x="2148840" y="387705"/>
                </a:cubicBezTo>
                <a:cubicBezTo>
                  <a:pt x="2157374" y="387705"/>
                  <a:pt x="2163775" y="384860"/>
                  <a:pt x="2168042" y="379171"/>
                </a:cubicBezTo>
                <a:cubicBezTo>
                  <a:pt x="2172310" y="373481"/>
                  <a:pt x="2174443" y="358851"/>
                  <a:pt x="2174443" y="335280"/>
                </a:cubicBezTo>
                <a:lnTo>
                  <a:pt x="2245157" y="335280"/>
                </a:lnTo>
                <a:lnTo>
                  <a:pt x="2245157" y="360273"/>
                </a:lnTo>
                <a:cubicBezTo>
                  <a:pt x="2245157" y="416356"/>
                  <a:pt x="2213458" y="444398"/>
                  <a:pt x="2150059" y="444398"/>
                </a:cubicBezTo>
                <a:cubicBezTo>
                  <a:pt x="2083410" y="444398"/>
                  <a:pt x="2050085" y="411073"/>
                  <a:pt x="2050085" y="344424"/>
                </a:cubicBezTo>
                <a:lnTo>
                  <a:pt x="2050085" y="212750"/>
                </a:lnTo>
                <a:cubicBezTo>
                  <a:pt x="2050085" y="178206"/>
                  <a:pt x="2061261" y="153212"/>
                  <a:pt x="2083613" y="137769"/>
                </a:cubicBezTo>
                <a:cubicBezTo>
                  <a:pt x="2101088" y="125577"/>
                  <a:pt x="2123034" y="119481"/>
                  <a:pt x="2149450" y="119481"/>
                </a:cubicBezTo>
                <a:close/>
                <a:moveTo>
                  <a:pt x="1749400" y="119481"/>
                </a:moveTo>
                <a:cubicBezTo>
                  <a:pt x="1781505" y="119481"/>
                  <a:pt x="1806702" y="128625"/>
                  <a:pt x="1824990" y="146913"/>
                </a:cubicBezTo>
                <a:cubicBezTo>
                  <a:pt x="1839214" y="161137"/>
                  <a:pt x="1846326" y="181864"/>
                  <a:pt x="1846326" y="209092"/>
                </a:cubicBezTo>
                <a:lnTo>
                  <a:pt x="1846326" y="298094"/>
                </a:lnTo>
                <a:lnTo>
                  <a:pt x="1721968" y="298094"/>
                </a:lnTo>
                <a:lnTo>
                  <a:pt x="1721968" y="349300"/>
                </a:lnTo>
                <a:cubicBezTo>
                  <a:pt x="1721968" y="374904"/>
                  <a:pt x="1730909" y="387705"/>
                  <a:pt x="1748790" y="387705"/>
                </a:cubicBezTo>
                <a:cubicBezTo>
                  <a:pt x="1757325" y="387705"/>
                  <a:pt x="1763726" y="384860"/>
                  <a:pt x="1767993" y="379171"/>
                </a:cubicBezTo>
                <a:cubicBezTo>
                  <a:pt x="1772260" y="373481"/>
                  <a:pt x="1774394" y="358851"/>
                  <a:pt x="1774394" y="335280"/>
                </a:cubicBezTo>
                <a:lnTo>
                  <a:pt x="1845107" y="335280"/>
                </a:lnTo>
                <a:lnTo>
                  <a:pt x="1845107" y="360273"/>
                </a:lnTo>
                <a:cubicBezTo>
                  <a:pt x="1845107" y="416356"/>
                  <a:pt x="1813408" y="444398"/>
                  <a:pt x="1750010" y="444398"/>
                </a:cubicBezTo>
                <a:cubicBezTo>
                  <a:pt x="1683360" y="444398"/>
                  <a:pt x="1650035" y="411073"/>
                  <a:pt x="1650035" y="344424"/>
                </a:cubicBezTo>
                <a:lnTo>
                  <a:pt x="1650035" y="212750"/>
                </a:lnTo>
                <a:cubicBezTo>
                  <a:pt x="1650035" y="178206"/>
                  <a:pt x="1661211" y="153212"/>
                  <a:pt x="1683563" y="137769"/>
                </a:cubicBezTo>
                <a:cubicBezTo>
                  <a:pt x="1701038" y="125577"/>
                  <a:pt x="1722984" y="119481"/>
                  <a:pt x="1749400" y="119481"/>
                </a:cubicBezTo>
                <a:close/>
                <a:moveTo>
                  <a:pt x="79248" y="69494"/>
                </a:moveTo>
                <a:lnTo>
                  <a:pt x="79248" y="178003"/>
                </a:lnTo>
                <a:cubicBezTo>
                  <a:pt x="109728" y="178003"/>
                  <a:pt x="126797" y="177596"/>
                  <a:pt x="130455" y="176784"/>
                </a:cubicBezTo>
                <a:cubicBezTo>
                  <a:pt x="144679" y="173532"/>
                  <a:pt x="151791" y="160731"/>
                  <a:pt x="151791" y="138379"/>
                </a:cubicBezTo>
                <a:cubicBezTo>
                  <a:pt x="151791" y="109524"/>
                  <a:pt x="150775" y="92456"/>
                  <a:pt x="148743" y="87172"/>
                </a:cubicBezTo>
                <a:cubicBezTo>
                  <a:pt x="144272" y="75387"/>
                  <a:pt x="131674" y="69494"/>
                  <a:pt x="110947" y="69494"/>
                </a:cubicBezTo>
                <a:close/>
                <a:moveTo>
                  <a:pt x="1384402" y="13411"/>
                </a:moveTo>
                <a:lnTo>
                  <a:pt x="1456944" y="13411"/>
                </a:lnTo>
                <a:lnTo>
                  <a:pt x="1456944" y="126187"/>
                </a:lnTo>
                <a:lnTo>
                  <a:pt x="1500226" y="126187"/>
                </a:lnTo>
                <a:lnTo>
                  <a:pt x="1500226" y="174345"/>
                </a:lnTo>
                <a:lnTo>
                  <a:pt x="1456335" y="174345"/>
                </a:lnTo>
                <a:lnTo>
                  <a:pt x="1456335" y="352348"/>
                </a:lnTo>
                <a:cubicBezTo>
                  <a:pt x="1456335" y="364134"/>
                  <a:pt x="1458164" y="372262"/>
                  <a:pt x="1461821" y="376732"/>
                </a:cubicBezTo>
                <a:cubicBezTo>
                  <a:pt x="1466698" y="383235"/>
                  <a:pt x="1475842" y="386486"/>
                  <a:pt x="1489253" y="386486"/>
                </a:cubicBezTo>
                <a:cubicBezTo>
                  <a:pt x="1490879" y="386486"/>
                  <a:pt x="1493114" y="386283"/>
                  <a:pt x="1495959" y="385876"/>
                </a:cubicBezTo>
                <a:lnTo>
                  <a:pt x="1502055" y="385876"/>
                </a:lnTo>
                <a:lnTo>
                  <a:pt x="1502055" y="437692"/>
                </a:lnTo>
                <a:cubicBezTo>
                  <a:pt x="1492301" y="440131"/>
                  <a:pt x="1479500" y="441350"/>
                  <a:pt x="1463650" y="441350"/>
                </a:cubicBezTo>
                <a:cubicBezTo>
                  <a:pt x="1431951" y="441350"/>
                  <a:pt x="1410411" y="435457"/>
                  <a:pt x="1399032" y="423672"/>
                </a:cubicBezTo>
                <a:cubicBezTo>
                  <a:pt x="1389685" y="414324"/>
                  <a:pt x="1385011" y="398475"/>
                  <a:pt x="1385011" y="376123"/>
                </a:cubicBezTo>
                <a:lnTo>
                  <a:pt x="1385011" y="174345"/>
                </a:lnTo>
                <a:lnTo>
                  <a:pt x="1345388" y="174345"/>
                </a:lnTo>
                <a:lnTo>
                  <a:pt x="1345388" y="126187"/>
                </a:lnTo>
                <a:lnTo>
                  <a:pt x="1384402" y="126187"/>
                </a:lnTo>
                <a:close/>
                <a:moveTo>
                  <a:pt x="1529868" y="7924"/>
                </a:moveTo>
                <a:lnTo>
                  <a:pt x="1603020" y="7924"/>
                </a:lnTo>
                <a:lnTo>
                  <a:pt x="1603020" y="438302"/>
                </a:lnTo>
                <a:lnTo>
                  <a:pt x="1529868" y="438302"/>
                </a:lnTo>
                <a:close/>
                <a:moveTo>
                  <a:pt x="872643" y="7924"/>
                </a:moveTo>
                <a:lnTo>
                  <a:pt x="944575" y="7924"/>
                </a:lnTo>
                <a:lnTo>
                  <a:pt x="944575" y="232867"/>
                </a:lnTo>
                <a:lnTo>
                  <a:pt x="1004316" y="126187"/>
                </a:lnTo>
                <a:lnTo>
                  <a:pt x="1084783" y="126187"/>
                </a:lnTo>
                <a:lnTo>
                  <a:pt x="1004926" y="256032"/>
                </a:lnTo>
                <a:lnTo>
                  <a:pt x="1093927" y="438302"/>
                </a:lnTo>
                <a:lnTo>
                  <a:pt x="1011631" y="438302"/>
                </a:lnTo>
                <a:lnTo>
                  <a:pt x="944575" y="279196"/>
                </a:lnTo>
                <a:lnTo>
                  <a:pt x="944575" y="438302"/>
                </a:lnTo>
                <a:lnTo>
                  <a:pt x="872643" y="438302"/>
                </a:lnTo>
                <a:close/>
                <a:moveTo>
                  <a:pt x="0" y="7924"/>
                </a:moveTo>
                <a:lnTo>
                  <a:pt x="133503" y="7924"/>
                </a:lnTo>
                <a:cubicBezTo>
                  <a:pt x="163983" y="7924"/>
                  <a:pt x="185928" y="12192"/>
                  <a:pt x="199339" y="20726"/>
                </a:cubicBezTo>
                <a:cubicBezTo>
                  <a:pt x="220066" y="34137"/>
                  <a:pt x="230429" y="59131"/>
                  <a:pt x="230429" y="95707"/>
                </a:cubicBezTo>
                <a:lnTo>
                  <a:pt x="230429" y="134112"/>
                </a:lnTo>
                <a:cubicBezTo>
                  <a:pt x="230429" y="160121"/>
                  <a:pt x="225755" y="178409"/>
                  <a:pt x="216408" y="188976"/>
                </a:cubicBezTo>
                <a:cubicBezTo>
                  <a:pt x="209500" y="197104"/>
                  <a:pt x="197307" y="202996"/>
                  <a:pt x="179832" y="206654"/>
                </a:cubicBezTo>
                <a:cubicBezTo>
                  <a:pt x="203810" y="211124"/>
                  <a:pt x="219456" y="219659"/>
                  <a:pt x="226771" y="232257"/>
                </a:cubicBezTo>
                <a:cubicBezTo>
                  <a:pt x="232055" y="241604"/>
                  <a:pt x="234696" y="259283"/>
                  <a:pt x="234696" y="285292"/>
                </a:cubicBezTo>
                <a:lnTo>
                  <a:pt x="234696" y="346252"/>
                </a:lnTo>
                <a:cubicBezTo>
                  <a:pt x="234696" y="385673"/>
                  <a:pt x="224943" y="411886"/>
                  <a:pt x="205436" y="424891"/>
                </a:cubicBezTo>
                <a:cubicBezTo>
                  <a:pt x="192024" y="433832"/>
                  <a:pt x="168859" y="438302"/>
                  <a:pt x="135941" y="438302"/>
                </a:cubicBezTo>
                <a:lnTo>
                  <a:pt x="0" y="438302"/>
                </a:lnTo>
                <a:close/>
                <a:moveTo>
                  <a:pt x="3091968" y="7315"/>
                </a:moveTo>
                <a:lnTo>
                  <a:pt x="3164510" y="7315"/>
                </a:lnTo>
                <a:lnTo>
                  <a:pt x="3164510" y="81076"/>
                </a:lnTo>
                <a:lnTo>
                  <a:pt x="3091968" y="81076"/>
                </a:lnTo>
                <a:close/>
                <a:moveTo>
                  <a:pt x="2968752" y="7315"/>
                </a:moveTo>
                <a:lnTo>
                  <a:pt x="3041294" y="7315"/>
                </a:lnTo>
                <a:lnTo>
                  <a:pt x="3041294" y="80467"/>
                </a:lnTo>
                <a:lnTo>
                  <a:pt x="2968752" y="80467"/>
                </a:lnTo>
                <a:close/>
                <a:moveTo>
                  <a:pt x="291618" y="7315"/>
                </a:moveTo>
                <a:lnTo>
                  <a:pt x="364160" y="7315"/>
                </a:lnTo>
                <a:lnTo>
                  <a:pt x="364160" y="81076"/>
                </a:lnTo>
                <a:lnTo>
                  <a:pt x="291618" y="81076"/>
                </a:lnTo>
                <a:close/>
                <a:moveTo>
                  <a:pt x="1227811" y="0"/>
                </a:moveTo>
                <a:lnTo>
                  <a:pt x="1300353" y="0"/>
                </a:lnTo>
                <a:lnTo>
                  <a:pt x="1300353" y="75590"/>
                </a:lnTo>
                <a:lnTo>
                  <a:pt x="1227811" y="75590"/>
                </a:lnTo>
                <a:close/>
                <a:moveTo>
                  <a:pt x="1116254" y="0"/>
                </a:moveTo>
                <a:lnTo>
                  <a:pt x="1188797" y="0"/>
                </a:lnTo>
                <a:lnTo>
                  <a:pt x="1188797" y="75590"/>
                </a:lnTo>
                <a:lnTo>
                  <a:pt x="1116254" y="7559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7F6930D1-D4BF-4FC2-6177-87D892B8D6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50"/>
          <a:stretch/>
        </p:blipFill>
        <p:spPr>
          <a:xfrm>
            <a:off x="6350" y="2499919"/>
            <a:ext cx="12179300" cy="4358079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sp>
        <p:nvSpPr>
          <p:cNvPr id="79" name="TextBox 78">
            <a:extLst>
              <a:ext uri="{FF2B5EF4-FFF2-40B4-BE49-F238E27FC236}">
                <a16:creationId xmlns:a16="http://schemas.microsoft.com/office/drawing/2014/main" id="{4DF39DBD-419F-73D6-BB52-34557B05A3D6}"/>
              </a:ext>
            </a:extLst>
          </p:cNvPr>
          <p:cNvSpPr txBox="1"/>
          <p:nvPr userDrawn="1"/>
        </p:nvSpPr>
        <p:spPr>
          <a:xfrm>
            <a:off x="7715614" y="2534226"/>
            <a:ext cx="2098472" cy="538886"/>
          </a:xfrm>
          <a:custGeom>
            <a:avLst/>
            <a:gdLst/>
            <a:ahLst/>
            <a:cxnLst/>
            <a:rect l="l" t="t" r="r" b="b"/>
            <a:pathLst>
              <a:path w="2098472" h="538886">
                <a:moveTo>
                  <a:pt x="1192378" y="273710"/>
                </a:moveTo>
                <a:lnTo>
                  <a:pt x="1157021" y="296875"/>
                </a:lnTo>
                <a:cubicBezTo>
                  <a:pt x="1150112" y="301345"/>
                  <a:pt x="1145642" y="307035"/>
                  <a:pt x="1143610" y="313944"/>
                </a:cubicBezTo>
                <a:cubicBezTo>
                  <a:pt x="1141578" y="320853"/>
                  <a:pt x="1140562" y="332435"/>
                  <a:pt x="1140562" y="348691"/>
                </a:cubicBezTo>
                <a:cubicBezTo>
                  <a:pt x="1140562" y="371449"/>
                  <a:pt x="1146252" y="382829"/>
                  <a:pt x="1157631" y="382829"/>
                </a:cubicBezTo>
                <a:cubicBezTo>
                  <a:pt x="1166978" y="382829"/>
                  <a:pt x="1178560" y="376936"/>
                  <a:pt x="1192378" y="365150"/>
                </a:cubicBezTo>
                <a:close/>
                <a:moveTo>
                  <a:pt x="354178" y="273710"/>
                </a:moveTo>
                <a:lnTo>
                  <a:pt x="318821" y="296875"/>
                </a:lnTo>
                <a:cubicBezTo>
                  <a:pt x="311912" y="301345"/>
                  <a:pt x="307442" y="307035"/>
                  <a:pt x="305410" y="313944"/>
                </a:cubicBezTo>
                <a:cubicBezTo>
                  <a:pt x="303378" y="320853"/>
                  <a:pt x="302362" y="332435"/>
                  <a:pt x="302362" y="348691"/>
                </a:cubicBezTo>
                <a:cubicBezTo>
                  <a:pt x="302362" y="371449"/>
                  <a:pt x="308052" y="382829"/>
                  <a:pt x="319431" y="382829"/>
                </a:cubicBezTo>
                <a:cubicBezTo>
                  <a:pt x="328778" y="382829"/>
                  <a:pt x="340360" y="376936"/>
                  <a:pt x="354178" y="365150"/>
                </a:cubicBezTo>
                <a:close/>
                <a:moveTo>
                  <a:pt x="2001546" y="170078"/>
                </a:moveTo>
                <a:cubicBezTo>
                  <a:pt x="1983664" y="170078"/>
                  <a:pt x="1974723" y="180441"/>
                  <a:pt x="1974723" y="201168"/>
                </a:cubicBezTo>
                <a:lnTo>
                  <a:pt x="1974723" y="239573"/>
                </a:lnTo>
                <a:lnTo>
                  <a:pt x="2026539" y="239573"/>
                </a:lnTo>
                <a:lnTo>
                  <a:pt x="2026539" y="201168"/>
                </a:lnTo>
                <a:cubicBezTo>
                  <a:pt x="2026539" y="180441"/>
                  <a:pt x="2018208" y="170078"/>
                  <a:pt x="2001546" y="170078"/>
                </a:cubicBezTo>
                <a:close/>
                <a:moveTo>
                  <a:pt x="1536726" y="118872"/>
                </a:moveTo>
                <a:lnTo>
                  <a:pt x="1608659" y="118872"/>
                </a:lnTo>
                <a:lnTo>
                  <a:pt x="1648892" y="319430"/>
                </a:lnTo>
                <a:lnTo>
                  <a:pt x="1679982" y="118872"/>
                </a:lnTo>
                <a:lnTo>
                  <a:pt x="1751305" y="118872"/>
                </a:lnTo>
                <a:lnTo>
                  <a:pt x="1679982" y="452933"/>
                </a:lnTo>
                <a:cubicBezTo>
                  <a:pt x="1673073" y="485851"/>
                  <a:pt x="1664132" y="508000"/>
                  <a:pt x="1653160" y="519379"/>
                </a:cubicBezTo>
                <a:cubicBezTo>
                  <a:pt x="1641374" y="532384"/>
                  <a:pt x="1621663" y="538886"/>
                  <a:pt x="1594028" y="538886"/>
                </a:cubicBezTo>
                <a:cubicBezTo>
                  <a:pt x="1583462" y="538886"/>
                  <a:pt x="1567409" y="537057"/>
                  <a:pt x="1545870" y="533400"/>
                </a:cubicBezTo>
                <a:lnTo>
                  <a:pt x="1556233" y="476097"/>
                </a:lnTo>
                <a:cubicBezTo>
                  <a:pt x="1564768" y="478942"/>
                  <a:pt x="1574318" y="480365"/>
                  <a:pt x="1584884" y="480365"/>
                </a:cubicBezTo>
                <a:cubicBezTo>
                  <a:pt x="1597889" y="480365"/>
                  <a:pt x="1607236" y="472440"/>
                  <a:pt x="1612926" y="456590"/>
                </a:cubicBezTo>
                <a:cubicBezTo>
                  <a:pt x="1617396" y="444398"/>
                  <a:pt x="1619022" y="435864"/>
                  <a:pt x="1617803" y="430987"/>
                </a:cubicBezTo>
                <a:close/>
                <a:moveTo>
                  <a:pt x="1439114" y="118872"/>
                </a:moveTo>
                <a:lnTo>
                  <a:pt x="1512266" y="118872"/>
                </a:lnTo>
                <a:lnTo>
                  <a:pt x="1512266" y="430987"/>
                </a:lnTo>
                <a:lnTo>
                  <a:pt x="1439114" y="430987"/>
                </a:lnTo>
                <a:close/>
                <a:moveTo>
                  <a:pt x="1039445" y="113385"/>
                </a:moveTo>
                <a:lnTo>
                  <a:pt x="1039445" y="185318"/>
                </a:lnTo>
                <a:cubicBezTo>
                  <a:pt x="1029691" y="182067"/>
                  <a:pt x="1021563" y="180441"/>
                  <a:pt x="1015061" y="180441"/>
                </a:cubicBezTo>
                <a:cubicBezTo>
                  <a:pt x="994740" y="180441"/>
                  <a:pt x="981126" y="188569"/>
                  <a:pt x="974217" y="204825"/>
                </a:cubicBezTo>
                <a:cubicBezTo>
                  <a:pt x="970153" y="213766"/>
                  <a:pt x="968121" y="227990"/>
                  <a:pt x="968121" y="247497"/>
                </a:cubicBezTo>
                <a:lnTo>
                  <a:pt x="968121" y="430987"/>
                </a:lnTo>
                <a:lnTo>
                  <a:pt x="896189" y="430987"/>
                </a:lnTo>
                <a:lnTo>
                  <a:pt x="896189" y="118872"/>
                </a:lnTo>
                <a:lnTo>
                  <a:pt x="968731" y="118872"/>
                </a:lnTo>
                <a:lnTo>
                  <a:pt x="968121" y="158496"/>
                </a:lnTo>
                <a:cubicBezTo>
                  <a:pt x="985190" y="127609"/>
                  <a:pt x="1008965" y="112573"/>
                  <a:pt x="1039445" y="113385"/>
                </a:cubicBezTo>
                <a:close/>
                <a:moveTo>
                  <a:pt x="612420" y="112776"/>
                </a:moveTo>
                <a:cubicBezTo>
                  <a:pt x="633553" y="112776"/>
                  <a:pt x="650215" y="119685"/>
                  <a:pt x="662407" y="133502"/>
                </a:cubicBezTo>
                <a:cubicBezTo>
                  <a:pt x="672161" y="144881"/>
                  <a:pt x="677037" y="162763"/>
                  <a:pt x="677037" y="187147"/>
                </a:cubicBezTo>
                <a:lnTo>
                  <a:pt x="677037" y="430987"/>
                </a:lnTo>
                <a:lnTo>
                  <a:pt x="605714" y="430987"/>
                </a:lnTo>
                <a:lnTo>
                  <a:pt x="605714" y="201777"/>
                </a:lnTo>
                <a:cubicBezTo>
                  <a:pt x="605714" y="176581"/>
                  <a:pt x="597180" y="163982"/>
                  <a:pt x="580111" y="163982"/>
                </a:cubicBezTo>
                <a:cubicBezTo>
                  <a:pt x="559791" y="163982"/>
                  <a:pt x="549631" y="178003"/>
                  <a:pt x="549631" y="206045"/>
                </a:cubicBezTo>
                <a:lnTo>
                  <a:pt x="549631" y="430987"/>
                </a:lnTo>
                <a:lnTo>
                  <a:pt x="477089" y="430987"/>
                </a:lnTo>
                <a:lnTo>
                  <a:pt x="477089" y="118872"/>
                </a:lnTo>
                <a:lnTo>
                  <a:pt x="550850" y="118872"/>
                </a:lnTo>
                <a:lnTo>
                  <a:pt x="549631" y="142037"/>
                </a:lnTo>
                <a:cubicBezTo>
                  <a:pt x="569951" y="122529"/>
                  <a:pt x="590881" y="112776"/>
                  <a:pt x="612420" y="112776"/>
                </a:cubicBezTo>
                <a:close/>
                <a:moveTo>
                  <a:pt x="2001546" y="112166"/>
                </a:moveTo>
                <a:cubicBezTo>
                  <a:pt x="2033651" y="112166"/>
                  <a:pt x="2058848" y="121310"/>
                  <a:pt x="2077136" y="139598"/>
                </a:cubicBezTo>
                <a:cubicBezTo>
                  <a:pt x="2091360" y="153822"/>
                  <a:pt x="2098472" y="174549"/>
                  <a:pt x="2098472" y="201777"/>
                </a:cubicBezTo>
                <a:lnTo>
                  <a:pt x="2098472" y="290779"/>
                </a:lnTo>
                <a:lnTo>
                  <a:pt x="1974114" y="290779"/>
                </a:lnTo>
                <a:lnTo>
                  <a:pt x="1974114" y="341985"/>
                </a:lnTo>
                <a:cubicBezTo>
                  <a:pt x="1974114" y="367589"/>
                  <a:pt x="1983055" y="380390"/>
                  <a:pt x="2000936" y="380390"/>
                </a:cubicBezTo>
                <a:cubicBezTo>
                  <a:pt x="2009471" y="380390"/>
                  <a:pt x="2015871" y="377545"/>
                  <a:pt x="2020139" y="371856"/>
                </a:cubicBezTo>
                <a:cubicBezTo>
                  <a:pt x="2024406" y="366166"/>
                  <a:pt x="2026539" y="351536"/>
                  <a:pt x="2026539" y="327965"/>
                </a:cubicBezTo>
                <a:lnTo>
                  <a:pt x="2097253" y="327965"/>
                </a:lnTo>
                <a:lnTo>
                  <a:pt x="2097253" y="352958"/>
                </a:lnTo>
                <a:cubicBezTo>
                  <a:pt x="2097253" y="409041"/>
                  <a:pt x="2065554" y="437083"/>
                  <a:pt x="2002155" y="437083"/>
                </a:cubicBezTo>
                <a:cubicBezTo>
                  <a:pt x="1935506" y="437083"/>
                  <a:pt x="1902181" y="403758"/>
                  <a:pt x="1902181" y="337109"/>
                </a:cubicBezTo>
                <a:lnTo>
                  <a:pt x="1902181" y="205435"/>
                </a:lnTo>
                <a:cubicBezTo>
                  <a:pt x="1902181" y="170891"/>
                  <a:pt x="1913357" y="145897"/>
                  <a:pt x="1935709" y="130454"/>
                </a:cubicBezTo>
                <a:cubicBezTo>
                  <a:pt x="1953184" y="118262"/>
                  <a:pt x="1975130" y="112166"/>
                  <a:pt x="2001546" y="112166"/>
                </a:cubicBezTo>
                <a:close/>
                <a:moveTo>
                  <a:pt x="1172261" y="112166"/>
                </a:moveTo>
                <a:cubicBezTo>
                  <a:pt x="1194207" y="112166"/>
                  <a:pt x="1212698" y="116027"/>
                  <a:pt x="1227735" y="123749"/>
                </a:cubicBezTo>
                <a:cubicBezTo>
                  <a:pt x="1252525" y="136347"/>
                  <a:pt x="1264920" y="155448"/>
                  <a:pt x="1264920" y="181051"/>
                </a:cubicBezTo>
                <a:lnTo>
                  <a:pt x="1264920" y="354787"/>
                </a:lnTo>
                <a:cubicBezTo>
                  <a:pt x="1264920" y="380797"/>
                  <a:pt x="1265530" y="397662"/>
                  <a:pt x="1266749" y="405384"/>
                </a:cubicBezTo>
                <a:cubicBezTo>
                  <a:pt x="1268375" y="417576"/>
                  <a:pt x="1272439" y="426110"/>
                  <a:pt x="1278941" y="430987"/>
                </a:cubicBezTo>
                <a:lnTo>
                  <a:pt x="1202741" y="430987"/>
                </a:lnTo>
                <a:cubicBezTo>
                  <a:pt x="1197458" y="425297"/>
                  <a:pt x="1194613" y="416153"/>
                  <a:pt x="1194207" y="403555"/>
                </a:cubicBezTo>
                <a:cubicBezTo>
                  <a:pt x="1184453" y="414934"/>
                  <a:pt x="1176122" y="422859"/>
                  <a:pt x="1169213" y="427329"/>
                </a:cubicBezTo>
                <a:cubicBezTo>
                  <a:pt x="1158647" y="434238"/>
                  <a:pt x="1146048" y="437693"/>
                  <a:pt x="1131418" y="437693"/>
                </a:cubicBezTo>
                <a:cubicBezTo>
                  <a:pt x="1104596" y="437693"/>
                  <a:pt x="1086714" y="427126"/>
                  <a:pt x="1077773" y="405993"/>
                </a:cubicBezTo>
                <a:cubicBezTo>
                  <a:pt x="1072490" y="394208"/>
                  <a:pt x="1069848" y="376123"/>
                  <a:pt x="1069848" y="351739"/>
                </a:cubicBezTo>
                <a:cubicBezTo>
                  <a:pt x="1069848" y="321259"/>
                  <a:pt x="1071880" y="301142"/>
                  <a:pt x="1075944" y="291389"/>
                </a:cubicBezTo>
                <a:cubicBezTo>
                  <a:pt x="1081228" y="278384"/>
                  <a:pt x="1095045" y="266395"/>
                  <a:pt x="1117397" y="255422"/>
                </a:cubicBezTo>
                <a:lnTo>
                  <a:pt x="1192988" y="217627"/>
                </a:lnTo>
                <a:cubicBezTo>
                  <a:pt x="1192988" y="196494"/>
                  <a:pt x="1192784" y="184912"/>
                  <a:pt x="1192378" y="182880"/>
                </a:cubicBezTo>
                <a:cubicBezTo>
                  <a:pt x="1191159" y="169062"/>
                  <a:pt x="1182828" y="162153"/>
                  <a:pt x="1167385" y="162153"/>
                </a:cubicBezTo>
                <a:cubicBezTo>
                  <a:pt x="1155599" y="162153"/>
                  <a:pt x="1148284" y="166217"/>
                  <a:pt x="1145439" y="174345"/>
                </a:cubicBezTo>
                <a:cubicBezTo>
                  <a:pt x="1143407" y="180035"/>
                  <a:pt x="1142391" y="193649"/>
                  <a:pt x="1142391" y="215189"/>
                </a:cubicBezTo>
                <a:lnTo>
                  <a:pt x="1075944" y="215189"/>
                </a:lnTo>
                <a:cubicBezTo>
                  <a:pt x="1075944" y="189179"/>
                  <a:pt x="1076757" y="172313"/>
                  <a:pt x="1078383" y="164592"/>
                </a:cubicBezTo>
                <a:cubicBezTo>
                  <a:pt x="1080008" y="153619"/>
                  <a:pt x="1084885" y="144069"/>
                  <a:pt x="1093013" y="135941"/>
                </a:cubicBezTo>
                <a:cubicBezTo>
                  <a:pt x="1108863" y="120091"/>
                  <a:pt x="1135279" y="112166"/>
                  <a:pt x="1172261" y="112166"/>
                </a:cubicBezTo>
                <a:close/>
                <a:moveTo>
                  <a:pt x="334061" y="112166"/>
                </a:moveTo>
                <a:cubicBezTo>
                  <a:pt x="356007" y="112166"/>
                  <a:pt x="374498" y="116027"/>
                  <a:pt x="389535" y="123749"/>
                </a:cubicBezTo>
                <a:cubicBezTo>
                  <a:pt x="414325" y="136347"/>
                  <a:pt x="426720" y="155448"/>
                  <a:pt x="426720" y="181051"/>
                </a:cubicBezTo>
                <a:lnTo>
                  <a:pt x="426720" y="354787"/>
                </a:lnTo>
                <a:cubicBezTo>
                  <a:pt x="426720" y="380797"/>
                  <a:pt x="427330" y="397662"/>
                  <a:pt x="428549" y="405384"/>
                </a:cubicBezTo>
                <a:cubicBezTo>
                  <a:pt x="430175" y="417576"/>
                  <a:pt x="434239" y="426110"/>
                  <a:pt x="440741" y="430987"/>
                </a:cubicBezTo>
                <a:lnTo>
                  <a:pt x="364541" y="430987"/>
                </a:lnTo>
                <a:cubicBezTo>
                  <a:pt x="359258" y="425297"/>
                  <a:pt x="356413" y="416153"/>
                  <a:pt x="356007" y="403555"/>
                </a:cubicBezTo>
                <a:cubicBezTo>
                  <a:pt x="346253" y="414934"/>
                  <a:pt x="337922" y="422859"/>
                  <a:pt x="331013" y="427329"/>
                </a:cubicBezTo>
                <a:cubicBezTo>
                  <a:pt x="320447" y="434238"/>
                  <a:pt x="307848" y="437693"/>
                  <a:pt x="293218" y="437693"/>
                </a:cubicBezTo>
                <a:cubicBezTo>
                  <a:pt x="266396" y="437693"/>
                  <a:pt x="248514" y="427126"/>
                  <a:pt x="239573" y="405993"/>
                </a:cubicBezTo>
                <a:cubicBezTo>
                  <a:pt x="234290" y="394208"/>
                  <a:pt x="231648" y="376123"/>
                  <a:pt x="231648" y="351739"/>
                </a:cubicBezTo>
                <a:cubicBezTo>
                  <a:pt x="231648" y="321259"/>
                  <a:pt x="233680" y="301142"/>
                  <a:pt x="237744" y="291389"/>
                </a:cubicBezTo>
                <a:cubicBezTo>
                  <a:pt x="243028" y="278384"/>
                  <a:pt x="256845" y="266395"/>
                  <a:pt x="279197" y="255422"/>
                </a:cubicBezTo>
                <a:lnTo>
                  <a:pt x="354788" y="217627"/>
                </a:lnTo>
                <a:cubicBezTo>
                  <a:pt x="354788" y="196494"/>
                  <a:pt x="354584" y="184912"/>
                  <a:pt x="354178" y="182880"/>
                </a:cubicBezTo>
                <a:cubicBezTo>
                  <a:pt x="352959" y="169062"/>
                  <a:pt x="344628" y="162153"/>
                  <a:pt x="329184" y="162153"/>
                </a:cubicBezTo>
                <a:cubicBezTo>
                  <a:pt x="317399" y="162153"/>
                  <a:pt x="310084" y="166217"/>
                  <a:pt x="307239" y="174345"/>
                </a:cubicBezTo>
                <a:cubicBezTo>
                  <a:pt x="305207" y="180035"/>
                  <a:pt x="304191" y="193649"/>
                  <a:pt x="304191" y="215189"/>
                </a:cubicBezTo>
                <a:lnTo>
                  <a:pt x="237744" y="215189"/>
                </a:lnTo>
                <a:cubicBezTo>
                  <a:pt x="237744" y="189179"/>
                  <a:pt x="238557" y="172313"/>
                  <a:pt x="240183" y="164592"/>
                </a:cubicBezTo>
                <a:cubicBezTo>
                  <a:pt x="241808" y="153619"/>
                  <a:pt x="246685" y="144069"/>
                  <a:pt x="254813" y="135941"/>
                </a:cubicBezTo>
                <a:cubicBezTo>
                  <a:pt x="270663" y="120091"/>
                  <a:pt x="297079" y="112166"/>
                  <a:pt x="334061" y="112166"/>
                </a:cubicBezTo>
                <a:close/>
                <a:moveTo>
                  <a:pt x="98756" y="112166"/>
                </a:moveTo>
                <a:cubicBezTo>
                  <a:pt x="158090" y="112166"/>
                  <a:pt x="187757" y="136144"/>
                  <a:pt x="187757" y="184099"/>
                </a:cubicBezTo>
                <a:lnTo>
                  <a:pt x="187757" y="218237"/>
                </a:lnTo>
                <a:lnTo>
                  <a:pt x="124968" y="218237"/>
                </a:lnTo>
                <a:cubicBezTo>
                  <a:pt x="124968" y="197104"/>
                  <a:pt x="123952" y="183286"/>
                  <a:pt x="121920" y="176784"/>
                </a:cubicBezTo>
                <a:cubicBezTo>
                  <a:pt x="118263" y="167030"/>
                  <a:pt x="110541" y="162153"/>
                  <a:pt x="98756" y="162153"/>
                </a:cubicBezTo>
                <a:cubicBezTo>
                  <a:pt x="81687" y="162153"/>
                  <a:pt x="73152" y="171501"/>
                  <a:pt x="73152" y="190195"/>
                </a:cubicBezTo>
                <a:cubicBezTo>
                  <a:pt x="73152" y="203200"/>
                  <a:pt x="80061" y="214579"/>
                  <a:pt x="93879" y="224333"/>
                </a:cubicBezTo>
                <a:lnTo>
                  <a:pt x="160325" y="271272"/>
                </a:lnTo>
                <a:cubicBezTo>
                  <a:pt x="169672" y="277774"/>
                  <a:pt x="176378" y="284683"/>
                  <a:pt x="180442" y="291998"/>
                </a:cubicBezTo>
                <a:cubicBezTo>
                  <a:pt x="187351" y="301752"/>
                  <a:pt x="190805" y="318008"/>
                  <a:pt x="190805" y="340766"/>
                </a:cubicBezTo>
                <a:cubicBezTo>
                  <a:pt x="190805" y="370027"/>
                  <a:pt x="186741" y="390957"/>
                  <a:pt x="178613" y="403555"/>
                </a:cubicBezTo>
                <a:cubicBezTo>
                  <a:pt x="164796" y="425907"/>
                  <a:pt x="136754" y="437083"/>
                  <a:pt x="94488" y="437083"/>
                </a:cubicBezTo>
                <a:cubicBezTo>
                  <a:pt x="31496" y="437083"/>
                  <a:pt x="0" y="409448"/>
                  <a:pt x="0" y="354177"/>
                </a:cubicBezTo>
                <a:lnTo>
                  <a:pt x="0" y="321259"/>
                </a:lnTo>
                <a:lnTo>
                  <a:pt x="67056" y="321259"/>
                </a:lnTo>
                <a:cubicBezTo>
                  <a:pt x="67056" y="346862"/>
                  <a:pt x="68276" y="363118"/>
                  <a:pt x="70714" y="370027"/>
                </a:cubicBezTo>
                <a:cubicBezTo>
                  <a:pt x="73965" y="380187"/>
                  <a:pt x="82296" y="385267"/>
                  <a:pt x="95708" y="385267"/>
                </a:cubicBezTo>
                <a:cubicBezTo>
                  <a:pt x="114402" y="385267"/>
                  <a:pt x="123749" y="373888"/>
                  <a:pt x="123749" y="351129"/>
                </a:cubicBezTo>
                <a:cubicBezTo>
                  <a:pt x="123749" y="340969"/>
                  <a:pt x="122733" y="333654"/>
                  <a:pt x="120701" y="329184"/>
                </a:cubicBezTo>
                <a:cubicBezTo>
                  <a:pt x="117856" y="323088"/>
                  <a:pt x="111760" y="316789"/>
                  <a:pt x="102413" y="310286"/>
                </a:cubicBezTo>
                <a:lnTo>
                  <a:pt x="42063" y="267614"/>
                </a:lnTo>
                <a:cubicBezTo>
                  <a:pt x="35967" y="263144"/>
                  <a:pt x="29261" y="256641"/>
                  <a:pt x="21946" y="248107"/>
                </a:cubicBezTo>
                <a:cubicBezTo>
                  <a:pt x="10567" y="234696"/>
                  <a:pt x="4877" y="216205"/>
                  <a:pt x="4877" y="192633"/>
                </a:cubicBezTo>
                <a:cubicBezTo>
                  <a:pt x="4877" y="138989"/>
                  <a:pt x="36170" y="112166"/>
                  <a:pt x="98756" y="112166"/>
                </a:cubicBezTo>
                <a:close/>
                <a:moveTo>
                  <a:pt x="750723" y="6096"/>
                </a:moveTo>
                <a:lnTo>
                  <a:pt x="823265" y="6096"/>
                </a:lnTo>
                <a:lnTo>
                  <a:pt x="823265" y="118872"/>
                </a:lnTo>
                <a:lnTo>
                  <a:pt x="866547" y="118872"/>
                </a:lnTo>
                <a:lnTo>
                  <a:pt x="866547" y="167030"/>
                </a:lnTo>
                <a:lnTo>
                  <a:pt x="822656" y="167030"/>
                </a:lnTo>
                <a:lnTo>
                  <a:pt x="822656" y="345033"/>
                </a:lnTo>
                <a:cubicBezTo>
                  <a:pt x="822656" y="356819"/>
                  <a:pt x="824484" y="364947"/>
                  <a:pt x="828142" y="369417"/>
                </a:cubicBezTo>
                <a:cubicBezTo>
                  <a:pt x="833019" y="375920"/>
                  <a:pt x="842163" y="379171"/>
                  <a:pt x="855574" y="379171"/>
                </a:cubicBezTo>
                <a:cubicBezTo>
                  <a:pt x="857200" y="379171"/>
                  <a:pt x="859435" y="378968"/>
                  <a:pt x="862280" y="378561"/>
                </a:cubicBezTo>
                <a:lnTo>
                  <a:pt x="868376" y="378561"/>
                </a:lnTo>
                <a:lnTo>
                  <a:pt x="868376" y="430377"/>
                </a:lnTo>
                <a:cubicBezTo>
                  <a:pt x="858622" y="432816"/>
                  <a:pt x="845820" y="434035"/>
                  <a:pt x="829971" y="434035"/>
                </a:cubicBezTo>
                <a:cubicBezTo>
                  <a:pt x="798272" y="434035"/>
                  <a:pt x="776732" y="428142"/>
                  <a:pt x="765353" y="416357"/>
                </a:cubicBezTo>
                <a:cubicBezTo>
                  <a:pt x="756006" y="407009"/>
                  <a:pt x="751332" y="391160"/>
                  <a:pt x="751332" y="368808"/>
                </a:cubicBezTo>
                <a:lnTo>
                  <a:pt x="751332" y="167030"/>
                </a:lnTo>
                <a:lnTo>
                  <a:pt x="711708" y="167030"/>
                </a:lnTo>
                <a:lnTo>
                  <a:pt x="711708" y="118872"/>
                </a:lnTo>
                <a:lnTo>
                  <a:pt x="750723" y="118872"/>
                </a:lnTo>
                <a:close/>
                <a:moveTo>
                  <a:pt x="1782014" y="609"/>
                </a:moveTo>
                <a:lnTo>
                  <a:pt x="1855166" y="609"/>
                </a:lnTo>
                <a:lnTo>
                  <a:pt x="1855166" y="430987"/>
                </a:lnTo>
                <a:lnTo>
                  <a:pt x="1782014" y="430987"/>
                </a:lnTo>
                <a:close/>
                <a:moveTo>
                  <a:pt x="1315289" y="609"/>
                </a:moveTo>
                <a:lnTo>
                  <a:pt x="1388441" y="609"/>
                </a:lnTo>
                <a:lnTo>
                  <a:pt x="1388441" y="430987"/>
                </a:lnTo>
                <a:lnTo>
                  <a:pt x="1315289" y="430987"/>
                </a:lnTo>
                <a:close/>
                <a:moveTo>
                  <a:pt x="1439114" y="0"/>
                </a:moveTo>
                <a:lnTo>
                  <a:pt x="1511656" y="0"/>
                </a:lnTo>
                <a:lnTo>
                  <a:pt x="1511656" y="73761"/>
                </a:lnTo>
                <a:lnTo>
                  <a:pt x="1439114" y="73761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  <a:lvl1pPr lvl="0"/>
          </a:lstStyle>
          <a:p>
            <a:pPr lvl="0"/>
            <a:endParaRPr lang="en-TR" dirty="0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E263817C-68DE-8B7C-1382-B76AD64797C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581" b="1"/>
          <a:stretch/>
        </p:blipFill>
        <p:spPr>
          <a:xfrm>
            <a:off x="6350" y="3263317"/>
            <a:ext cx="12179300" cy="3594681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D87AA657-CE31-C2BB-12C1-BCFD1A4B4CA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47734" b="-1"/>
          <a:stretch/>
        </p:blipFill>
        <p:spPr>
          <a:xfrm>
            <a:off x="6350" y="3273552"/>
            <a:ext cx="12179300" cy="3584447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96D7E408-43F5-FCDC-D11A-57E94152A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0399" b="1"/>
          <a:stretch/>
        </p:blipFill>
        <p:spPr>
          <a:xfrm>
            <a:off x="6350" y="4142232"/>
            <a:ext cx="12179300" cy="2715767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3E454419-2B5C-EF70-D019-1D122F06CB2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526" b="1"/>
          <a:stretch/>
        </p:blipFill>
        <p:spPr>
          <a:xfrm>
            <a:off x="6350" y="4974021"/>
            <a:ext cx="12179300" cy="1883977"/>
          </a:xfrm>
          <a:prstGeom prst="rect">
            <a:avLst/>
          </a:prstGeom>
        </p:spPr>
      </p:pic>
      <p:sp>
        <p:nvSpPr>
          <p:cNvPr id="67" name="TextBox 66">
            <a:extLst>
              <a:ext uri="{FF2B5EF4-FFF2-40B4-BE49-F238E27FC236}">
                <a16:creationId xmlns:a16="http://schemas.microsoft.com/office/drawing/2014/main" id="{C9897C89-02D1-8167-3F04-8E9EB4C10314}"/>
              </a:ext>
            </a:extLst>
          </p:cNvPr>
          <p:cNvSpPr txBox="1"/>
          <p:nvPr userDrawn="1"/>
        </p:nvSpPr>
        <p:spPr>
          <a:xfrm>
            <a:off x="7709837" y="3259005"/>
            <a:ext cx="3109265" cy="539496"/>
          </a:xfrm>
          <a:custGeom>
            <a:avLst/>
            <a:gdLst>
              <a:gd name="connsiteX0" fmla="*/ 2760802 w 3109265"/>
              <a:gd name="connsiteY0" fmla="*/ 274320 h 539496"/>
              <a:gd name="connsiteX1" fmla="*/ 2725445 w 3109265"/>
              <a:gd name="connsiteY1" fmla="*/ 297485 h 539496"/>
              <a:gd name="connsiteX2" fmla="*/ 2712034 w 3109265"/>
              <a:gd name="connsiteY2" fmla="*/ 314554 h 539496"/>
              <a:gd name="connsiteX3" fmla="*/ 2708986 w 3109265"/>
              <a:gd name="connsiteY3" fmla="*/ 349301 h 539496"/>
              <a:gd name="connsiteX4" fmla="*/ 2726055 w 3109265"/>
              <a:gd name="connsiteY4" fmla="*/ 383439 h 539496"/>
              <a:gd name="connsiteX5" fmla="*/ 2760802 w 3109265"/>
              <a:gd name="connsiteY5" fmla="*/ 365760 h 539496"/>
              <a:gd name="connsiteX6" fmla="*/ 2113102 w 3109265"/>
              <a:gd name="connsiteY6" fmla="*/ 274320 h 539496"/>
              <a:gd name="connsiteX7" fmla="*/ 2077745 w 3109265"/>
              <a:gd name="connsiteY7" fmla="*/ 297485 h 539496"/>
              <a:gd name="connsiteX8" fmla="*/ 2064334 w 3109265"/>
              <a:gd name="connsiteY8" fmla="*/ 314554 h 539496"/>
              <a:gd name="connsiteX9" fmla="*/ 2061286 w 3109265"/>
              <a:gd name="connsiteY9" fmla="*/ 349301 h 539496"/>
              <a:gd name="connsiteX10" fmla="*/ 2078355 w 3109265"/>
              <a:gd name="connsiteY10" fmla="*/ 383439 h 539496"/>
              <a:gd name="connsiteX11" fmla="*/ 2113102 w 3109265"/>
              <a:gd name="connsiteY11" fmla="*/ 365760 h 539496"/>
              <a:gd name="connsiteX12" fmla="*/ 360502 w 3109265"/>
              <a:gd name="connsiteY12" fmla="*/ 274320 h 539496"/>
              <a:gd name="connsiteX13" fmla="*/ 325145 w 3109265"/>
              <a:gd name="connsiteY13" fmla="*/ 297485 h 539496"/>
              <a:gd name="connsiteX14" fmla="*/ 311734 w 3109265"/>
              <a:gd name="connsiteY14" fmla="*/ 314554 h 539496"/>
              <a:gd name="connsiteX15" fmla="*/ 308686 w 3109265"/>
              <a:gd name="connsiteY15" fmla="*/ 349301 h 539496"/>
              <a:gd name="connsiteX16" fmla="*/ 325755 w 3109265"/>
              <a:gd name="connsiteY16" fmla="*/ 383439 h 539496"/>
              <a:gd name="connsiteX17" fmla="*/ 360502 w 3109265"/>
              <a:gd name="connsiteY17" fmla="*/ 365760 h 539496"/>
              <a:gd name="connsiteX18" fmla="*/ 3036113 w 3109265"/>
              <a:gd name="connsiteY18" fmla="*/ 119482 h 539496"/>
              <a:gd name="connsiteX19" fmla="*/ 3109265 w 3109265"/>
              <a:gd name="connsiteY19" fmla="*/ 119482 h 539496"/>
              <a:gd name="connsiteX20" fmla="*/ 3109265 w 3109265"/>
              <a:gd name="connsiteY20" fmla="*/ 431597 h 539496"/>
              <a:gd name="connsiteX21" fmla="*/ 3036113 w 3109265"/>
              <a:gd name="connsiteY21" fmla="*/ 431597 h 539496"/>
              <a:gd name="connsiteX22" fmla="*/ 950137 w 3109265"/>
              <a:gd name="connsiteY22" fmla="*/ 119482 h 539496"/>
              <a:gd name="connsiteX23" fmla="*/ 1023289 w 3109265"/>
              <a:gd name="connsiteY23" fmla="*/ 119482 h 539496"/>
              <a:gd name="connsiteX24" fmla="*/ 1023289 w 3109265"/>
              <a:gd name="connsiteY24" fmla="*/ 431597 h 539496"/>
              <a:gd name="connsiteX25" fmla="*/ 950137 w 3109265"/>
              <a:gd name="connsiteY25" fmla="*/ 431597 h 539496"/>
              <a:gd name="connsiteX26" fmla="*/ 645338 w 3109265"/>
              <a:gd name="connsiteY26" fmla="*/ 119482 h 539496"/>
              <a:gd name="connsiteX27" fmla="*/ 718489 w 3109265"/>
              <a:gd name="connsiteY27" fmla="*/ 119482 h 539496"/>
              <a:gd name="connsiteX28" fmla="*/ 718489 w 3109265"/>
              <a:gd name="connsiteY28" fmla="*/ 431597 h 539496"/>
              <a:gd name="connsiteX29" fmla="*/ 645338 w 3109265"/>
              <a:gd name="connsiteY29" fmla="*/ 431597 h 539496"/>
              <a:gd name="connsiteX30" fmla="*/ 0 w 3109265"/>
              <a:gd name="connsiteY30" fmla="*/ 119482 h 539496"/>
              <a:gd name="connsiteX31" fmla="*/ 71933 w 3109265"/>
              <a:gd name="connsiteY31" fmla="*/ 119482 h 539496"/>
              <a:gd name="connsiteX32" fmla="*/ 112166 w 3109265"/>
              <a:gd name="connsiteY32" fmla="*/ 320040 h 539496"/>
              <a:gd name="connsiteX33" fmla="*/ 143256 w 3109265"/>
              <a:gd name="connsiteY33" fmla="*/ 119482 h 539496"/>
              <a:gd name="connsiteX34" fmla="*/ 214579 w 3109265"/>
              <a:gd name="connsiteY34" fmla="*/ 119482 h 539496"/>
              <a:gd name="connsiteX35" fmla="*/ 143256 w 3109265"/>
              <a:gd name="connsiteY35" fmla="*/ 453543 h 539496"/>
              <a:gd name="connsiteX36" fmla="*/ 116433 w 3109265"/>
              <a:gd name="connsiteY36" fmla="*/ 519989 h 539496"/>
              <a:gd name="connsiteX37" fmla="*/ 57302 w 3109265"/>
              <a:gd name="connsiteY37" fmla="*/ 539496 h 539496"/>
              <a:gd name="connsiteX38" fmla="*/ 9144 w 3109265"/>
              <a:gd name="connsiteY38" fmla="*/ 534010 h 539496"/>
              <a:gd name="connsiteX39" fmla="*/ 19507 w 3109265"/>
              <a:gd name="connsiteY39" fmla="*/ 476707 h 539496"/>
              <a:gd name="connsiteX40" fmla="*/ 48158 w 3109265"/>
              <a:gd name="connsiteY40" fmla="*/ 480975 h 539496"/>
              <a:gd name="connsiteX41" fmla="*/ 76200 w 3109265"/>
              <a:gd name="connsiteY41" fmla="*/ 457200 h 539496"/>
              <a:gd name="connsiteX42" fmla="*/ 81077 w 3109265"/>
              <a:gd name="connsiteY42" fmla="*/ 431597 h 539496"/>
              <a:gd name="connsiteX43" fmla="*/ 2607868 w 3109265"/>
              <a:gd name="connsiteY43" fmla="*/ 113996 h 539496"/>
              <a:gd name="connsiteX44" fmla="*/ 2607868 w 3109265"/>
              <a:gd name="connsiteY44" fmla="*/ 185928 h 539496"/>
              <a:gd name="connsiteX45" fmla="*/ 2583484 w 3109265"/>
              <a:gd name="connsiteY45" fmla="*/ 181052 h 539496"/>
              <a:gd name="connsiteX46" fmla="*/ 2542641 w 3109265"/>
              <a:gd name="connsiteY46" fmla="*/ 205436 h 539496"/>
              <a:gd name="connsiteX47" fmla="*/ 2536545 w 3109265"/>
              <a:gd name="connsiteY47" fmla="*/ 248108 h 539496"/>
              <a:gd name="connsiteX48" fmla="*/ 2536545 w 3109265"/>
              <a:gd name="connsiteY48" fmla="*/ 431597 h 539496"/>
              <a:gd name="connsiteX49" fmla="*/ 2464613 w 3109265"/>
              <a:gd name="connsiteY49" fmla="*/ 431597 h 539496"/>
              <a:gd name="connsiteX50" fmla="*/ 2464613 w 3109265"/>
              <a:gd name="connsiteY50" fmla="*/ 119482 h 539496"/>
              <a:gd name="connsiteX51" fmla="*/ 2537155 w 3109265"/>
              <a:gd name="connsiteY51" fmla="*/ 119482 h 539496"/>
              <a:gd name="connsiteX52" fmla="*/ 2536545 w 3109265"/>
              <a:gd name="connsiteY52" fmla="*/ 159106 h 539496"/>
              <a:gd name="connsiteX53" fmla="*/ 2607868 w 3109265"/>
              <a:gd name="connsiteY53" fmla="*/ 113996 h 539496"/>
              <a:gd name="connsiteX54" fmla="*/ 912418 w 3109265"/>
              <a:gd name="connsiteY54" fmla="*/ 113996 h 539496"/>
              <a:gd name="connsiteX55" fmla="*/ 912418 w 3109265"/>
              <a:gd name="connsiteY55" fmla="*/ 185928 h 539496"/>
              <a:gd name="connsiteX56" fmla="*/ 888034 w 3109265"/>
              <a:gd name="connsiteY56" fmla="*/ 181052 h 539496"/>
              <a:gd name="connsiteX57" fmla="*/ 847191 w 3109265"/>
              <a:gd name="connsiteY57" fmla="*/ 205436 h 539496"/>
              <a:gd name="connsiteX58" fmla="*/ 841095 w 3109265"/>
              <a:gd name="connsiteY58" fmla="*/ 248108 h 539496"/>
              <a:gd name="connsiteX59" fmla="*/ 841095 w 3109265"/>
              <a:gd name="connsiteY59" fmla="*/ 431597 h 539496"/>
              <a:gd name="connsiteX60" fmla="*/ 769162 w 3109265"/>
              <a:gd name="connsiteY60" fmla="*/ 431597 h 539496"/>
              <a:gd name="connsiteX61" fmla="*/ 769162 w 3109265"/>
              <a:gd name="connsiteY61" fmla="*/ 119482 h 539496"/>
              <a:gd name="connsiteX62" fmla="*/ 841705 w 3109265"/>
              <a:gd name="connsiteY62" fmla="*/ 119482 h 539496"/>
              <a:gd name="connsiteX63" fmla="*/ 841095 w 3109265"/>
              <a:gd name="connsiteY63" fmla="*/ 159106 h 539496"/>
              <a:gd name="connsiteX64" fmla="*/ 912418 w 3109265"/>
              <a:gd name="connsiteY64" fmla="*/ 113996 h 539496"/>
              <a:gd name="connsiteX65" fmla="*/ 1750999 w 3109265"/>
              <a:gd name="connsiteY65" fmla="*/ 113386 h 539496"/>
              <a:gd name="connsiteX66" fmla="*/ 1810131 w 3109265"/>
              <a:gd name="connsiteY66" fmla="*/ 144476 h 539496"/>
              <a:gd name="connsiteX67" fmla="*/ 1881454 w 3109265"/>
              <a:gd name="connsiteY67" fmla="*/ 113386 h 539496"/>
              <a:gd name="connsiteX68" fmla="*/ 1926564 w 3109265"/>
              <a:gd name="connsiteY68" fmla="*/ 131064 h 539496"/>
              <a:gd name="connsiteX69" fmla="*/ 1944243 w 3109265"/>
              <a:gd name="connsiteY69" fmla="*/ 184100 h 539496"/>
              <a:gd name="connsiteX70" fmla="*/ 1944243 w 3109265"/>
              <a:gd name="connsiteY70" fmla="*/ 431597 h 539496"/>
              <a:gd name="connsiteX71" fmla="*/ 1871700 w 3109265"/>
              <a:gd name="connsiteY71" fmla="*/ 431597 h 539496"/>
              <a:gd name="connsiteX72" fmla="*/ 1871700 w 3109265"/>
              <a:gd name="connsiteY72" fmla="*/ 201168 h 539496"/>
              <a:gd name="connsiteX73" fmla="*/ 1845487 w 3109265"/>
              <a:gd name="connsiteY73" fmla="*/ 164592 h 539496"/>
              <a:gd name="connsiteX74" fmla="*/ 1816836 w 3109265"/>
              <a:gd name="connsiteY74" fmla="*/ 204216 h 539496"/>
              <a:gd name="connsiteX75" fmla="*/ 1816836 w 3109265"/>
              <a:gd name="connsiteY75" fmla="*/ 431597 h 539496"/>
              <a:gd name="connsiteX76" fmla="*/ 1744294 w 3109265"/>
              <a:gd name="connsiteY76" fmla="*/ 431597 h 539496"/>
              <a:gd name="connsiteX77" fmla="*/ 1744294 w 3109265"/>
              <a:gd name="connsiteY77" fmla="*/ 202388 h 539496"/>
              <a:gd name="connsiteX78" fmla="*/ 1717471 w 3109265"/>
              <a:gd name="connsiteY78" fmla="*/ 163373 h 539496"/>
              <a:gd name="connsiteX79" fmla="*/ 1689430 w 3109265"/>
              <a:gd name="connsiteY79" fmla="*/ 200559 h 539496"/>
              <a:gd name="connsiteX80" fmla="*/ 1689430 w 3109265"/>
              <a:gd name="connsiteY80" fmla="*/ 431597 h 539496"/>
              <a:gd name="connsiteX81" fmla="*/ 1616887 w 3109265"/>
              <a:gd name="connsiteY81" fmla="*/ 431597 h 539496"/>
              <a:gd name="connsiteX82" fmla="*/ 1616887 w 3109265"/>
              <a:gd name="connsiteY82" fmla="*/ 119482 h 539496"/>
              <a:gd name="connsiteX83" fmla="*/ 1690039 w 3109265"/>
              <a:gd name="connsiteY83" fmla="*/ 119482 h 539496"/>
              <a:gd name="connsiteX84" fmla="*/ 1690039 w 3109265"/>
              <a:gd name="connsiteY84" fmla="*/ 140208 h 539496"/>
              <a:gd name="connsiteX85" fmla="*/ 1750999 w 3109265"/>
              <a:gd name="connsiteY85" fmla="*/ 113386 h 539496"/>
              <a:gd name="connsiteX86" fmla="*/ 1208074 w 3109265"/>
              <a:gd name="connsiteY86" fmla="*/ 113386 h 539496"/>
              <a:gd name="connsiteX87" fmla="*/ 1267206 w 3109265"/>
              <a:gd name="connsiteY87" fmla="*/ 144476 h 539496"/>
              <a:gd name="connsiteX88" fmla="*/ 1338529 w 3109265"/>
              <a:gd name="connsiteY88" fmla="*/ 113386 h 539496"/>
              <a:gd name="connsiteX89" fmla="*/ 1383639 w 3109265"/>
              <a:gd name="connsiteY89" fmla="*/ 131064 h 539496"/>
              <a:gd name="connsiteX90" fmla="*/ 1401318 w 3109265"/>
              <a:gd name="connsiteY90" fmla="*/ 184100 h 539496"/>
              <a:gd name="connsiteX91" fmla="*/ 1401318 w 3109265"/>
              <a:gd name="connsiteY91" fmla="*/ 431597 h 539496"/>
              <a:gd name="connsiteX92" fmla="*/ 1328775 w 3109265"/>
              <a:gd name="connsiteY92" fmla="*/ 431597 h 539496"/>
              <a:gd name="connsiteX93" fmla="*/ 1328775 w 3109265"/>
              <a:gd name="connsiteY93" fmla="*/ 201168 h 539496"/>
              <a:gd name="connsiteX94" fmla="*/ 1302563 w 3109265"/>
              <a:gd name="connsiteY94" fmla="*/ 164592 h 539496"/>
              <a:gd name="connsiteX95" fmla="*/ 1273911 w 3109265"/>
              <a:gd name="connsiteY95" fmla="*/ 204216 h 539496"/>
              <a:gd name="connsiteX96" fmla="*/ 1273911 w 3109265"/>
              <a:gd name="connsiteY96" fmla="*/ 431597 h 539496"/>
              <a:gd name="connsiteX97" fmla="*/ 1201369 w 3109265"/>
              <a:gd name="connsiteY97" fmla="*/ 431597 h 539496"/>
              <a:gd name="connsiteX98" fmla="*/ 1201369 w 3109265"/>
              <a:gd name="connsiteY98" fmla="*/ 202388 h 539496"/>
              <a:gd name="connsiteX99" fmla="*/ 1174547 w 3109265"/>
              <a:gd name="connsiteY99" fmla="*/ 163373 h 539496"/>
              <a:gd name="connsiteX100" fmla="*/ 1146505 w 3109265"/>
              <a:gd name="connsiteY100" fmla="*/ 200559 h 539496"/>
              <a:gd name="connsiteX101" fmla="*/ 1146505 w 3109265"/>
              <a:gd name="connsiteY101" fmla="*/ 431597 h 539496"/>
              <a:gd name="connsiteX102" fmla="*/ 1073962 w 3109265"/>
              <a:gd name="connsiteY102" fmla="*/ 431597 h 539496"/>
              <a:gd name="connsiteX103" fmla="*/ 1073962 w 3109265"/>
              <a:gd name="connsiteY103" fmla="*/ 119482 h 539496"/>
              <a:gd name="connsiteX104" fmla="*/ 1147115 w 3109265"/>
              <a:gd name="connsiteY104" fmla="*/ 119482 h 539496"/>
              <a:gd name="connsiteX105" fmla="*/ 1147115 w 3109265"/>
              <a:gd name="connsiteY105" fmla="*/ 140208 h 539496"/>
              <a:gd name="connsiteX106" fmla="*/ 1208074 w 3109265"/>
              <a:gd name="connsiteY106" fmla="*/ 113386 h 539496"/>
              <a:gd name="connsiteX107" fmla="*/ 2740685 w 3109265"/>
              <a:gd name="connsiteY107" fmla="*/ 112776 h 539496"/>
              <a:gd name="connsiteX108" fmla="*/ 2796159 w 3109265"/>
              <a:gd name="connsiteY108" fmla="*/ 124359 h 539496"/>
              <a:gd name="connsiteX109" fmla="*/ 2833344 w 3109265"/>
              <a:gd name="connsiteY109" fmla="*/ 181661 h 539496"/>
              <a:gd name="connsiteX110" fmla="*/ 2833344 w 3109265"/>
              <a:gd name="connsiteY110" fmla="*/ 355397 h 539496"/>
              <a:gd name="connsiteX111" fmla="*/ 2835173 w 3109265"/>
              <a:gd name="connsiteY111" fmla="*/ 405994 h 539496"/>
              <a:gd name="connsiteX112" fmla="*/ 2847365 w 3109265"/>
              <a:gd name="connsiteY112" fmla="*/ 431597 h 539496"/>
              <a:gd name="connsiteX113" fmla="*/ 2771165 w 3109265"/>
              <a:gd name="connsiteY113" fmla="*/ 431597 h 539496"/>
              <a:gd name="connsiteX114" fmla="*/ 2762631 w 3109265"/>
              <a:gd name="connsiteY114" fmla="*/ 404165 h 539496"/>
              <a:gd name="connsiteX115" fmla="*/ 2737637 w 3109265"/>
              <a:gd name="connsiteY115" fmla="*/ 427940 h 539496"/>
              <a:gd name="connsiteX116" fmla="*/ 2699842 w 3109265"/>
              <a:gd name="connsiteY116" fmla="*/ 438303 h 539496"/>
              <a:gd name="connsiteX117" fmla="*/ 2646197 w 3109265"/>
              <a:gd name="connsiteY117" fmla="*/ 406604 h 539496"/>
              <a:gd name="connsiteX118" fmla="*/ 2638272 w 3109265"/>
              <a:gd name="connsiteY118" fmla="*/ 352349 h 539496"/>
              <a:gd name="connsiteX119" fmla="*/ 2644368 w 3109265"/>
              <a:gd name="connsiteY119" fmla="*/ 291999 h 539496"/>
              <a:gd name="connsiteX120" fmla="*/ 2685821 w 3109265"/>
              <a:gd name="connsiteY120" fmla="*/ 256032 h 539496"/>
              <a:gd name="connsiteX121" fmla="*/ 2761411 w 3109265"/>
              <a:gd name="connsiteY121" fmla="*/ 218237 h 539496"/>
              <a:gd name="connsiteX122" fmla="*/ 2760802 w 3109265"/>
              <a:gd name="connsiteY122" fmla="*/ 183490 h 539496"/>
              <a:gd name="connsiteX123" fmla="*/ 2735808 w 3109265"/>
              <a:gd name="connsiteY123" fmla="*/ 162764 h 539496"/>
              <a:gd name="connsiteX124" fmla="*/ 2713863 w 3109265"/>
              <a:gd name="connsiteY124" fmla="*/ 174956 h 539496"/>
              <a:gd name="connsiteX125" fmla="*/ 2710815 w 3109265"/>
              <a:gd name="connsiteY125" fmla="*/ 215799 h 539496"/>
              <a:gd name="connsiteX126" fmla="*/ 2644368 w 3109265"/>
              <a:gd name="connsiteY126" fmla="*/ 215799 h 539496"/>
              <a:gd name="connsiteX127" fmla="*/ 2646807 w 3109265"/>
              <a:gd name="connsiteY127" fmla="*/ 165202 h 539496"/>
              <a:gd name="connsiteX128" fmla="*/ 2661437 w 3109265"/>
              <a:gd name="connsiteY128" fmla="*/ 136551 h 539496"/>
              <a:gd name="connsiteX129" fmla="*/ 2740685 w 3109265"/>
              <a:gd name="connsiteY129" fmla="*/ 112776 h 539496"/>
              <a:gd name="connsiteX130" fmla="*/ 2324405 w 3109265"/>
              <a:gd name="connsiteY130" fmla="*/ 112776 h 539496"/>
              <a:gd name="connsiteX131" fmla="*/ 2413406 w 3109265"/>
              <a:gd name="connsiteY131" fmla="*/ 184709 h 539496"/>
              <a:gd name="connsiteX132" fmla="*/ 2413406 w 3109265"/>
              <a:gd name="connsiteY132" fmla="*/ 218847 h 539496"/>
              <a:gd name="connsiteX133" fmla="*/ 2350617 w 3109265"/>
              <a:gd name="connsiteY133" fmla="*/ 218847 h 539496"/>
              <a:gd name="connsiteX134" fmla="*/ 2347569 w 3109265"/>
              <a:gd name="connsiteY134" fmla="*/ 177394 h 539496"/>
              <a:gd name="connsiteX135" fmla="*/ 2324405 w 3109265"/>
              <a:gd name="connsiteY135" fmla="*/ 162764 h 539496"/>
              <a:gd name="connsiteX136" fmla="*/ 2298801 w 3109265"/>
              <a:gd name="connsiteY136" fmla="*/ 190805 h 539496"/>
              <a:gd name="connsiteX137" fmla="*/ 2319528 w 3109265"/>
              <a:gd name="connsiteY137" fmla="*/ 224943 h 539496"/>
              <a:gd name="connsiteX138" fmla="*/ 2385974 w 3109265"/>
              <a:gd name="connsiteY138" fmla="*/ 271882 h 539496"/>
              <a:gd name="connsiteX139" fmla="*/ 2406091 w 3109265"/>
              <a:gd name="connsiteY139" fmla="*/ 292608 h 539496"/>
              <a:gd name="connsiteX140" fmla="*/ 2416454 w 3109265"/>
              <a:gd name="connsiteY140" fmla="*/ 341376 h 539496"/>
              <a:gd name="connsiteX141" fmla="*/ 2404262 w 3109265"/>
              <a:gd name="connsiteY141" fmla="*/ 404165 h 539496"/>
              <a:gd name="connsiteX142" fmla="*/ 2320137 w 3109265"/>
              <a:gd name="connsiteY142" fmla="*/ 437693 h 539496"/>
              <a:gd name="connsiteX143" fmla="*/ 2225649 w 3109265"/>
              <a:gd name="connsiteY143" fmla="*/ 354788 h 539496"/>
              <a:gd name="connsiteX144" fmla="*/ 2225649 w 3109265"/>
              <a:gd name="connsiteY144" fmla="*/ 321869 h 539496"/>
              <a:gd name="connsiteX145" fmla="*/ 2292705 w 3109265"/>
              <a:gd name="connsiteY145" fmla="*/ 321869 h 539496"/>
              <a:gd name="connsiteX146" fmla="*/ 2296363 w 3109265"/>
              <a:gd name="connsiteY146" fmla="*/ 370637 h 539496"/>
              <a:gd name="connsiteX147" fmla="*/ 2321357 w 3109265"/>
              <a:gd name="connsiteY147" fmla="*/ 385877 h 539496"/>
              <a:gd name="connsiteX148" fmla="*/ 2349398 w 3109265"/>
              <a:gd name="connsiteY148" fmla="*/ 351740 h 539496"/>
              <a:gd name="connsiteX149" fmla="*/ 2346350 w 3109265"/>
              <a:gd name="connsiteY149" fmla="*/ 329794 h 539496"/>
              <a:gd name="connsiteX150" fmla="*/ 2328062 w 3109265"/>
              <a:gd name="connsiteY150" fmla="*/ 310896 h 539496"/>
              <a:gd name="connsiteX151" fmla="*/ 2267712 w 3109265"/>
              <a:gd name="connsiteY151" fmla="*/ 268224 h 539496"/>
              <a:gd name="connsiteX152" fmla="*/ 2247595 w 3109265"/>
              <a:gd name="connsiteY152" fmla="*/ 248717 h 539496"/>
              <a:gd name="connsiteX153" fmla="*/ 2230526 w 3109265"/>
              <a:gd name="connsiteY153" fmla="*/ 193244 h 539496"/>
              <a:gd name="connsiteX154" fmla="*/ 2324405 w 3109265"/>
              <a:gd name="connsiteY154" fmla="*/ 112776 h 539496"/>
              <a:gd name="connsiteX155" fmla="*/ 2092985 w 3109265"/>
              <a:gd name="connsiteY155" fmla="*/ 112776 h 539496"/>
              <a:gd name="connsiteX156" fmla="*/ 2148459 w 3109265"/>
              <a:gd name="connsiteY156" fmla="*/ 124359 h 539496"/>
              <a:gd name="connsiteX157" fmla="*/ 2185644 w 3109265"/>
              <a:gd name="connsiteY157" fmla="*/ 181661 h 539496"/>
              <a:gd name="connsiteX158" fmla="*/ 2185644 w 3109265"/>
              <a:gd name="connsiteY158" fmla="*/ 355397 h 539496"/>
              <a:gd name="connsiteX159" fmla="*/ 2187473 w 3109265"/>
              <a:gd name="connsiteY159" fmla="*/ 405994 h 539496"/>
              <a:gd name="connsiteX160" fmla="*/ 2199665 w 3109265"/>
              <a:gd name="connsiteY160" fmla="*/ 431597 h 539496"/>
              <a:gd name="connsiteX161" fmla="*/ 2123465 w 3109265"/>
              <a:gd name="connsiteY161" fmla="*/ 431597 h 539496"/>
              <a:gd name="connsiteX162" fmla="*/ 2114931 w 3109265"/>
              <a:gd name="connsiteY162" fmla="*/ 404165 h 539496"/>
              <a:gd name="connsiteX163" fmla="*/ 2089937 w 3109265"/>
              <a:gd name="connsiteY163" fmla="*/ 427940 h 539496"/>
              <a:gd name="connsiteX164" fmla="*/ 2052142 w 3109265"/>
              <a:gd name="connsiteY164" fmla="*/ 438303 h 539496"/>
              <a:gd name="connsiteX165" fmla="*/ 1998497 w 3109265"/>
              <a:gd name="connsiteY165" fmla="*/ 406604 h 539496"/>
              <a:gd name="connsiteX166" fmla="*/ 1990572 w 3109265"/>
              <a:gd name="connsiteY166" fmla="*/ 352349 h 539496"/>
              <a:gd name="connsiteX167" fmla="*/ 1996668 w 3109265"/>
              <a:gd name="connsiteY167" fmla="*/ 291999 h 539496"/>
              <a:gd name="connsiteX168" fmla="*/ 2038121 w 3109265"/>
              <a:gd name="connsiteY168" fmla="*/ 256032 h 539496"/>
              <a:gd name="connsiteX169" fmla="*/ 2113711 w 3109265"/>
              <a:gd name="connsiteY169" fmla="*/ 218237 h 539496"/>
              <a:gd name="connsiteX170" fmla="*/ 2113102 w 3109265"/>
              <a:gd name="connsiteY170" fmla="*/ 183490 h 539496"/>
              <a:gd name="connsiteX171" fmla="*/ 2088108 w 3109265"/>
              <a:gd name="connsiteY171" fmla="*/ 162764 h 539496"/>
              <a:gd name="connsiteX172" fmla="*/ 2066163 w 3109265"/>
              <a:gd name="connsiteY172" fmla="*/ 174956 h 539496"/>
              <a:gd name="connsiteX173" fmla="*/ 2063115 w 3109265"/>
              <a:gd name="connsiteY173" fmla="*/ 215799 h 539496"/>
              <a:gd name="connsiteX174" fmla="*/ 1996668 w 3109265"/>
              <a:gd name="connsiteY174" fmla="*/ 215799 h 539496"/>
              <a:gd name="connsiteX175" fmla="*/ 1999107 w 3109265"/>
              <a:gd name="connsiteY175" fmla="*/ 165202 h 539496"/>
              <a:gd name="connsiteX176" fmla="*/ 2013737 w 3109265"/>
              <a:gd name="connsiteY176" fmla="*/ 136551 h 539496"/>
              <a:gd name="connsiteX177" fmla="*/ 2092985 w 3109265"/>
              <a:gd name="connsiteY177" fmla="*/ 112776 h 539496"/>
              <a:gd name="connsiteX178" fmla="*/ 340385 w 3109265"/>
              <a:gd name="connsiteY178" fmla="*/ 112776 h 539496"/>
              <a:gd name="connsiteX179" fmla="*/ 395859 w 3109265"/>
              <a:gd name="connsiteY179" fmla="*/ 124359 h 539496"/>
              <a:gd name="connsiteX180" fmla="*/ 433044 w 3109265"/>
              <a:gd name="connsiteY180" fmla="*/ 181661 h 539496"/>
              <a:gd name="connsiteX181" fmla="*/ 433044 w 3109265"/>
              <a:gd name="connsiteY181" fmla="*/ 355397 h 539496"/>
              <a:gd name="connsiteX182" fmla="*/ 434873 w 3109265"/>
              <a:gd name="connsiteY182" fmla="*/ 405994 h 539496"/>
              <a:gd name="connsiteX183" fmla="*/ 447065 w 3109265"/>
              <a:gd name="connsiteY183" fmla="*/ 431597 h 539496"/>
              <a:gd name="connsiteX184" fmla="*/ 370865 w 3109265"/>
              <a:gd name="connsiteY184" fmla="*/ 431597 h 539496"/>
              <a:gd name="connsiteX185" fmla="*/ 362331 w 3109265"/>
              <a:gd name="connsiteY185" fmla="*/ 404165 h 539496"/>
              <a:gd name="connsiteX186" fmla="*/ 337337 w 3109265"/>
              <a:gd name="connsiteY186" fmla="*/ 427940 h 539496"/>
              <a:gd name="connsiteX187" fmla="*/ 299542 w 3109265"/>
              <a:gd name="connsiteY187" fmla="*/ 438303 h 539496"/>
              <a:gd name="connsiteX188" fmla="*/ 245897 w 3109265"/>
              <a:gd name="connsiteY188" fmla="*/ 406604 h 539496"/>
              <a:gd name="connsiteX189" fmla="*/ 237972 w 3109265"/>
              <a:gd name="connsiteY189" fmla="*/ 352349 h 539496"/>
              <a:gd name="connsiteX190" fmla="*/ 244068 w 3109265"/>
              <a:gd name="connsiteY190" fmla="*/ 291999 h 539496"/>
              <a:gd name="connsiteX191" fmla="*/ 285521 w 3109265"/>
              <a:gd name="connsiteY191" fmla="*/ 256032 h 539496"/>
              <a:gd name="connsiteX192" fmla="*/ 361112 w 3109265"/>
              <a:gd name="connsiteY192" fmla="*/ 218237 h 539496"/>
              <a:gd name="connsiteX193" fmla="*/ 360502 w 3109265"/>
              <a:gd name="connsiteY193" fmla="*/ 183490 h 539496"/>
              <a:gd name="connsiteX194" fmla="*/ 335508 w 3109265"/>
              <a:gd name="connsiteY194" fmla="*/ 162764 h 539496"/>
              <a:gd name="connsiteX195" fmla="*/ 313563 w 3109265"/>
              <a:gd name="connsiteY195" fmla="*/ 174956 h 539496"/>
              <a:gd name="connsiteX196" fmla="*/ 310515 w 3109265"/>
              <a:gd name="connsiteY196" fmla="*/ 215799 h 539496"/>
              <a:gd name="connsiteX197" fmla="*/ 244068 w 3109265"/>
              <a:gd name="connsiteY197" fmla="*/ 215799 h 539496"/>
              <a:gd name="connsiteX198" fmla="*/ 246507 w 3109265"/>
              <a:gd name="connsiteY198" fmla="*/ 165202 h 539496"/>
              <a:gd name="connsiteX199" fmla="*/ 261137 w 3109265"/>
              <a:gd name="connsiteY199" fmla="*/ 136551 h 539496"/>
              <a:gd name="connsiteX200" fmla="*/ 340385 w 3109265"/>
              <a:gd name="connsiteY200" fmla="*/ 112776 h 539496"/>
              <a:gd name="connsiteX201" fmla="*/ 499872 w 3109265"/>
              <a:gd name="connsiteY201" fmla="*/ 6706 h 539496"/>
              <a:gd name="connsiteX202" fmla="*/ 572414 w 3109265"/>
              <a:gd name="connsiteY202" fmla="*/ 6706 h 539496"/>
              <a:gd name="connsiteX203" fmla="*/ 572414 w 3109265"/>
              <a:gd name="connsiteY203" fmla="*/ 119482 h 539496"/>
              <a:gd name="connsiteX204" fmla="*/ 615696 w 3109265"/>
              <a:gd name="connsiteY204" fmla="*/ 119482 h 539496"/>
              <a:gd name="connsiteX205" fmla="*/ 615696 w 3109265"/>
              <a:gd name="connsiteY205" fmla="*/ 167640 h 539496"/>
              <a:gd name="connsiteX206" fmla="*/ 571805 w 3109265"/>
              <a:gd name="connsiteY206" fmla="*/ 167640 h 539496"/>
              <a:gd name="connsiteX207" fmla="*/ 571805 w 3109265"/>
              <a:gd name="connsiteY207" fmla="*/ 345644 h 539496"/>
              <a:gd name="connsiteX208" fmla="*/ 577291 w 3109265"/>
              <a:gd name="connsiteY208" fmla="*/ 370028 h 539496"/>
              <a:gd name="connsiteX209" fmla="*/ 604723 w 3109265"/>
              <a:gd name="connsiteY209" fmla="*/ 379781 h 539496"/>
              <a:gd name="connsiteX210" fmla="*/ 611429 w 3109265"/>
              <a:gd name="connsiteY210" fmla="*/ 379172 h 539496"/>
              <a:gd name="connsiteX211" fmla="*/ 617525 w 3109265"/>
              <a:gd name="connsiteY211" fmla="*/ 379172 h 539496"/>
              <a:gd name="connsiteX212" fmla="*/ 617525 w 3109265"/>
              <a:gd name="connsiteY212" fmla="*/ 430988 h 539496"/>
              <a:gd name="connsiteX213" fmla="*/ 579120 w 3109265"/>
              <a:gd name="connsiteY213" fmla="*/ 434645 h 539496"/>
              <a:gd name="connsiteX214" fmla="*/ 514502 w 3109265"/>
              <a:gd name="connsiteY214" fmla="*/ 416967 h 539496"/>
              <a:gd name="connsiteX215" fmla="*/ 500481 w 3109265"/>
              <a:gd name="connsiteY215" fmla="*/ 369418 h 539496"/>
              <a:gd name="connsiteX216" fmla="*/ 500481 w 3109265"/>
              <a:gd name="connsiteY216" fmla="*/ 167640 h 539496"/>
              <a:gd name="connsiteX217" fmla="*/ 460857 w 3109265"/>
              <a:gd name="connsiteY217" fmla="*/ 167640 h 539496"/>
              <a:gd name="connsiteX218" fmla="*/ 460857 w 3109265"/>
              <a:gd name="connsiteY218" fmla="*/ 119482 h 539496"/>
              <a:gd name="connsiteX219" fmla="*/ 499872 w 3109265"/>
              <a:gd name="connsiteY219" fmla="*/ 119482 h 539496"/>
              <a:gd name="connsiteX220" fmla="*/ 2978201 w 3109265"/>
              <a:gd name="connsiteY220" fmla="*/ 0 h 539496"/>
              <a:gd name="connsiteX221" fmla="*/ 3003804 w 3109265"/>
              <a:gd name="connsiteY221" fmla="*/ 1220 h 539496"/>
              <a:gd name="connsiteX222" fmla="*/ 3003804 w 3109265"/>
              <a:gd name="connsiteY222" fmla="*/ 60351 h 539496"/>
              <a:gd name="connsiteX223" fmla="*/ 2994050 w 3109265"/>
              <a:gd name="connsiteY223" fmla="*/ 59741 h 539496"/>
              <a:gd name="connsiteX224" fmla="*/ 2987954 w 3109265"/>
              <a:gd name="connsiteY224" fmla="*/ 59741 h 539496"/>
              <a:gd name="connsiteX225" fmla="*/ 2969057 w 3109265"/>
              <a:gd name="connsiteY225" fmla="*/ 81077 h 539496"/>
              <a:gd name="connsiteX226" fmla="*/ 2969057 w 3109265"/>
              <a:gd name="connsiteY226" fmla="*/ 119482 h 539496"/>
              <a:gd name="connsiteX227" fmla="*/ 3000756 w 3109265"/>
              <a:gd name="connsiteY227" fmla="*/ 119482 h 539496"/>
              <a:gd name="connsiteX228" fmla="*/ 3000756 w 3109265"/>
              <a:gd name="connsiteY228" fmla="*/ 167640 h 539496"/>
              <a:gd name="connsiteX229" fmla="*/ 2968447 w 3109265"/>
              <a:gd name="connsiteY229" fmla="*/ 167640 h 539496"/>
              <a:gd name="connsiteX230" fmla="*/ 2968447 w 3109265"/>
              <a:gd name="connsiteY230" fmla="*/ 431597 h 539496"/>
              <a:gd name="connsiteX231" fmla="*/ 2895905 w 3109265"/>
              <a:gd name="connsiteY231" fmla="*/ 431597 h 539496"/>
              <a:gd name="connsiteX232" fmla="*/ 2895905 w 3109265"/>
              <a:gd name="connsiteY232" fmla="*/ 167640 h 539496"/>
              <a:gd name="connsiteX233" fmla="*/ 2863596 w 3109265"/>
              <a:gd name="connsiteY233" fmla="*/ 167640 h 539496"/>
              <a:gd name="connsiteX234" fmla="*/ 2863596 w 3109265"/>
              <a:gd name="connsiteY234" fmla="*/ 119482 h 539496"/>
              <a:gd name="connsiteX235" fmla="*/ 2896514 w 3109265"/>
              <a:gd name="connsiteY235" fmla="*/ 119482 h 539496"/>
              <a:gd name="connsiteX236" fmla="*/ 2896514 w 3109265"/>
              <a:gd name="connsiteY236" fmla="*/ 64618 h 539496"/>
              <a:gd name="connsiteX237" fmla="*/ 2926994 w 3109265"/>
              <a:gd name="connsiteY237" fmla="*/ 7925 h 539496"/>
              <a:gd name="connsiteX238" fmla="*/ 2978201 w 3109265"/>
              <a:gd name="connsiteY238" fmla="*/ 0 h 539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3109265" h="539496">
                <a:moveTo>
                  <a:pt x="2760802" y="274320"/>
                </a:moveTo>
                <a:lnTo>
                  <a:pt x="2725445" y="297485"/>
                </a:lnTo>
                <a:cubicBezTo>
                  <a:pt x="2718536" y="301956"/>
                  <a:pt x="2714066" y="307645"/>
                  <a:pt x="2712034" y="314554"/>
                </a:cubicBezTo>
                <a:cubicBezTo>
                  <a:pt x="2710002" y="321463"/>
                  <a:pt x="2708986" y="333045"/>
                  <a:pt x="2708986" y="349301"/>
                </a:cubicBezTo>
                <a:cubicBezTo>
                  <a:pt x="2708986" y="372060"/>
                  <a:pt x="2714675" y="383439"/>
                  <a:pt x="2726055" y="383439"/>
                </a:cubicBezTo>
                <a:cubicBezTo>
                  <a:pt x="2735402" y="383439"/>
                  <a:pt x="2746984" y="377546"/>
                  <a:pt x="2760802" y="365760"/>
                </a:cubicBezTo>
                <a:close/>
                <a:moveTo>
                  <a:pt x="2113102" y="274320"/>
                </a:moveTo>
                <a:lnTo>
                  <a:pt x="2077745" y="297485"/>
                </a:lnTo>
                <a:cubicBezTo>
                  <a:pt x="2070836" y="301956"/>
                  <a:pt x="2066366" y="307645"/>
                  <a:pt x="2064334" y="314554"/>
                </a:cubicBezTo>
                <a:cubicBezTo>
                  <a:pt x="2062302" y="321463"/>
                  <a:pt x="2061286" y="333045"/>
                  <a:pt x="2061286" y="349301"/>
                </a:cubicBezTo>
                <a:cubicBezTo>
                  <a:pt x="2061286" y="372060"/>
                  <a:pt x="2066975" y="383439"/>
                  <a:pt x="2078355" y="383439"/>
                </a:cubicBezTo>
                <a:cubicBezTo>
                  <a:pt x="2087702" y="383439"/>
                  <a:pt x="2099284" y="377546"/>
                  <a:pt x="2113102" y="365760"/>
                </a:cubicBezTo>
                <a:close/>
                <a:moveTo>
                  <a:pt x="360502" y="274320"/>
                </a:moveTo>
                <a:lnTo>
                  <a:pt x="325145" y="297485"/>
                </a:lnTo>
                <a:cubicBezTo>
                  <a:pt x="318236" y="301956"/>
                  <a:pt x="313766" y="307645"/>
                  <a:pt x="311734" y="314554"/>
                </a:cubicBezTo>
                <a:cubicBezTo>
                  <a:pt x="309702" y="321463"/>
                  <a:pt x="308686" y="333045"/>
                  <a:pt x="308686" y="349301"/>
                </a:cubicBezTo>
                <a:cubicBezTo>
                  <a:pt x="308686" y="372060"/>
                  <a:pt x="314376" y="383439"/>
                  <a:pt x="325755" y="383439"/>
                </a:cubicBezTo>
                <a:cubicBezTo>
                  <a:pt x="335102" y="383439"/>
                  <a:pt x="346684" y="377546"/>
                  <a:pt x="360502" y="365760"/>
                </a:cubicBezTo>
                <a:close/>
                <a:moveTo>
                  <a:pt x="3036113" y="119482"/>
                </a:moveTo>
                <a:lnTo>
                  <a:pt x="3109265" y="119482"/>
                </a:lnTo>
                <a:lnTo>
                  <a:pt x="3109265" y="431597"/>
                </a:lnTo>
                <a:lnTo>
                  <a:pt x="3036113" y="431597"/>
                </a:lnTo>
                <a:close/>
                <a:moveTo>
                  <a:pt x="950137" y="119482"/>
                </a:moveTo>
                <a:lnTo>
                  <a:pt x="1023289" y="119482"/>
                </a:lnTo>
                <a:lnTo>
                  <a:pt x="1023289" y="431597"/>
                </a:lnTo>
                <a:lnTo>
                  <a:pt x="950137" y="431597"/>
                </a:lnTo>
                <a:close/>
                <a:moveTo>
                  <a:pt x="645338" y="119482"/>
                </a:moveTo>
                <a:lnTo>
                  <a:pt x="718489" y="119482"/>
                </a:lnTo>
                <a:lnTo>
                  <a:pt x="718489" y="431597"/>
                </a:lnTo>
                <a:lnTo>
                  <a:pt x="645338" y="431597"/>
                </a:lnTo>
                <a:close/>
                <a:moveTo>
                  <a:pt x="0" y="119482"/>
                </a:moveTo>
                <a:lnTo>
                  <a:pt x="71933" y="119482"/>
                </a:lnTo>
                <a:lnTo>
                  <a:pt x="112166" y="320040"/>
                </a:lnTo>
                <a:lnTo>
                  <a:pt x="143256" y="119482"/>
                </a:lnTo>
                <a:lnTo>
                  <a:pt x="214579" y="119482"/>
                </a:lnTo>
                <a:lnTo>
                  <a:pt x="143256" y="453543"/>
                </a:lnTo>
                <a:cubicBezTo>
                  <a:pt x="136347" y="486461"/>
                  <a:pt x="127406" y="508610"/>
                  <a:pt x="116433" y="519989"/>
                </a:cubicBezTo>
                <a:cubicBezTo>
                  <a:pt x="104648" y="532994"/>
                  <a:pt x="84937" y="539496"/>
                  <a:pt x="57302" y="539496"/>
                </a:cubicBezTo>
                <a:cubicBezTo>
                  <a:pt x="46736" y="539496"/>
                  <a:pt x="30683" y="537668"/>
                  <a:pt x="9144" y="534010"/>
                </a:cubicBezTo>
                <a:lnTo>
                  <a:pt x="19507" y="476707"/>
                </a:lnTo>
                <a:cubicBezTo>
                  <a:pt x="28041" y="479552"/>
                  <a:pt x="37592" y="480975"/>
                  <a:pt x="48158" y="480975"/>
                </a:cubicBezTo>
                <a:cubicBezTo>
                  <a:pt x="61163" y="480975"/>
                  <a:pt x="70510" y="473050"/>
                  <a:pt x="76200" y="457200"/>
                </a:cubicBezTo>
                <a:cubicBezTo>
                  <a:pt x="80670" y="445008"/>
                  <a:pt x="82296" y="436474"/>
                  <a:pt x="81077" y="431597"/>
                </a:cubicBezTo>
                <a:close/>
                <a:moveTo>
                  <a:pt x="2607868" y="113996"/>
                </a:moveTo>
                <a:lnTo>
                  <a:pt x="2607868" y="185928"/>
                </a:lnTo>
                <a:cubicBezTo>
                  <a:pt x="2598115" y="182677"/>
                  <a:pt x="2589987" y="181052"/>
                  <a:pt x="2583484" y="181052"/>
                </a:cubicBezTo>
                <a:cubicBezTo>
                  <a:pt x="2563165" y="181052"/>
                  <a:pt x="2549550" y="189180"/>
                  <a:pt x="2542641" y="205436"/>
                </a:cubicBezTo>
                <a:cubicBezTo>
                  <a:pt x="2538577" y="214376"/>
                  <a:pt x="2536545" y="228600"/>
                  <a:pt x="2536545" y="248108"/>
                </a:cubicBezTo>
                <a:lnTo>
                  <a:pt x="2536545" y="431597"/>
                </a:lnTo>
                <a:lnTo>
                  <a:pt x="2464613" y="431597"/>
                </a:lnTo>
                <a:lnTo>
                  <a:pt x="2464613" y="119482"/>
                </a:lnTo>
                <a:lnTo>
                  <a:pt x="2537155" y="119482"/>
                </a:lnTo>
                <a:lnTo>
                  <a:pt x="2536545" y="159106"/>
                </a:lnTo>
                <a:cubicBezTo>
                  <a:pt x="2553614" y="128220"/>
                  <a:pt x="2577389" y="113183"/>
                  <a:pt x="2607868" y="113996"/>
                </a:cubicBezTo>
                <a:close/>
                <a:moveTo>
                  <a:pt x="912418" y="113996"/>
                </a:moveTo>
                <a:lnTo>
                  <a:pt x="912418" y="185928"/>
                </a:lnTo>
                <a:cubicBezTo>
                  <a:pt x="902665" y="182677"/>
                  <a:pt x="894537" y="181052"/>
                  <a:pt x="888034" y="181052"/>
                </a:cubicBezTo>
                <a:cubicBezTo>
                  <a:pt x="867714" y="181052"/>
                  <a:pt x="854100" y="189180"/>
                  <a:pt x="847191" y="205436"/>
                </a:cubicBezTo>
                <a:cubicBezTo>
                  <a:pt x="843127" y="214376"/>
                  <a:pt x="841095" y="228600"/>
                  <a:pt x="841095" y="248108"/>
                </a:cubicBezTo>
                <a:lnTo>
                  <a:pt x="841095" y="431597"/>
                </a:lnTo>
                <a:lnTo>
                  <a:pt x="769162" y="431597"/>
                </a:lnTo>
                <a:lnTo>
                  <a:pt x="769162" y="119482"/>
                </a:lnTo>
                <a:lnTo>
                  <a:pt x="841705" y="119482"/>
                </a:lnTo>
                <a:lnTo>
                  <a:pt x="841095" y="159106"/>
                </a:lnTo>
                <a:cubicBezTo>
                  <a:pt x="858164" y="128220"/>
                  <a:pt x="881938" y="113183"/>
                  <a:pt x="912418" y="113996"/>
                </a:cubicBezTo>
                <a:close/>
                <a:moveTo>
                  <a:pt x="1750999" y="113386"/>
                </a:moveTo>
                <a:cubicBezTo>
                  <a:pt x="1773758" y="113386"/>
                  <a:pt x="1793468" y="123749"/>
                  <a:pt x="1810131" y="144476"/>
                </a:cubicBezTo>
                <a:cubicBezTo>
                  <a:pt x="1833295" y="123749"/>
                  <a:pt x="1857070" y="113386"/>
                  <a:pt x="1881454" y="113386"/>
                </a:cubicBezTo>
                <a:cubicBezTo>
                  <a:pt x="1899742" y="113386"/>
                  <a:pt x="1914779" y="119279"/>
                  <a:pt x="1926564" y="131064"/>
                </a:cubicBezTo>
                <a:cubicBezTo>
                  <a:pt x="1938350" y="142850"/>
                  <a:pt x="1944243" y="160528"/>
                  <a:pt x="1944243" y="184100"/>
                </a:cubicBezTo>
                <a:lnTo>
                  <a:pt x="1944243" y="431597"/>
                </a:lnTo>
                <a:lnTo>
                  <a:pt x="1871700" y="431597"/>
                </a:lnTo>
                <a:lnTo>
                  <a:pt x="1871700" y="201168"/>
                </a:lnTo>
                <a:cubicBezTo>
                  <a:pt x="1871700" y="176784"/>
                  <a:pt x="1862963" y="164592"/>
                  <a:pt x="1845487" y="164592"/>
                </a:cubicBezTo>
                <a:cubicBezTo>
                  <a:pt x="1826387" y="164592"/>
                  <a:pt x="1816836" y="177800"/>
                  <a:pt x="1816836" y="204216"/>
                </a:cubicBezTo>
                <a:lnTo>
                  <a:pt x="1816836" y="431597"/>
                </a:lnTo>
                <a:lnTo>
                  <a:pt x="1744294" y="431597"/>
                </a:lnTo>
                <a:lnTo>
                  <a:pt x="1744294" y="202388"/>
                </a:lnTo>
                <a:cubicBezTo>
                  <a:pt x="1744294" y="176378"/>
                  <a:pt x="1735353" y="163373"/>
                  <a:pt x="1717471" y="163373"/>
                </a:cubicBezTo>
                <a:cubicBezTo>
                  <a:pt x="1698777" y="163373"/>
                  <a:pt x="1689430" y="175768"/>
                  <a:pt x="1689430" y="200559"/>
                </a:cubicBezTo>
                <a:lnTo>
                  <a:pt x="1689430" y="431597"/>
                </a:lnTo>
                <a:lnTo>
                  <a:pt x="1616887" y="431597"/>
                </a:lnTo>
                <a:lnTo>
                  <a:pt x="1616887" y="119482"/>
                </a:lnTo>
                <a:lnTo>
                  <a:pt x="1690039" y="119482"/>
                </a:lnTo>
                <a:lnTo>
                  <a:pt x="1690039" y="140208"/>
                </a:lnTo>
                <a:cubicBezTo>
                  <a:pt x="1710766" y="122327"/>
                  <a:pt x="1731086" y="113386"/>
                  <a:pt x="1750999" y="113386"/>
                </a:cubicBezTo>
                <a:close/>
                <a:moveTo>
                  <a:pt x="1208074" y="113386"/>
                </a:moveTo>
                <a:cubicBezTo>
                  <a:pt x="1230833" y="113386"/>
                  <a:pt x="1250543" y="123749"/>
                  <a:pt x="1267206" y="144476"/>
                </a:cubicBezTo>
                <a:cubicBezTo>
                  <a:pt x="1290371" y="123749"/>
                  <a:pt x="1314145" y="113386"/>
                  <a:pt x="1338529" y="113386"/>
                </a:cubicBezTo>
                <a:cubicBezTo>
                  <a:pt x="1356817" y="113386"/>
                  <a:pt x="1371854" y="119279"/>
                  <a:pt x="1383639" y="131064"/>
                </a:cubicBezTo>
                <a:cubicBezTo>
                  <a:pt x="1395425" y="142850"/>
                  <a:pt x="1401318" y="160528"/>
                  <a:pt x="1401318" y="184100"/>
                </a:cubicBezTo>
                <a:lnTo>
                  <a:pt x="1401318" y="431597"/>
                </a:lnTo>
                <a:lnTo>
                  <a:pt x="1328775" y="431597"/>
                </a:lnTo>
                <a:lnTo>
                  <a:pt x="1328775" y="201168"/>
                </a:lnTo>
                <a:cubicBezTo>
                  <a:pt x="1328775" y="176784"/>
                  <a:pt x="1320038" y="164592"/>
                  <a:pt x="1302563" y="164592"/>
                </a:cubicBezTo>
                <a:cubicBezTo>
                  <a:pt x="1283462" y="164592"/>
                  <a:pt x="1273911" y="177800"/>
                  <a:pt x="1273911" y="204216"/>
                </a:cubicBezTo>
                <a:lnTo>
                  <a:pt x="1273911" y="431597"/>
                </a:lnTo>
                <a:lnTo>
                  <a:pt x="1201369" y="431597"/>
                </a:lnTo>
                <a:lnTo>
                  <a:pt x="1201369" y="202388"/>
                </a:lnTo>
                <a:cubicBezTo>
                  <a:pt x="1201369" y="176378"/>
                  <a:pt x="1192428" y="163373"/>
                  <a:pt x="1174547" y="163373"/>
                </a:cubicBezTo>
                <a:cubicBezTo>
                  <a:pt x="1155852" y="163373"/>
                  <a:pt x="1146505" y="175768"/>
                  <a:pt x="1146505" y="200559"/>
                </a:cubicBezTo>
                <a:lnTo>
                  <a:pt x="1146505" y="431597"/>
                </a:lnTo>
                <a:lnTo>
                  <a:pt x="1073962" y="431597"/>
                </a:lnTo>
                <a:lnTo>
                  <a:pt x="1073962" y="119482"/>
                </a:lnTo>
                <a:lnTo>
                  <a:pt x="1147115" y="119482"/>
                </a:lnTo>
                <a:lnTo>
                  <a:pt x="1147115" y="140208"/>
                </a:lnTo>
                <a:cubicBezTo>
                  <a:pt x="1167841" y="122327"/>
                  <a:pt x="1188161" y="113386"/>
                  <a:pt x="1208074" y="113386"/>
                </a:cubicBezTo>
                <a:close/>
                <a:moveTo>
                  <a:pt x="2740685" y="112776"/>
                </a:moveTo>
                <a:cubicBezTo>
                  <a:pt x="2762631" y="112776"/>
                  <a:pt x="2781122" y="116637"/>
                  <a:pt x="2796159" y="124359"/>
                </a:cubicBezTo>
                <a:cubicBezTo>
                  <a:pt x="2820949" y="136957"/>
                  <a:pt x="2833344" y="156058"/>
                  <a:pt x="2833344" y="181661"/>
                </a:cubicBezTo>
                <a:lnTo>
                  <a:pt x="2833344" y="355397"/>
                </a:lnTo>
                <a:cubicBezTo>
                  <a:pt x="2833344" y="381407"/>
                  <a:pt x="2833954" y="398272"/>
                  <a:pt x="2835173" y="405994"/>
                </a:cubicBezTo>
                <a:cubicBezTo>
                  <a:pt x="2836799" y="418186"/>
                  <a:pt x="2840863" y="426720"/>
                  <a:pt x="2847365" y="431597"/>
                </a:cubicBezTo>
                <a:lnTo>
                  <a:pt x="2771165" y="431597"/>
                </a:lnTo>
                <a:cubicBezTo>
                  <a:pt x="2765882" y="425908"/>
                  <a:pt x="2763037" y="416764"/>
                  <a:pt x="2762631" y="404165"/>
                </a:cubicBezTo>
                <a:cubicBezTo>
                  <a:pt x="2752877" y="415544"/>
                  <a:pt x="2744546" y="423469"/>
                  <a:pt x="2737637" y="427940"/>
                </a:cubicBezTo>
                <a:cubicBezTo>
                  <a:pt x="2727071" y="434848"/>
                  <a:pt x="2714472" y="438303"/>
                  <a:pt x="2699842" y="438303"/>
                </a:cubicBezTo>
                <a:cubicBezTo>
                  <a:pt x="2673019" y="438303"/>
                  <a:pt x="2655138" y="427736"/>
                  <a:pt x="2646197" y="406604"/>
                </a:cubicBezTo>
                <a:cubicBezTo>
                  <a:pt x="2640914" y="394818"/>
                  <a:pt x="2638272" y="376733"/>
                  <a:pt x="2638272" y="352349"/>
                </a:cubicBezTo>
                <a:cubicBezTo>
                  <a:pt x="2638272" y="321869"/>
                  <a:pt x="2640304" y="301752"/>
                  <a:pt x="2644368" y="291999"/>
                </a:cubicBezTo>
                <a:cubicBezTo>
                  <a:pt x="2649651" y="278994"/>
                  <a:pt x="2663469" y="267005"/>
                  <a:pt x="2685821" y="256032"/>
                </a:cubicBezTo>
                <a:lnTo>
                  <a:pt x="2761411" y="218237"/>
                </a:lnTo>
                <a:cubicBezTo>
                  <a:pt x="2761411" y="197104"/>
                  <a:pt x="2761208" y="185522"/>
                  <a:pt x="2760802" y="183490"/>
                </a:cubicBezTo>
                <a:cubicBezTo>
                  <a:pt x="2759583" y="169672"/>
                  <a:pt x="2751251" y="162764"/>
                  <a:pt x="2735808" y="162764"/>
                </a:cubicBezTo>
                <a:cubicBezTo>
                  <a:pt x="2724023" y="162764"/>
                  <a:pt x="2716707" y="166828"/>
                  <a:pt x="2713863" y="174956"/>
                </a:cubicBezTo>
                <a:cubicBezTo>
                  <a:pt x="2711831" y="180645"/>
                  <a:pt x="2710815" y="194260"/>
                  <a:pt x="2710815" y="215799"/>
                </a:cubicBezTo>
                <a:lnTo>
                  <a:pt x="2644368" y="215799"/>
                </a:lnTo>
                <a:cubicBezTo>
                  <a:pt x="2644368" y="189789"/>
                  <a:pt x="2645181" y="172924"/>
                  <a:pt x="2646807" y="165202"/>
                </a:cubicBezTo>
                <a:cubicBezTo>
                  <a:pt x="2648432" y="154229"/>
                  <a:pt x="2653309" y="144679"/>
                  <a:pt x="2661437" y="136551"/>
                </a:cubicBezTo>
                <a:cubicBezTo>
                  <a:pt x="2677287" y="120701"/>
                  <a:pt x="2703703" y="112776"/>
                  <a:pt x="2740685" y="112776"/>
                </a:cubicBezTo>
                <a:close/>
                <a:moveTo>
                  <a:pt x="2324405" y="112776"/>
                </a:moveTo>
                <a:cubicBezTo>
                  <a:pt x="2383739" y="112776"/>
                  <a:pt x="2413406" y="136754"/>
                  <a:pt x="2413406" y="184709"/>
                </a:cubicBezTo>
                <a:lnTo>
                  <a:pt x="2413406" y="218847"/>
                </a:lnTo>
                <a:lnTo>
                  <a:pt x="2350617" y="218847"/>
                </a:lnTo>
                <a:cubicBezTo>
                  <a:pt x="2350617" y="197714"/>
                  <a:pt x="2349601" y="183896"/>
                  <a:pt x="2347569" y="177394"/>
                </a:cubicBezTo>
                <a:cubicBezTo>
                  <a:pt x="2343912" y="167640"/>
                  <a:pt x="2336190" y="162764"/>
                  <a:pt x="2324405" y="162764"/>
                </a:cubicBezTo>
                <a:cubicBezTo>
                  <a:pt x="2307336" y="162764"/>
                  <a:pt x="2298801" y="172111"/>
                  <a:pt x="2298801" y="190805"/>
                </a:cubicBezTo>
                <a:cubicBezTo>
                  <a:pt x="2298801" y="203810"/>
                  <a:pt x="2305710" y="215189"/>
                  <a:pt x="2319528" y="224943"/>
                </a:cubicBezTo>
                <a:lnTo>
                  <a:pt x="2385974" y="271882"/>
                </a:lnTo>
                <a:cubicBezTo>
                  <a:pt x="2395321" y="278384"/>
                  <a:pt x="2402027" y="285293"/>
                  <a:pt x="2406091" y="292608"/>
                </a:cubicBezTo>
                <a:cubicBezTo>
                  <a:pt x="2413000" y="302362"/>
                  <a:pt x="2416454" y="318618"/>
                  <a:pt x="2416454" y="341376"/>
                </a:cubicBezTo>
                <a:cubicBezTo>
                  <a:pt x="2416454" y="370637"/>
                  <a:pt x="2412390" y="391567"/>
                  <a:pt x="2404262" y="404165"/>
                </a:cubicBezTo>
                <a:cubicBezTo>
                  <a:pt x="2390445" y="426517"/>
                  <a:pt x="2362403" y="437693"/>
                  <a:pt x="2320137" y="437693"/>
                </a:cubicBezTo>
                <a:cubicBezTo>
                  <a:pt x="2257145" y="437693"/>
                  <a:pt x="2225649" y="410058"/>
                  <a:pt x="2225649" y="354788"/>
                </a:cubicBezTo>
                <a:lnTo>
                  <a:pt x="2225649" y="321869"/>
                </a:lnTo>
                <a:lnTo>
                  <a:pt x="2292705" y="321869"/>
                </a:lnTo>
                <a:cubicBezTo>
                  <a:pt x="2292705" y="347472"/>
                  <a:pt x="2293925" y="363728"/>
                  <a:pt x="2296363" y="370637"/>
                </a:cubicBezTo>
                <a:cubicBezTo>
                  <a:pt x="2299614" y="380797"/>
                  <a:pt x="2307945" y="385877"/>
                  <a:pt x="2321357" y="385877"/>
                </a:cubicBezTo>
                <a:cubicBezTo>
                  <a:pt x="2340051" y="385877"/>
                  <a:pt x="2349398" y="374498"/>
                  <a:pt x="2349398" y="351740"/>
                </a:cubicBezTo>
                <a:cubicBezTo>
                  <a:pt x="2349398" y="341580"/>
                  <a:pt x="2348382" y="334264"/>
                  <a:pt x="2346350" y="329794"/>
                </a:cubicBezTo>
                <a:cubicBezTo>
                  <a:pt x="2343505" y="323698"/>
                  <a:pt x="2337409" y="317399"/>
                  <a:pt x="2328062" y="310896"/>
                </a:cubicBezTo>
                <a:lnTo>
                  <a:pt x="2267712" y="268224"/>
                </a:lnTo>
                <a:cubicBezTo>
                  <a:pt x="2261616" y="263754"/>
                  <a:pt x="2254910" y="257252"/>
                  <a:pt x="2247595" y="248717"/>
                </a:cubicBezTo>
                <a:cubicBezTo>
                  <a:pt x="2236215" y="235306"/>
                  <a:pt x="2230526" y="216815"/>
                  <a:pt x="2230526" y="193244"/>
                </a:cubicBezTo>
                <a:cubicBezTo>
                  <a:pt x="2230526" y="139599"/>
                  <a:pt x="2261819" y="112776"/>
                  <a:pt x="2324405" y="112776"/>
                </a:cubicBezTo>
                <a:close/>
                <a:moveTo>
                  <a:pt x="2092985" y="112776"/>
                </a:moveTo>
                <a:cubicBezTo>
                  <a:pt x="2114931" y="112776"/>
                  <a:pt x="2133422" y="116637"/>
                  <a:pt x="2148459" y="124359"/>
                </a:cubicBezTo>
                <a:cubicBezTo>
                  <a:pt x="2173249" y="136957"/>
                  <a:pt x="2185644" y="156058"/>
                  <a:pt x="2185644" y="181661"/>
                </a:cubicBezTo>
                <a:lnTo>
                  <a:pt x="2185644" y="355397"/>
                </a:lnTo>
                <a:cubicBezTo>
                  <a:pt x="2185644" y="381407"/>
                  <a:pt x="2186254" y="398272"/>
                  <a:pt x="2187473" y="405994"/>
                </a:cubicBezTo>
                <a:cubicBezTo>
                  <a:pt x="2189099" y="418186"/>
                  <a:pt x="2193163" y="426720"/>
                  <a:pt x="2199665" y="431597"/>
                </a:cubicBezTo>
                <a:lnTo>
                  <a:pt x="2123465" y="431597"/>
                </a:lnTo>
                <a:cubicBezTo>
                  <a:pt x="2118182" y="425908"/>
                  <a:pt x="2115337" y="416764"/>
                  <a:pt x="2114931" y="404165"/>
                </a:cubicBezTo>
                <a:cubicBezTo>
                  <a:pt x="2105177" y="415544"/>
                  <a:pt x="2096846" y="423469"/>
                  <a:pt x="2089937" y="427940"/>
                </a:cubicBezTo>
                <a:cubicBezTo>
                  <a:pt x="2079371" y="434848"/>
                  <a:pt x="2066772" y="438303"/>
                  <a:pt x="2052142" y="438303"/>
                </a:cubicBezTo>
                <a:cubicBezTo>
                  <a:pt x="2025319" y="438303"/>
                  <a:pt x="2007438" y="427736"/>
                  <a:pt x="1998497" y="406604"/>
                </a:cubicBezTo>
                <a:cubicBezTo>
                  <a:pt x="1993214" y="394818"/>
                  <a:pt x="1990572" y="376733"/>
                  <a:pt x="1990572" y="352349"/>
                </a:cubicBezTo>
                <a:cubicBezTo>
                  <a:pt x="1990572" y="321869"/>
                  <a:pt x="1992604" y="301752"/>
                  <a:pt x="1996668" y="291999"/>
                </a:cubicBezTo>
                <a:cubicBezTo>
                  <a:pt x="2001951" y="278994"/>
                  <a:pt x="2015769" y="267005"/>
                  <a:pt x="2038121" y="256032"/>
                </a:cubicBezTo>
                <a:lnTo>
                  <a:pt x="2113711" y="218237"/>
                </a:lnTo>
                <a:cubicBezTo>
                  <a:pt x="2113711" y="197104"/>
                  <a:pt x="2113508" y="185522"/>
                  <a:pt x="2113102" y="183490"/>
                </a:cubicBezTo>
                <a:cubicBezTo>
                  <a:pt x="2111883" y="169672"/>
                  <a:pt x="2103551" y="162764"/>
                  <a:pt x="2088108" y="162764"/>
                </a:cubicBezTo>
                <a:cubicBezTo>
                  <a:pt x="2076323" y="162764"/>
                  <a:pt x="2069007" y="166828"/>
                  <a:pt x="2066163" y="174956"/>
                </a:cubicBezTo>
                <a:cubicBezTo>
                  <a:pt x="2064131" y="180645"/>
                  <a:pt x="2063115" y="194260"/>
                  <a:pt x="2063115" y="215799"/>
                </a:cubicBezTo>
                <a:lnTo>
                  <a:pt x="1996668" y="215799"/>
                </a:lnTo>
                <a:cubicBezTo>
                  <a:pt x="1996668" y="189789"/>
                  <a:pt x="1997481" y="172924"/>
                  <a:pt x="1999107" y="165202"/>
                </a:cubicBezTo>
                <a:cubicBezTo>
                  <a:pt x="2000732" y="154229"/>
                  <a:pt x="2005609" y="144679"/>
                  <a:pt x="2013737" y="136551"/>
                </a:cubicBezTo>
                <a:cubicBezTo>
                  <a:pt x="2029587" y="120701"/>
                  <a:pt x="2056003" y="112776"/>
                  <a:pt x="2092985" y="112776"/>
                </a:cubicBezTo>
                <a:close/>
                <a:moveTo>
                  <a:pt x="340385" y="112776"/>
                </a:moveTo>
                <a:cubicBezTo>
                  <a:pt x="362331" y="112776"/>
                  <a:pt x="380822" y="116637"/>
                  <a:pt x="395859" y="124359"/>
                </a:cubicBezTo>
                <a:cubicBezTo>
                  <a:pt x="420649" y="136957"/>
                  <a:pt x="433044" y="156058"/>
                  <a:pt x="433044" y="181661"/>
                </a:cubicBezTo>
                <a:lnTo>
                  <a:pt x="433044" y="355397"/>
                </a:lnTo>
                <a:cubicBezTo>
                  <a:pt x="433044" y="381407"/>
                  <a:pt x="433654" y="398272"/>
                  <a:pt x="434873" y="405994"/>
                </a:cubicBezTo>
                <a:cubicBezTo>
                  <a:pt x="436499" y="418186"/>
                  <a:pt x="440563" y="426720"/>
                  <a:pt x="447065" y="431597"/>
                </a:cubicBezTo>
                <a:lnTo>
                  <a:pt x="370865" y="431597"/>
                </a:lnTo>
                <a:cubicBezTo>
                  <a:pt x="365582" y="425908"/>
                  <a:pt x="362737" y="416764"/>
                  <a:pt x="362331" y="404165"/>
                </a:cubicBezTo>
                <a:cubicBezTo>
                  <a:pt x="352577" y="415544"/>
                  <a:pt x="344246" y="423469"/>
                  <a:pt x="337337" y="427940"/>
                </a:cubicBezTo>
                <a:cubicBezTo>
                  <a:pt x="326771" y="434848"/>
                  <a:pt x="314172" y="438303"/>
                  <a:pt x="299542" y="438303"/>
                </a:cubicBezTo>
                <a:cubicBezTo>
                  <a:pt x="272720" y="438303"/>
                  <a:pt x="254838" y="427736"/>
                  <a:pt x="245897" y="406604"/>
                </a:cubicBezTo>
                <a:cubicBezTo>
                  <a:pt x="240614" y="394818"/>
                  <a:pt x="237972" y="376733"/>
                  <a:pt x="237972" y="352349"/>
                </a:cubicBezTo>
                <a:cubicBezTo>
                  <a:pt x="237972" y="321869"/>
                  <a:pt x="240004" y="301752"/>
                  <a:pt x="244068" y="291999"/>
                </a:cubicBezTo>
                <a:cubicBezTo>
                  <a:pt x="249352" y="278994"/>
                  <a:pt x="263169" y="267005"/>
                  <a:pt x="285521" y="256032"/>
                </a:cubicBezTo>
                <a:lnTo>
                  <a:pt x="361112" y="218237"/>
                </a:lnTo>
                <a:cubicBezTo>
                  <a:pt x="361112" y="197104"/>
                  <a:pt x="360908" y="185522"/>
                  <a:pt x="360502" y="183490"/>
                </a:cubicBezTo>
                <a:cubicBezTo>
                  <a:pt x="359283" y="169672"/>
                  <a:pt x="350952" y="162764"/>
                  <a:pt x="335508" y="162764"/>
                </a:cubicBezTo>
                <a:cubicBezTo>
                  <a:pt x="323723" y="162764"/>
                  <a:pt x="316408" y="166828"/>
                  <a:pt x="313563" y="174956"/>
                </a:cubicBezTo>
                <a:cubicBezTo>
                  <a:pt x="311531" y="180645"/>
                  <a:pt x="310515" y="194260"/>
                  <a:pt x="310515" y="215799"/>
                </a:cubicBezTo>
                <a:lnTo>
                  <a:pt x="244068" y="215799"/>
                </a:lnTo>
                <a:cubicBezTo>
                  <a:pt x="244068" y="189789"/>
                  <a:pt x="244881" y="172924"/>
                  <a:pt x="246507" y="165202"/>
                </a:cubicBezTo>
                <a:cubicBezTo>
                  <a:pt x="248132" y="154229"/>
                  <a:pt x="253009" y="144679"/>
                  <a:pt x="261137" y="136551"/>
                </a:cubicBezTo>
                <a:cubicBezTo>
                  <a:pt x="276987" y="120701"/>
                  <a:pt x="303403" y="112776"/>
                  <a:pt x="340385" y="112776"/>
                </a:cubicBezTo>
                <a:close/>
                <a:moveTo>
                  <a:pt x="499872" y="6706"/>
                </a:moveTo>
                <a:lnTo>
                  <a:pt x="572414" y="6706"/>
                </a:lnTo>
                <a:lnTo>
                  <a:pt x="572414" y="119482"/>
                </a:lnTo>
                <a:lnTo>
                  <a:pt x="615696" y="119482"/>
                </a:lnTo>
                <a:lnTo>
                  <a:pt x="615696" y="167640"/>
                </a:lnTo>
                <a:lnTo>
                  <a:pt x="571805" y="167640"/>
                </a:lnTo>
                <a:lnTo>
                  <a:pt x="571805" y="345644"/>
                </a:lnTo>
                <a:cubicBezTo>
                  <a:pt x="571805" y="357429"/>
                  <a:pt x="573633" y="365557"/>
                  <a:pt x="577291" y="370028"/>
                </a:cubicBezTo>
                <a:cubicBezTo>
                  <a:pt x="582168" y="376530"/>
                  <a:pt x="591312" y="379781"/>
                  <a:pt x="604723" y="379781"/>
                </a:cubicBezTo>
                <a:cubicBezTo>
                  <a:pt x="606349" y="379781"/>
                  <a:pt x="608584" y="379578"/>
                  <a:pt x="611429" y="379172"/>
                </a:cubicBezTo>
                <a:lnTo>
                  <a:pt x="617525" y="379172"/>
                </a:lnTo>
                <a:lnTo>
                  <a:pt x="617525" y="430988"/>
                </a:lnTo>
                <a:cubicBezTo>
                  <a:pt x="607771" y="433426"/>
                  <a:pt x="594969" y="434645"/>
                  <a:pt x="579120" y="434645"/>
                </a:cubicBezTo>
                <a:cubicBezTo>
                  <a:pt x="547421" y="434645"/>
                  <a:pt x="525881" y="428752"/>
                  <a:pt x="514502" y="416967"/>
                </a:cubicBezTo>
                <a:cubicBezTo>
                  <a:pt x="505155" y="407620"/>
                  <a:pt x="500481" y="391770"/>
                  <a:pt x="500481" y="369418"/>
                </a:cubicBezTo>
                <a:lnTo>
                  <a:pt x="500481" y="167640"/>
                </a:lnTo>
                <a:lnTo>
                  <a:pt x="460857" y="167640"/>
                </a:lnTo>
                <a:lnTo>
                  <a:pt x="460857" y="119482"/>
                </a:lnTo>
                <a:lnTo>
                  <a:pt x="499872" y="119482"/>
                </a:lnTo>
                <a:close/>
                <a:moveTo>
                  <a:pt x="2978201" y="0"/>
                </a:moveTo>
                <a:cubicBezTo>
                  <a:pt x="2982265" y="0"/>
                  <a:pt x="2990799" y="407"/>
                  <a:pt x="3003804" y="1220"/>
                </a:cubicBezTo>
                <a:lnTo>
                  <a:pt x="3003804" y="60351"/>
                </a:lnTo>
                <a:cubicBezTo>
                  <a:pt x="3001771" y="60351"/>
                  <a:pt x="2998520" y="60148"/>
                  <a:pt x="2994050" y="59741"/>
                </a:cubicBezTo>
                <a:lnTo>
                  <a:pt x="2987954" y="59741"/>
                </a:lnTo>
                <a:cubicBezTo>
                  <a:pt x="2975355" y="59741"/>
                  <a:pt x="2969057" y="66853"/>
                  <a:pt x="2969057" y="81077"/>
                </a:cubicBezTo>
                <a:lnTo>
                  <a:pt x="2969057" y="119482"/>
                </a:lnTo>
                <a:lnTo>
                  <a:pt x="3000756" y="119482"/>
                </a:lnTo>
                <a:lnTo>
                  <a:pt x="3000756" y="167640"/>
                </a:lnTo>
                <a:lnTo>
                  <a:pt x="2968447" y="167640"/>
                </a:lnTo>
                <a:lnTo>
                  <a:pt x="2968447" y="431597"/>
                </a:lnTo>
                <a:lnTo>
                  <a:pt x="2895905" y="431597"/>
                </a:lnTo>
                <a:lnTo>
                  <a:pt x="2895905" y="167640"/>
                </a:lnTo>
                <a:lnTo>
                  <a:pt x="2863596" y="167640"/>
                </a:lnTo>
                <a:lnTo>
                  <a:pt x="2863596" y="119482"/>
                </a:lnTo>
                <a:lnTo>
                  <a:pt x="2896514" y="119482"/>
                </a:lnTo>
                <a:lnTo>
                  <a:pt x="2896514" y="64618"/>
                </a:lnTo>
                <a:cubicBezTo>
                  <a:pt x="2896514" y="36576"/>
                  <a:pt x="2906674" y="17679"/>
                  <a:pt x="2926994" y="7925"/>
                </a:cubicBezTo>
                <a:cubicBezTo>
                  <a:pt x="2938373" y="2642"/>
                  <a:pt x="2955442" y="0"/>
                  <a:pt x="2978201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00B6544E-9C64-A488-234B-6E840F9323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58223" b="1"/>
          <a:stretch/>
        </p:blipFill>
        <p:spPr>
          <a:xfrm>
            <a:off x="6350" y="3993160"/>
            <a:ext cx="12179300" cy="2864838"/>
          </a:xfrm>
          <a:prstGeom prst="rect">
            <a:avLst/>
          </a:prstGeom>
        </p:spPr>
      </p:pic>
      <p:sp>
        <p:nvSpPr>
          <p:cNvPr id="69" name="TextBox 68">
            <a:extLst>
              <a:ext uri="{FF2B5EF4-FFF2-40B4-BE49-F238E27FC236}">
                <a16:creationId xmlns:a16="http://schemas.microsoft.com/office/drawing/2014/main" id="{E42BD7F0-2F5C-AF3A-4A25-456A89CD1265}"/>
              </a:ext>
            </a:extLst>
          </p:cNvPr>
          <p:cNvSpPr txBox="1"/>
          <p:nvPr userDrawn="1"/>
        </p:nvSpPr>
        <p:spPr>
          <a:xfrm>
            <a:off x="7732392" y="3993041"/>
            <a:ext cx="1679981" cy="437693"/>
          </a:xfrm>
          <a:custGeom>
            <a:avLst/>
            <a:gdLst>
              <a:gd name="connsiteX0" fmla="*/ 1357122 w 1679981"/>
              <a:gd name="connsiteY0" fmla="*/ 273710 h 437693"/>
              <a:gd name="connsiteX1" fmla="*/ 1321765 w 1679981"/>
              <a:gd name="connsiteY1" fmla="*/ 296875 h 437693"/>
              <a:gd name="connsiteX2" fmla="*/ 1308354 w 1679981"/>
              <a:gd name="connsiteY2" fmla="*/ 313944 h 437693"/>
              <a:gd name="connsiteX3" fmla="*/ 1305306 w 1679981"/>
              <a:gd name="connsiteY3" fmla="*/ 348691 h 437693"/>
              <a:gd name="connsiteX4" fmla="*/ 1322375 w 1679981"/>
              <a:gd name="connsiteY4" fmla="*/ 382829 h 437693"/>
              <a:gd name="connsiteX5" fmla="*/ 1357122 w 1679981"/>
              <a:gd name="connsiteY5" fmla="*/ 365150 h 437693"/>
              <a:gd name="connsiteX6" fmla="*/ 861822 w 1679981"/>
              <a:gd name="connsiteY6" fmla="*/ 273710 h 437693"/>
              <a:gd name="connsiteX7" fmla="*/ 826465 w 1679981"/>
              <a:gd name="connsiteY7" fmla="*/ 296875 h 437693"/>
              <a:gd name="connsiteX8" fmla="*/ 813054 w 1679981"/>
              <a:gd name="connsiteY8" fmla="*/ 313944 h 437693"/>
              <a:gd name="connsiteX9" fmla="*/ 810006 w 1679981"/>
              <a:gd name="connsiteY9" fmla="*/ 348691 h 437693"/>
              <a:gd name="connsiteX10" fmla="*/ 827075 w 1679981"/>
              <a:gd name="connsiteY10" fmla="*/ 382829 h 437693"/>
              <a:gd name="connsiteX11" fmla="*/ 861822 w 1679981"/>
              <a:gd name="connsiteY11" fmla="*/ 365150 h 437693"/>
              <a:gd name="connsiteX12" fmla="*/ 1081659 w 1679981"/>
              <a:gd name="connsiteY12" fmla="*/ 168250 h 437693"/>
              <a:gd name="connsiteX13" fmla="*/ 1053617 w 1679981"/>
              <a:gd name="connsiteY13" fmla="*/ 207874 h 437693"/>
              <a:gd name="connsiteX14" fmla="*/ 1053617 w 1679981"/>
              <a:gd name="connsiteY14" fmla="*/ 340766 h 437693"/>
              <a:gd name="connsiteX15" fmla="*/ 1057275 w 1679981"/>
              <a:gd name="connsiteY15" fmla="*/ 363931 h 437693"/>
              <a:gd name="connsiteX16" fmla="*/ 1081659 w 1679981"/>
              <a:gd name="connsiteY16" fmla="*/ 376123 h 437693"/>
              <a:gd name="connsiteX17" fmla="*/ 1112139 w 1679981"/>
              <a:gd name="connsiteY17" fmla="*/ 338328 h 437693"/>
              <a:gd name="connsiteX18" fmla="*/ 1112139 w 1679981"/>
              <a:gd name="connsiteY18" fmla="*/ 204216 h 437693"/>
              <a:gd name="connsiteX19" fmla="*/ 1081659 w 1679981"/>
              <a:gd name="connsiteY19" fmla="*/ 168250 h 437693"/>
              <a:gd name="connsiteX20" fmla="*/ 98755 w 1679981"/>
              <a:gd name="connsiteY20" fmla="*/ 157886 h 437693"/>
              <a:gd name="connsiteX21" fmla="*/ 72542 w 1679981"/>
              <a:gd name="connsiteY21" fmla="*/ 196291 h 437693"/>
              <a:gd name="connsiteX22" fmla="*/ 72542 w 1679981"/>
              <a:gd name="connsiteY22" fmla="*/ 354787 h 437693"/>
              <a:gd name="connsiteX23" fmla="*/ 97536 w 1679981"/>
              <a:gd name="connsiteY23" fmla="*/ 387096 h 437693"/>
              <a:gd name="connsiteX24" fmla="*/ 123139 w 1679981"/>
              <a:gd name="connsiteY24" fmla="*/ 354177 h 437693"/>
              <a:gd name="connsiteX25" fmla="*/ 123139 w 1679981"/>
              <a:gd name="connsiteY25" fmla="*/ 195682 h 437693"/>
              <a:gd name="connsiteX26" fmla="*/ 98755 w 1679981"/>
              <a:gd name="connsiteY26" fmla="*/ 157886 h 437693"/>
              <a:gd name="connsiteX27" fmla="*/ 1615364 w 1679981"/>
              <a:gd name="connsiteY27" fmla="*/ 112776 h 437693"/>
              <a:gd name="connsiteX28" fmla="*/ 1665351 w 1679981"/>
              <a:gd name="connsiteY28" fmla="*/ 133502 h 437693"/>
              <a:gd name="connsiteX29" fmla="*/ 1679981 w 1679981"/>
              <a:gd name="connsiteY29" fmla="*/ 187147 h 437693"/>
              <a:gd name="connsiteX30" fmla="*/ 1679981 w 1679981"/>
              <a:gd name="connsiteY30" fmla="*/ 430987 h 437693"/>
              <a:gd name="connsiteX31" fmla="*/ 1608658 w 1679981"/>
              <a:gd name="connsiteY31" fmla="*/ 430987 h 437693"/>
              <a:gd name="connsiteX32" fmla="*/ 1608658 w 1679981"/>
              <a:gd name="connsiteY32" fmla="*/ 201777 h 437693"/>
              <a:gd name="connsiteX33" fmla="*/ 1583055 w 1679981"/>
              <a:gd name="connsiteY33" fmla="*/ 163982 h 437693"/>
              <a:gd name="connsiteX34" fmla="*/ 1552575 w 1679981"/>
              <a:gd name="connsiteY34" fmla="*/ 206045 h 437693"/>
              <a:gd name="connsiteX35" fmla="*/ 1552575 w 1679981"/>
              <a:gd name="connsiteY35" fmla="*/ 430987 h 437693"/>
              <a:gd name="connsiteX36" fmla="*/ 1480032 w 1679981"/>
              <a:gd name="connsiteY36" fmla="*/ 430987 h 437693"/>
              <a:gd name="connsiteX37" fmla="*/ 1480032 w 1679981"/>
              <a:gd name="connsiteY37" fmla="*/ 118872 h 437693"/>
              <a:gd name="connsiteX38" fmla="*/ 1553794 w 1679981"/>
              <a:gd name="connsiteY38" fmla="*/ 118872 h 437693"/>
              <a:gd name="connsiteX39" fmla="*/ 1552575 w 1679981"/>
              <a:gd name="connsiteY39" fmla="*/ 142037 h 437693"/>
              <a:gd name="connsiteX40" fmla="*/ 1615364 w 1679981"/>
              <a:gd name="connsiteY40" fmla="*/ 112776 h 437693"/>
              <a:gd name="connsiteX41" fmla="*/ 499720 w 1679981"/>
              <a:gd name="connsiteY41" fmla="*/ 112776 h 437693"/>
              <a:gd name="connsiteX42" fmla="*/ 558851 w 1679981"/>
              <a:gd name="connsiteY42" fmla="*/ 143866 h 437693"/>
              <a:gd name="connsiteX43" fmla="*/ 630174 w 1679981"/>
              <a:gd name="connsiteY43" fmla="*/ 112776 h 437693"/>
              <a:gd name="connsiteX44" fmla="*/ 675284 w 1679981"/>
              <a:gd name="connsiteY44" fmla="*/ 130454 h 437693"/>
              <a:gd name="connsiteX45" fmla="*/ 692963 w 1679981"/>
              <a:gd name="connsiteY45" fmla="*/ 183490 h 437693"/>
              <a:gd name="connsiteX46" fmla="*/ 692963 w 1679981"/>
              <a:gd name="connsiteY46" fmla="*/ 430987 h 437693"/>
              <a:gd name="connsiteX47" fmla="*/ 620420 w 1679981"/>
              <a:gd name="connsiteY47" fmla="*/ 430987 h 437693"/>
              <a:gd name="connsiteX48" fmla="*/ 620420 w 1679981"/>
              <a:gd name="connsiteY48" fmla="*/ 200558 h 437693"/>
              <a:gd name="connsiteX49" fmla="*/ 594208 w 1679981"/>
              <a:gd name="connsiteY49" fmla="*/ 163982 h 437693"/>
              <a:gd name="connsiteX50" fmla="*/ 565556 w 1679981"/>
              <a:gd name="connsiteY50" fmla="*/ 203606 h 437693"/>
              <a:gd name="connsiteX51" fmla="*/ 565556 w 1679981"/>
              <a:gd name="connsiteY51" fmla="*/ 430987 h 437693"/>
              <a:gd name="connsiteX52" fmla="*/ 493014 w 1679981"/>
              <a:gd name="connsiteY52" fmla="*/ 430987 h 437693"/>
              <a:gd name="connsiteX53" fmla="*/ 493014 w 1679981"/>
              <a:gd name="connsiteY53" fmla="*/ 201777 h 437693"/>
              <a:gd name="connsiteX54" fmla="*/ 466192 w 1679981"/>
              <a:gd name="connsiteY54" fmla="*/ 162763 h 437693"/>
              <a:gd name="connsiteX55" fmla="*/ 438150 w 1679981"/>
              <a:gd name="connsiteY55" fmla="*/ 199949 h 437693"/>
              <a:gd name="connsiteX56" fmla="*/ 438150 w 1679981"/>
              <a:gd name="connsiteY56" fmla="*/ 430987 h 437693"/>
              <a:gd name="connsiteX57" fmla="*/ 365608 w 1679981"/>
              <a:gd name="connsiteY57" fmla="*/ 430987 h 437693"/>
              <a:gd name="connsiteX58" fmla="*/ 365608 w 1679981"/>
              <a:gd name="connsiteY58" fmla="*/ 118872 h 437693"/>
              <a:gd name="connsiteX59" fmla="*/ 438760 w 1679981"/>
              <a:gd name="connsiteY59" fmla="*/ 118872 h 437693"/>
              <a:gd name="connsiteX60" fmla="*/ 438760 w 1679981"/>
              <a:gd name="connsiteY60" fmla="*/ 139598 h 437693"/>
              <a:gd name="connsiteX61" fmla="*/ 499720 w 1679981"/>
              <a:gd name="connsiteY61" fmla="*/ 112776 h 437693"/>
              <a:gd name="connsiteX62" fmla="*/ 98755 w 1679981"/>
              <a:gd name="connsiteY62" fmla="*/ 112776 h 437693"/>
              <a:gd name="connsiteX63" fmla="*/ 164592 w 1679981"/>
              <a:gd name="connsiteY63" fmla="*/ 129845 h 437693"/>
              <a:gd name="connsiteX64" fmla="*/ 195072 w 1679981"/>
              <a:gd name="connsiteY64" fmla="*/ 199949 h 437693"/>
              <a:gd name="connsiteX65" fmla="*/ 195072 w 1679981"/>
              <a:gd name="connsiteY65" fmla="*/ 349910 h 437693"/>
              <a:gd name="connsiteX66" fmla="*/ 95098 w 1679981"/>
              <a:gd name="connsiteY66" fmla="*/ 437083 h 437693"/>
              <a:gd name="connsiteX67" fmla="*/ 0 w 1679981"/>
              <a:gd name="connsiteY67" fmla="*/ 342595 h 437693"/>
              <a:gd name="connsiteX68" fmla="*/ 0 w 1679981"/>
              <a:gd name="connsiteY68" fmla="*/ 202997 h 437693"/>
              <a:gd name="connsiteX69" fmla="*/ 98755 w 1679981"/>
              <a:gd name="connsiteY69" fmla="*/ 112776 h 437693"/>
              <a:gd name="connsiteX70" fmla="*/ 1337005 w 1679981"/>
              <a:gd name="connsiteY70" fmla="*/ 112166 h 437693"/>
              <a:gd name="connsiteX71" fmla="*/ 1392479 w 1679981"/>
              <a:gd name="connsiteY71" fmla="*/ 123749 h 437693"/>
              <a:gd name="connsiteX72" fmla="*/ 1429664 w 1679981"/>
              <a:gd name="connsiteY72" fmla="*/ 181051 h 437693"/>
              <a:gd name="connsiteX73" fmla="*/ 1429664 w 1679981"/>
              <a:gd name="connsiteY73" fmla="*/ 354787 h 437693"/>
              <a:gd name="connsiteX74" fmla="*/ 1431493 w 1679981"/>
              <a:gd name="connsiteY74" fmla="*/ 405384 h 437693"/>
              <a:gd name="connsiteX75" fmla="*/ 1443685 w 1679981"/>
              <a:gd name="connsiteY75" fmla="*/ 430987 h 437693"/>
              <a:gd name="connsiteX76" fmla="*/ 1367485 w 1679981"/>
              <a:gd name="connsiteY76" fmla="*/ 430987 h 437693"/>
              <a:gd name="connsiteX77" fmla="*/ 1358951 w 1679981"/>
              <a:gd name="connsiteY77" fmla="*/ 403555 h 437693"/>
              <a:gd name="connsiteX78" fmla="*/ 1333957 w 1679981"/>
              <a:gd name="connsiteY78" fmla="*/ 427329 h 437693"/>
              <a:gd name="connsiteX79" fmla="*/ 1296162 w 1679981"/>
              <a:gd name="connsiteY79" fmla="*/ 437693 h 437693"/>
              <a:gd name="connsiteX80" fmla="*/ 1242517 w 1679981"/>
              <a:gd name="connsiteY80" fmla="*/ 405993 h 437693"/>
              <a:gd name="connsiteX81" fmla="*/ 1234592 w 1679981"/>
              <a:gd name="connsiteY81" fmla="*/ 351739 h 437693"/>
              <a:gd name="connsiteX82" fmla="*/ 1240688 w 1679981"/>
              <a:gd name="connsiteY82" fmla="*/ 291389 h 437693"/>
              <a:gd name="connsiteX83" fmla="*/ 1282141 w 1679981"/>
              <a:gd name="connsiteY83" fmla="*/ 255422 h 437693"/>
              <a:gd name="connsiteX84" fmla="*/ 1357732 w 1679981"/>
              <a:gd name="connsiteY84" fmla="*/ 217627 h 437693"/>
              <a:gd name="connsiteX85" fmla="*/ 1357122 w 1679981"/>
              <a:gd name="connsiteY85" fmla="*/ 182880 h 437693"/>
              <a:gd name="connsiteX86" fmla="*/ 1332128 w 1679981"/>
              <a:gd name="connsiteY86" fmla="*/ 162153 h 437693"/>
              <a:gd name="connsiteX87" fmla="*/ 1310183 w 1679981"/>
              <a:gd name="connsiteY87" fmla="*/ 174345 h 437693"/>
              <a:gd name="connsiteX88" fmla="*/ 1307135 w 1679981"/>
              <a:gd name="connsiteY88" fmla="*/ 215189 h 437693"/>
              <a:gd name="connsiteX89" fmla="*/ 1240688 w 1679981"/>
              <a:gd name="connsiteY89" fmla="*/ 215189 h 437693"/>
              <a:gd name="connsiteX90" fmla="*/ 1243127 w 1679981"/>
              <a:gd name="connsiteY90" fmla="*/ 164592 h 437693"/>
              <a:gd name="connsiteX91" fmla="*/ 1257757 w 1679981"/>
              <a:gd name="connsiteY91" fmla="*/ 135941 h 437693"/>
              <a:gd name="connsiteX92" fmla="*/ 1337005 w 1679981"/>
              <a:gd name="connsiteY92" fmla="*/ 112166 h 437693"/>
              <a:gd name="connsiteX93" fmla="*/ 841705 w 1679981"/>
              <a:gd name="connsiteY93" fmla="*/ 112166 h 437693"/>
              <a:gd name="connsiteX94" fmla="*/ 897179 w 1679981"/>
              <a:gd name="connsiteY94" fmla="*/ 123749 h 437693"/>
              <a:gd name="connsiteX95" fmla="*/ 934364 w 1679981"/>
              <a:gd name="connsiteY95" fmla="*/ 181051 h 437693"/>
              <a:gd name="connsiteX96" fmla="*/ 934364 w 1679981"/>
              <a:gd name="connsiteY96" fmla="*/ 354787 h 437693"/>
              <a:gd name="connsiteX97" fmla="*/ 936193 w 1679981"/>
              <a:gd name="connsiteY97" fmla="*/ 405384 h 437693"/>
              <a:gd name="connsiteX98" fmla="*/ 948385 w 1679981"/>
              <a:gd name="connsiteY98" fmla="*/ 430987 h 437693"/>
              <a:gd name="connsiteX99" fmla="*/ 872185 w 1679981"/>
              <a:gd name="connsiteY99" fmla="*/ 430987 h 437693"/>
              <a:gd name="connsiteX100" fmla="*/ 863651 w 1679981"/>
              <a:gd name="connsiteY100" fmla="*/ 403555 h 437693"/>
              <a:gd name="connsiteX101" fmla="*/ 838657 w 1679981"/>
              <a:gd name="connsiteY101" fmla="*/ 427329 h 437693"/>
              <a:gd name="connsiteX102" fmla="*/ 800862 w 1679981"/>
              <a:gd name="connsiteY102" fmla="*/ 437693 h 437693"/>
              <a:gd name="connsiteX103" fmla="*/ 747217 w 1679981"/>
              <a:gd name="connsiteY103" fmla="*/ 405993 h 437693"/>
              <a:gd name="connsiteX104" fmla="*/ 739292 w 1679981"/>
              <a:gd name="connsiteY104" fmla="*/ 351739 h 437693"/>
              <a:gd name="connsiteX105" fmla="*/ 745388 w 1679981"/>
              <a:gd name="connsiteY105" fmla="*/ 291389 h 437693"/>
              <a:gd name="connsiteX106" fmla="*/ 786841 w 1679981"/>
              <a:gd name="connsiteY106" fmla="*/ 255422 h 437693"/>
              <a:gd name="connsiteX107" fmla="*/ 862431 w 1679981"/>
              <a:gd name="connsiteY107" fmla="*/ 217627 h 437693"/>
              <a:gd name="connsiteX108" fmla="*/ 861822 w 1679981"/>
              <a:gd name="connsiteY108" fmla="*/ 182880 h 437693"/>
              <a:gd name="connsiteX109" fmla="*/ 836828 w 1679981"/>
              <a:gd name="connsiteY109" fmla="*/ 162153 h 437693"/>
              <a:gd name="connsiteX110" fmla="*/ 814883 w 1679981"/>
              <a:gd name="connsiteY110" fmla="*/ 174345 h 437693"/>
              <a:gd name="connsiteX111" fmla="*/ 811835 w 1679981"/>
              <a:gd name="connsiteY111" fmla="*/ 215189 h 437693"/>
              <a:gd name="connsiteX112" fmla="*/ 745388 w 1679981"/>
              <a:gd name="connsiteY112" fmla="*/ 215189 h 437693"/>
              <a:gd name="connsiteX113" fmla="*/ 747827 w 1679981"/>
              <a:gd name="connsiteY113" fmla="*/ 164592 h 437693"/>
              <a:gd name="connsiteX114" fmla="*/ 762457 w 1679981"/>
              <a:gd name="connsiteY114" fmla="*/ 135941 h 437693"/>
              <a:gd name="connsiteX115" fmla="*/ 841705 w 1679981"/>
              <a:gd name="connsiteY115" fmla="*/ 112166 h 437693"/>
              <a:gd name="connsiteX116" fmla="*/ 241783 w 1679981"/>
              <a:gd name="connsiteY116" fmla="*/ 609 h 437693"/>
              <a:gd name="connsiteX117" fmla="*/ 314935 w 1679981"/>
              <a:gd name="connsiteY117" fmla="*/ 609 h 437693"/>
              <a:gd name="connsiteX118" fmla="*/ 314935 w 1679981"/>
              <a:gd name="connsiteY118" fmla="*/ 430987 h 437693"/>
              <a:gd name="connsiteX119" fmla="*/ 241783 w 1679981"/>
              <a:gd name="connsiteY119" fmla="*/ 430987 h 437693"/>
              <a:gd name="connsiteX120" fmla="*/ 1112748 w 1679981"/>
              <a:gd name="connsiteY120" fmla="*/ 0 h 437693"/>
              <a:gd name="connsiteX121" fmla="*/ 1184681 w 1679981"/>
              <a:gd name="connsiteY121" fmla="*/ 0 h 437693"/>
              <a:gd name="connsiteX122" fmla="*/ 1184681 w 1679981"/>
              <a:gd name="connsiteY122" fmla="*/ 430987 h 437693"/>
              <a:gd name="connsiteX123" fmla="*/ 1111529 w 1679981"/>
              <a:gd name="connsiteY123" fmla="*/ 430987 h 437693"/>
              <a:gd name="connsiteX124" fmla="*/ 1112139 w 1679981"/>
              <a:gd name="connsiteY124" fmla="*/ 400507 h 437693"/>
              <a:gd name="connsiteX125" fmla="*/ 1051788 w 1679981"/>
              <a:gd name="connsiteY125" fmla="*/ 437083 h 437693"/>
              <a:gd name="connsiteX126" fmla="*/ 990828 w 1679981"/>
              <a:gd name="connsiteY126" fmla="*/ 404165 h 437693"/>
              <a:gd name="connsiteX127" fmla="*/ 981684 w 1679981"/>
              <a:gd name="connsiteY127" fmla="*/ 337718 h 437693"/>
              <a:gd name="connsiteX128" fmla="*/ 981684 w 1679981"/>
              <a:gd name="connsiteY128" fmla="*/ 195072 h 437693"/>
              <a:gd name="connsiteX129" fmla="*/ 990219 w 1679981"/>
              <a:gd name="connsiteY129" fmla="*/ 148742 h 437693"/>
              <a:gd name="connsiteX130" fmla="*/ 1049350 w 1679981"/>
              <a:gd name="connsiteY130" fmla="*/ 112166 h 437693"/>
              <a:gd name="connsiteX131" fmla="*/ 1112748 w 1679981"/>
              <a:gd name="connsiteY131" fmla="*/ 143866 h 437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</a:cxnLst>
            <a:rect l="l" t="t" r="r" b="b"/>
            <a:pathLst>
              <a:path w="1679981" h="437693">
                <a:moveTo>
                  <a:pt x="1357122" y="273710"/>
                </a:moveTo>
                <a:lnTo>
                  <a:pt x="1321765" y="296875"/>
                </a:lnTo>
                <a:cubicBezTo>
                  <a:pt x="1314856" y="301346"/>
                  <a:pt x="1310386" y="307035"/>
                  <a:pt x="1308354" y="313944"/>
                </a:cubicBezTo>
                <a:cubicBezTo>
                  <a:pt x="1306322" y="320853"/>
                  <a:pt x="1305306" y="332435"/>
                  <a:pt x="1305306" y="348691"/>
                </a:cubicBezTo>
                <a:cubicBezTo>
                  <a:pt x="1305306" y="371450"/>
                  <a:pt x="1310996" y="382829"/>
                  <a:pt x="1322375" y="382829"/>
                </a:cubicBezTo>
                <a:cubicBezTo>
                  <a:pt x="1331722" y="382829"/>
                  <a:pt x="1343304" y="376936"/>
                  <a:pt x="1357122" y="365150"/>
                </a:cubicBezTo>
                <a:close/>
                <a:moveTo>
                  <a:pt x="861822" y="273710"/>
                </a:moveTo>
                <a:lnTo>
                  <a:pt x="826465" y="296875"/>
                </a:lnTo>
                <a:cubicBezTo>
                  <a:pt x="819556" y="301346"/>
                  <a:pt x="815086" y="307035"/>
                  <a:pt x="813054" y="313944"/>
                </a:cubicBezTo>
                <a:cubicBezTo>
                  <a:pt x="811022" y="320853"/>
                  <a:pt x="810006" y="332435"/>
                  <a:pt x="810006" y="348691"/>
                </a:cubicBezTo>
                <a:cubicBezTo>
                  <a:pt x="810006" y="371450"/>
                  <a:pt x="815695" y="382829"/>
                  <a:pt x="827075" y="382829"/>
                </a:cubicBezTo>
                <a:cubicBezTo>
                  <a:pt x="836422" y="382829"/>
                  <a:pt x="848004" y="376936"/>
                  <a:pt x="861822" y="365150"/>
                </a:cubicBezTo>
                <a:close/>
                <a:moveTo>
                  <a:pt x="1081659" y="168250"/>
                </a:moveTo>
                <a:cubicBezTo>
                  <a:pt x="1062964" y="168250"/>
                  <a:pt x="1053617" y="181457"/>
                  <a:pt x="1053617" y="207874"/>
                </a:cubicBezTo>
                <a:lnTo>
                  <a:pt x="1053617" y="340766"/>
                </a:lnTo>
                <a:cubicBezTo>
                  <a:pt x="1053617" y="351739"/>
                  <a:pt x="1054836" y="359461"/>
                  <a:pt x="1057275" y="363931"/>
                </a:cubicBezTo>
                <a:cubicBezTo>
                  <a:pt x="1061339" y="372059"/>
                  <a:pt x="1069467" y="376123"/>
                  <a:pt x="1081659" y="376123"/>
                </a:cubicBezTo>
                <a:cubicBezTo>
                  <a:pt x="1101979" y="376123"/>
                  <a:pt x="1112139" y="363525"/>
                  <a:pt x="1112139" y="338328"/>
                </a:cubicBezTo>
                <a:lnTo>
                  <a:pt x="1112139" y="204216"/>
                </a:lnTo>
                <a:cubicBezTo>
                  <a:pt x="1112139" y="180238"/>
                  <a:pt x="1101979" y="168250"/>
                  <a:pt x="1081659" y="168250"/>
                </a:cubicBezTo>
                <a:close/>
                <a:moveTo>
                  <a:pt x="98755" y="157886"/>
                </a:moveTo>
                <a:cubicBezTo>
                  <a:pt x="81280" y="157886"/>
                  <a:pt x="72542" y="170688"/>
                  <a:pt x="72542" y="196291"/>
                </a:cubicBezTo>
                <a:lnTo>
                  <a:pt x="72542" y="354787"/>
                </a:lnTo>
                <a:cubicBezTo>
                  <a:pt x="72542" y="376326"/>
                  <a:pt x="80874" y="387096"/>
                  <a:pt x="97536" y="387096"/>
                </a:cubicBezTo>
                <a:cubicBezTo>
                  <a:pt x="114605" y="387096"/>
                  <a:pt x="123139" y="376123"/>
                  <a:pt x="123139" y="354177"/>
                </a:cubicBezTo>
                <a:lnTo>
                  <a:pt x="123139" y="195682"/>
                </a:lnTo>
                <a:cubicBezTo>
                  <a:pt x="123139" y="170485"/>
                  <a:pt x="115011" y="157886"/>
                  <a:pt x="98755" y="157886"/>
                </a:cubicBezTo>
                <a:close/>
                <a:moveTo>
                  <a:pt x="1615364" y="112776"/>
                </a:moveTo>
                <a:cubicBezTo>
                  <a:pt x="1636496" y="112776"/>
                  <a:pt x="1653159" y="119685"/>
                  <a:pt x="1665351" y="133502"/>
                </a:cubicBezTo>
                <a:cubicBezTo>
                  <a:pt x="1675104" y="144882"/>
                  <a:pt x="1679981" y="162763"/>
                  <a:pt x="1679981" y="187147"/>
                </a:cubicBezTo>
                <a:lnTo>
                  <a:pt x="1679981" y="430987"/>
                </a:lnTo>
                <a:lnTo>
                  <a:pt x="1608658" y="430987"/>
                </a:lnTo>
                <a:lnTo>
                  <a:pt x="1608658" y="201777"/>
                </a:lnTo>
                <a:cubicBezTo>
                  <a:pt x="1608658" y="176581"/>
                  <a:pt x="1600124" y="163982"/>
                  <a:pt x="1583055" y="163982"/>
                </a:cubicBezTo>
                <a:cubicBezTo>
                  <a:pt x="1562735" y="163982"/>
                  <a:pt x="1552575" y="178003"/>
                  <a:pt x="1552575" y="206045"/>
                </a:cubicBezTo>
                <a:lnTo>
                  <a:pt x="1552575" y="430987"/>
                </a:lnTo>
                <a:lnTo>
                  <a:pt x="1480032" y="430987"/>
                </a:lnTo>
                <a:lnTo>
                  <a:pt x="1480032" y="118872"/>
                </a:lnTo>
                <a:lnTo>
                  <a:pt x="1553794" y="118872"/>
                </a:lnTo>
                <a:lnTo>
                  <a:pt x="1552575" y="142037"/>
                </a:lnTo>
                <a:cubicBezTo>
                  <a:pt x="1572895" y="122530"/>
                  <a:pt x="1593824" y="112776"/>
                  <a:pt x="1615364" y="112776"/>
                </a:cubicBezTo>
                <a:close/>
                <a:moveTo>
                  <a:pt x="499720" y="112776"/>
                </a:moveTo>
                <a:cubicBezTo>
                  <a:pt x="522478" y="112776"/>
                  <a:pt x="542188" y="123139"/>
                  <a:pt x="558851" y="143866"/>
                </a:cubicBezTo>
                <a:cubicBezTo>
                  <a:pt x="582016" y="123139"/>
                  <a:pt x="605790" y="112776"/>
                  <a:pt x="630174" y="112776"/>
                </a:cubicBezTo>
                <a:cubicBezTo>
                  <a:pt x="648462" y="112776"/>
                  <a:pt x="663499" y="118669"/>
                  <a:pt x="675284" y="130454"/>
                </a:cubicBezTo>
                <a:cubicBezTo>
                  <a:pt x="687070" y="142240"/>
                  <a:pt x="692963" y="159918"/>
                  <a:pt x="692963" y="183490"/>
                </a:cubicBezTo>
                <a:lnTo>
                  <a:pt x="692963" y="430987"/>
                </a:lnTo>
                <a:lnTo>
                  <a:pt x="620420" y="430987"/>
                </a:lnTo>
                <a:lnTo>
                  <a:pt x="620420" y="200558"/>
                </a:lnTo>
                <a:cubicBezTo>
                  <a:pt x="620420" y="176174"/>
                  <a:pt x="611683" y="163982"/>
                  <a:pt x="594208" y="163982"/>
                </a:cubicBezTo>
                <a:cubicBezTo>
                  <a:pt x="575107" y="163982"/>
                  <a:pt x="565556" y="177190"/>
                  <a:pt x="565556" y="203606"/>
                </a:cubicBezTo>
                <a:lnTo>
                  <a:pt x="565556" y="430987"/>
                </a:lnTo>
                <a:lnTo>
                  <a:pt x="493014" y="430987"/>
                </a:lnTo>
                <a:lnTo>
                  <a:pt x="493014" y="201777"/>
                </a:lnTo>
                <a:cubicBezTo>
                  <a:pt x="493014" y="175768"/>
                  <a:pt x="484073" y="162763"/>
                  <a:pt x="466192" y="162763"/>
                </a:cubicBezTo>
                <a:cubicBezTo>
                  <a:pt x="447497" y="162763"/>
                  <a:pt x="438150" y="175158"/>
                  <a:pt x="438150" y="199949"/>
                </a:cubicBezTo>
                <a:lnTo>
                  <a:pt x="438150" y="430987"/>
                </a:lnTo>
                <a:lnTo>
                  <a:pt x="365608" y="430987"/>
                </a:lnTo>
                <a:lnTo>
                  <a:pt x="365608" y="118872"/>
                </a:lnTo>
                <a:lnTo>
                  <a:pt x="438760" y="118872"/>
                </a:lnTo>
                <a:lnTo>
                  <a:pt x="438760" y="139598"/>
                </a:lnTo>
                <a:cubicBezTo>
                  <a:pt x="459486" y="121717"/>
                  <a:pt x="479806" y="112776"/>
                  <a:pt x="499720" y="112776"/>
                </a:cubicBezTo>
                <a:close/>
                <a:moveTo>
                  <a:pt x="98755" y="112776"/>
                </a:moveTo>
                <a:cubicBezTo>
                  <a:pt x="125984" y="112776"/>
                  <a:pt x="147930" y="118466"/>
                  <a:pt x="164592" y="129845"/>
                </a:cubicBezTo>
                <a:cubicBezTo>
                  <a:pt x="184912" y="143662"/>
                  <a:pt x="195072" y="167030"/>
                  <a:pt x="195072" y="199949"/>
                </a:cubicBezTo>
                <a:lnTo>
                  <a:pt x="195072" y="349910"/>
                </a:lnTo>
                <a:cubicBezTo>
                  <a:pt x="195072" y="408026"/>
                  <a:pt x="161747" y="437083"/>
                  <a:pt x="95098" y="437083"/>
                </a:cubicBezTo>
                <a:cubicBezTo>
                  <a:pt x="31699" y="437083"/>
                  <a:pt x="0" y="405587"/>
                  <a:pt x="0" y="342595"/>
                </a:cubicBezTo>
                <a:lnTo>
                  <a:pt x="0" y="202997"/>
                </a:lnTo>
                <a:cubicBezTo>
                  <a:pt x="0" y="142850"/>
                  <a:pt x="32918" y="112776"/>
                  <a:pt x="98755" y="112776"/>
                </a:cubicBezTo>
                <a:close/>
                <a:moveTo>
                  <a:pt x="1337005" y="112166"/>
                </a:moveTo>
                <a:cubicBezTo>
                  <a:pt x="1358951" y="112166"/>
                  <a:pt x="1377442" y="116027"/>
                  <a:pt x="1392479" y="123749"/>
                </a:cubicBezTo>
                <a:cubicBezTo>
                  <a:pt x="1417269" y="136347"/>
                  <a:pt x="1429664" y="155448"/>
                  <a:pt x="1429664" y="181051"/>
                </a:cubicBezTo>
                <a:lnTo>
                  <a:pt x="1429664" y="354787"/>
                </a:lnTo>
                <a:cubicBezTo>
                  <a:pt x="1429664" y="380797"/>
                  <a:pt x="1430274" y="397662"/>
                  <a:pt x="1431493" y="405384"/>
                </a:cubicBezTo>
                <a:cubicBezTo>
                  <a:pt x="1433119" y="417576"/>
                  <a:pt x="1437183" y="426110"/>
                  <a:pt x="1443685" y="430987"/>
                </a:cubicBezTo>
                <a:lnTo>
                  <a:pt x="1367485" y="430987"/>
                </a:lnTo>
                <a:cubicBezTo>
                  <a:pt x="1362202" y="425298"/>
                  <a:pt x="1359357" y="416154"/>
                  <a:pt x="1358951" y="403555"/>
                </a:cubicBezTo>
                <a:cubicBezTo>
                  <a:pt x="1349197" y="414934"/>
                  <a:pt x="1340866" y="422859"/>
                  <a:pt x="1333957" y="427329"/>
                </a:cubicBezTo>
                <a:cubicBezTo>
                  <a:pt x="1323391" y="434238"/>
                  <a:pt x="1310792" y="437693"/>
                  <a:pt x="1296162" y="437693"/>
                </a:cubicBezTo>
                <a:cubicBezTo>
                  <a:pt x="1269340" y="437693"/>
                  <a:pt x="1251458" y="427126"/>
                  <a:pt x="1242517" y="405993"/>
                </a:cubicBezTo>
                <a:cubicBezTo>
                  <a:pt x="1237234" y="394208"/>
                  <a:pt x="1234592" y="376123"/>
                  <a:pt x="1234592" y="351739"/>
                </a:cubicBezTo>
                <a:cubicBezTo>
                  <a:pt x="1234592" y="321259"/>
                  <a:pt x="1236624" y="301142"/>
                  <a:pt x="1240688" y="291389"/>
                </a:cubicBezTo>
                <a:cubicBezTo>
                  <a:pt x="1245971" y="278384"/>
                  <a:pt x="1259789" y="266395"/>
                  <a:pt x="1282141" y="255422"/>
                </a:cubicBezTo>
                <a:lnTo>
                  <a:pt x="1357732" y="217627"/>
                </a:lnTo>
                <a:cubicBezTo>
                  <a:pt x="1357732" y="196494"/>
                  <a:pt x="1357528" y="184912"/>
                  <a:pt x="1357122" y="182880"/>
                </a:cubicBezTo>
                <a:cubicBezTo>
                  <a:pt x="1355903" y="169062"/>
                  <a:pt x="1347572" y="162153"/>
                  <a:pt x="1332128" y="162153"/>
                </a:cubicBezTo>
                <a:cubicBezTo>
                  <a:pt x="1320343" y="162153"/>
                  <a:pt x="1313028" y="166217"/>
                  <a:pt x="1310183" y="174345"/>
                </a:cubicBezTo>
                <a:cubicBezTo>
                  <a:pt x="1308151" y="180035"/>
                  <a:pt x="1307135" y="193649"/>
                  <a:pt x="1307135" y="215189"/>
                </a:cubicBezTo>
                <a:lnTo>
                  <a:pt x="1240688" y="215189"/>
                </a:lnTo>
                <a:cubicBezTo>
                  <a:pt x="1240688" y="189179"/>
                  <a:pt x="1241501" y="172314"/>
                  <a:pt x="1243127" y="164592"/>
                </a:cubicBezTo>
                <a:cubicBezTo>
                  <a:pt x="1244752" y="153619"/>
                  <a:pt x="1249629" y="144069"/>
                  <a:pt x="1257757" y="135941"/>
                </a:cubicBezTo>
                <a:cubicBezTo>
                  <a:pt x="1273607" y="120091"/>
                  <a:pt x="1300023" y="112166"/>
                  <a:pt x="1337005" y="112166"/>
                </a:cubicBezTo>
                <a:close/>
                <a:moveTo>
                  <a:pt x="841705" y="112166"/>
                </a:moveTo>
                <a:cubicBezTo>
                  <a:pt x="863651" y="112166"/>
                  <a:pt x="882142" y="116027"/>
                  <a:pt x="897179" y="123749"/>
                </a:cubicBezTo>
                <a:cubicBezTo>
                  <a:pt x="921969" y="136347"/>
                  <a:pt x="934364" y="155448"/>
                  <a:pt x="934364" y="181051"/>
                </a:cubicBezTo>
                <a:lnTo>
                  <a:pt x="934364" y="354787"/>
                </a:lnTo>
                <a:cubicBezTo>
                  <a:pt x="934364" y="380797"/>
                  <a:pt x="934974" y="397662"/>
                  <a:pt x="936193" y="405384"/>
                </a:cubicBezTo>
                <a:cubicBezTo>
                  <a:pt x="937819" y="417576"/>
                  <a:pt x="941882" y="426110"/>
                  <a:pt x="948385" y="430987"/>
                </a:cubicBezTo>
                <a:lnTo>
                  <a:pt x="872185" y="430987"/>
                </a:lnTo>
                <a:cubicBezTo>
                  <a:pt x="866902" y="425298"/>
                  <a:pt x="864057" y="416154"/>
                  <a:pt x="863651" y="403555"/>
                </a:cubicBezTo>
                <a:cubicBezTo>
                  <a:pt x="853897" y="414934"/>
                  <a:pt x="845566" y="422859"/>
                  <a:pt x="838657" y="427329"/>
                </a:cubicBezTo>
                <a:cubicBezTo>
                  <a:pt x="828091" y="434238"/>
                  <a:pt x="815492" y="437693"/>
                  <a:pt x="800862" y="437693"/>
                </a:cubicBezTo>
                <a:cubicBezTo>
                  <a:pt x="774039" y="437693"/>
                  <a:pt x="756158" y="427126"/>
                  <a:pt x="747217" y="405993"/>
                </a:cubicBezTo>
                <a:cubicBezTo>
                  <a:pt x="741934" y="394208"/>
                  <a:pt x="739292" y="376123"/>
                  <a:pt x="739292" y="351739"/>
                </a:cubicBezTo>
                <a:cubicBezTo>
                  <a:pt x="739292" y="321259"/>
                  <a:pt x="741324" y="301142"/>
                  <a:pt x="745388" y="291389"/>
                </a:cubicBezTo>
                <a:cubicBezTo>
                  <a:pt x="750671" y="278384"/>
                  <a:pt x="764489" y="266395"/>
                  <a:pt x="786841" y="255422"/>
                </a:cubicBezTo>
                <a:lnTo>
                  <a:pt x="862431" y="217627"/>
                </a:lnTo>
                <a:cubicBezTo>
                  <a:pt x="862431" y="196494"/>
                  <a:pt x="862228" y="184912"/>
                  <a:pt x="861822" y="182880"/>
                </a:cubicBezTo>
                <a:cubicBezTo>
                  <a:pt x="860603" y="169062"/>
                  <a:pt x="852271" y="162153"/>
                  <a:pt x="836828" y="162153"/>
                </a:cubicBezTo>
                <a:cubicBezTo>
                  <a:pt x="825043" y="162153"/>
                  <a:pt x="817727" y="166217"/>
                  <a:pt x="814883" y="174345"/>
                </a:cubicBezTo>
                <a:cubicBezTo>
                  <a:pt x="812851" y="180035"/>
                  <a:pt x="811835" y="193649"/>
                  <a:pt x="811835" y="215189"/>
                </a:cubicBezTo>
                <a:lnTo>
                  <a:pt x="745388" y="215189"/>
                </a:lnTo>
                <a:cubicBezTo>
                  <a:pt x="745388" y="189179"/>
                  <a:pt x="746201" y="172314"/>
                  <a:pt x="747827" y="164592"/>
                </a:cubicBezTo>
                <a:cubicBezTo>
                  <a:pt x="749452" y="153619"/>
                  <a:pt x="754329" y="144069"/>
                  <a:pt x="762457" y="135941"/>
                </a:cubicBezTo>
                <a:cubicBezTo>
                  <a:pt x="778307" y="120091"/>
                  <a:pt x="804723" y="112166"/>
                  <a:pt x="841705" y="112166"/>
                </a:cubicBezTo>
                <a:close/>
                <a:moveTo>
                  <a:pt x="241783" y="609"/>
                </a:moveTo>
                <a:lnTo>
                  <a:pt x="314935" y="609"/>
                </a:lnTo>
                <a:lnTo>
                  <a:pt x="314935" y="430987"/>
                </a:lnTo>
                <a:lnTo>
                  <a:pt x="241783" y="430987"/>
                </a:lnTo>
                <a:close/>
                <a:moveTo>
                  <a:pt x="1112748" y="0"/>
                </a:moveTo>
                <a:lnTo>
                  <a:pt x="1184681" y="0"/>
                </a:lnTo>
                <a:lnTo>
                  <a:pt x="1184681" y="430987"/>
                </a:lnTo>
                <a:lnTo>
                  <a:pt x="1111529" y="430987"/>
                </a:lnTo>
                <a:lnTo>
                  <a:pt x="1112139" y="400507"/>
                </a:lnTo>
                <a:cubicBezTo>
                  <a:pt x="1095070" y="424891"/>
                  <a:pt x="1074953" y="437083"/>
                  <a:pt x="1051788" y="437083"/>
                </a:cubicBezTo>
                <a:cubicBezTo>
                  <a:pt x="1022934" y="437083"/>
                  <a:pt x="1002614" y="426110"/>
                  <a:pt x="990828" y="404165"/>
                </a:cubicBezTo>
                <a:cubicBezTo>
                  <a:pt x="984732" y="392786"/>
                  <a:pt x="981684" y="370637"/>
                  <a:pt x="981684" y="337718"/>
                </a:cubicBezTo>
                <a:lnTo>
                  <a:pt x="981684" y="195072"/>
                </a:lnTo>
                <a:cubicBezTo>
                  <a:pt x="981684" y="175565"/>
                  <a:pt x="984529" y="160122"/>
                  <a:pt x="990219" y="148742"/>
                </a:cubicBezTo>
                <a:cubicBezTo>
                  <a:pt x="1002411" y="124358"/>
                  <a:pt x="1022121" y="112166"/>
                  <a:pt x="1049350" y="112166"/>
                </a:cubicBezTo>
                <a:cubicBezTo>
                  <a:pt x="1067638" y="112166"/>
                  <a:pt x="1088771" y="122733"/>
                  <a:pt x="1112748" y="143866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0" name="Picture 69">
            <a:extLst>
              <a:ext uri="{FF2B5EF4-FFF2-40B4-BE49-F238E27FC236}">
                <a16:creationId xmlns:a16="http://schemas.microsoft.com/office/drawing/2014/main" id="{0C16B6E1-268F-9C02-6009-E09783A6239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68246" b="1"/>
          <a:stretch/>
        </p:blipFill>
        <p:spPr>
          <a:xfrm>
            <a:off x="6350" y="4680488"/>
            <a:ext cx="12179300" cy="2177510"/>
          </a:xfrm>
          <a:prstGeom prst="rect">
            <a:avLst/>
          </a:prstGeom>
        </p:spPr>
      </p:pic>
      <p:sp>
        <p:nvSpPr>
          <p:cNvPr id="71" name="TextBox 70">
            <a:extLst>
              <a:ext uri="{FF2B5EF4-FFF2-40B4-BE49-F238E27FC236}">
                <a16:creationId xmlns:a16="http://schemas.microsoft.com/office/drawing/2014/main" id="{72A1E49C-5624-C213-78C2-C8F4CA044599}"/>
              </a:ext>
            </a:extLst>
          </p:cNvPr>
          <p:cNvSpPr txBox="1"/>
          <p:nvPr userDrawn="1"/>
        </p:nvSpPr>
        <p:spPr>
          <a:xfrm>
            <a:off x="7713494" y="4725855"/>
            <a:ext cx="3803752" cy="549250"/>
          </a:xfrm>
          <a:custGeom>
            <a:avLst/>
            <a:gdLst>
              <a:gd name="connsiteX0" fmla="*/ 3731819 w 3803752"/>
              <a:gd name="connsiteY0" fmla="*/ 352959 h 549250"/>
              <a:gd name="connsiteX1" fmla="*/ 3803752 w 3803752"/>
              <a:gd name="connsiteY1" fmla="*/ 352959 h 549250"/>
              <a:gd name="connsiteX2" fmla="*/ 3803752 w 3803752"/>
              <a:gd name="connsiteY2" fmla="*/ 431597 h 549250"/>
              <a:gd name="connsiteX3" fmla="*/ 3731819 w 3803752"/>
              <a:gd name="connsiteY3" fmla="*/ 431597 h 549250"/>
              <a:gd name="connsiteX4" fmla="*/ 3014320 w 3803752"/>
              <a:gd name="connsiteY4" fmla="*/ 274320 h 549250"/>
              <a:gd name="connsiteX5" fmla="*/ 2978963 w 3803752"/>
              <a:gd name="connsiteY5" fmla="*/ 297485 h 549250"/>
              <a:gd name="connsiteX6" fmla="*/ 2965552 w 3803752"/>
              <a:gd name="connsiteY6" fmla="*/ 314554 h 549250"/>
              <a:gd name="connsiteX7" fmla="*/ 2962504 w 3803752"/>
              <a:gd name="connsiteY7" fmla="*/ 349301 h 549250"/>
              <a:gd name="connsiteX8" fmla="*/ 2979573 w 3803752"/>
              <a:gd name="connsiteY8" fmla="*/ 383439 h 549250"/>
              <a:gd name="connsiteX9" fmla="*/ 3014320 w 3803752"/>
              <a:gd name="connsiteY9" fmla="*/ 365760 h 549250"/>
              <a:gd name="connsiteX10" fmla="*/ 2423770 w 3803752"/>
              <a:gd name="connsiteY10" fmla="*/ 274320 h 549250"/>
              <a:gd name="connsiteX11" fmla="*/ 2388413 w 3803752"/>
              <a:gd name="connsiteY11" fmla="*/ 297485 h 549250"/>
              <a:gd name="connsiteX12" fmla="*/ 2375002 w 3803752"/>
              <a:gd name="connsiteY12" fmla="*/ 314554 h 549250"/>
              <a:gd name="connsiteX13" fmla="*/ 2371954 w 3803752"/>
              <a:gd name="connsiteY13" fmla="*/ 349301 h 549250"/>
              <a:gd name="connsiteX14" fmla="*/ 2389023 w 3803752"/>
              <a:gd name="connsiteY14" fmla="*/ 383439 h 549250"/>
              <a:gd name="connsiteX15" fmla="*/ 2423770 w 3803752"/>
              <a:gd name="connsiteY15" fmla="*/ 365760 h 549250"/>
              <a:gd name="connsiteX16" fmla="*/ 1776070 w 3803752"/>
              <a:gd name="connsiteY16" fmla="*/ 274320 h 549250"/>
              <a:gd name="connsiteX17" fmla="*/ 1740713 w 3803752"/>
              <a:gd name="connsiteY17" fmla="*/ 297485 h 549250"/>
              <a:gd name="connsiteX18" fmla="*/ 1727302 w 3803752"/>
              <a:gd name="connsiteY18" fmla="*/ 314554 h 549250"/>
              <a:gd name="connsiteX19" fmla="*/ 1724254 w 3803752"/>
              <a:gd name="connsiteY19" fmla="*/ 349301 h 549250"/>
              <a:gd name="connsiteX20" fmla="*/ 1741323 w 3803752"/>
              <a:gd name="connsiteY20" fmla="*/ 383439 h 549250"/>
              <a:gd name="connsiteX21" fmla="*/ 1776070 w 3803752"/>
              <a:gd name="connsiteY21" fmla="*/ 365760 h 549250"/>
              <a:gd name="connsiteX22" fmla="*/ 766420 w 3803752"/>
              <a:gd name="connsiteY22" fmla="*/ 274320 h 549250"/>
              <a:gd name="connsiteX23" fmla="*/ 731063 w 3803752"/>
              <a:gd name="connsiteY23" fmla="*/ 297485 h 549250"/>
              <a:gd name="connsiteX24" fmla="*/ 717652 w 3803752"/>
              <a:gd name="connsiteY24" fmla="*/ 314554 h 549250"/>
              <a:gd name="connsiteX25" fmla="*/ 714604 w 3803752"/>
              <a:gd name="connsiteY25" fmla="*/ 349301 h 549250"/>
              <a:gd name="connsiteX26" fmla="*/ 731673 w 3803752"/>
              <a:gd name="connsiteY26" fmla="*/ 383439 h 549250"/>
              <a:gd name="connsiteX27" fmla="*/ 766420 w 3803752"/>
              <a:gd name="connsiteY27" fmla="*/ 365760 h 549250"/>
              <a:gd name="connsiteX28" fmla="*/ 299695 w 3803752"/>
              <a:gd name="connsiteY28" fmla="*/ 274320 h 549250"/>
              <a:gd name="connsiteX29" fmla="*/ 264338 w 3803752"/>
              <a:gd name="connsiteY29" fmla="*/ 297485 h 549250"/>
              <a:gd name="connsiteX30" fmla="*/ 250927 w 3803752"/>
              <a:gd name="connsiteY30" fmla="*/ 314554 h 549250"/>
              <a:gd name="connsiteX31" fmla="*/ 247879 w 3803752"/>
              <a:gd name="connsiteY31" fmla="*/ 349301 h 549250"/>
              <a:gd name="connsiteX32" fmla="*/ 264948 w 3803752"/>
              <a:gd name="connsiteY32" fmla="*/ 383439 h 549250"/>
              <a:gd name="connsiteX33" fmla="*/ 299695 w 3803752"/>
              <a:gd name="connsiteY33" fmla="*/ 365760 h 549250"/>
              <a:gd name="connsiteX34" fmla="*/ 2155012 w 3803752"/>
              <a:gd name="connsiteY34" fmla="*/ 168860 h 549250"/>
              <a:gd name="connsiteX35" fmla="*/ 2123313 w 3803752"/>
              <a:gd name="connsiteY35" fmla="*/ 209093 h 549250"/>
              <a:gd name="connsiteX36" fmla="*/ 2123313 w 3803752"/>
              <a:gd name="connsiteY36" fmla="*/ 335280 h 549250"/>
              <a:gd name="connsiteX37" fmla="*/ 2153184 w 3803752"/>
              <a:gd name="connsiteY37" fmla="*/ 376733 h 549250"/>
              <a:gd name="connsiteX38" fmla="*/ 2181835 w 3803752"/>
              <a:gd name="connsiteY38" fmla="*/ 335280 h 549250"/>
              <a:gd name="connsiteX39" fmla="*/ 2181835 w 3803752"/>
              <a:gd name="connsiteY39" fmla="*/ 204216 h 549250"/>
              <a:gd name="connsiteX40" fmla="*/ 2155012 w 3803752"/>
              <a:gd name="connsiteY40" fmla="*/ 168860 h 549250"/>
              <a:gd name="connsiteX41" fmla="*/ 3356306 w 3803752"/>
              <a:gd name="connsiteY41" fmla="*/ 119482 h 549250"/>
              <a:gd name="connsiteX42" fmla="*/ 3429458 w 3803752"/>
              <a:gd name="connsiteY42" fmla="*/ 119482 h 549250"/>
              <a:gd name="connsiteX43" fmla="*/ 3429458 w 3803752"/>
              <a:gd name="connsiteY43" fmla="*/ 431597 h 549250"/>
              <a:gd name="connsiteX44" fmla="*/ 3356306 w 3803752"/>
              <a:gd name="connsiteY44" fmla="*/ 431597 h 549250"/>
              <a:gd name="connsiteX45" fmla="*/ 3111018 w 3803752"/>
              <a:gd name="connsiteY45" fmla="*/ 119482 h 549250"/>
              <a:gd name="connsiteX46" fmla="*/ 3182950 w 3803752"/>
              <a:gd name="connsiteY46" fmla="*/ 119482 h 549250"/>
              <a:gd name="connsiteX47" fmla="*/ 3223184 w 3803752"/>
              <a:gd name="connsiteY47" fmla="*/ 320040 h 549250"/>
              <a:gd name="connsiteX48" fmla="*/ 3254274 w 3803752"/>
              <a:gd name="connsiteY48" fmla="*/ 119482 h 549250"/>
              <a:gd name="connsiteX49" fmla="*/ 3325597 w 3803752"/>
              <a:gd name="connsiteY49" fmla="*/ 119482 h 549250"/>
              <a:gd name="connsiteX50" fmla="*/ 3254274 w 3803752"/>
              <a:gd name="connsiteY50" fmla="*/ 453543 h 549250"/>
              <a:gd name="connsiteX51" fmla="*/ 3227451 w 3803752"/>
              <a:gd name="connsiteY51" fmla="*/ 519989 h 549250"/>
              <a:gd name="connsiteX52" fmla="*/ 3168320 w 3803752"/>
              <a:gd name="connsiteY52" fmla="*/ 539496 h 549250"/>
              <a:gd name="connsiteX53" fmla="*/ 3120162 w 3803752"/>
              <a:gd name="connsiteY53" fmla="*/ 534010 h 549250"/>
              <a:gd name="connsiteX54" fmla="*/ 3130525 w 3803752"/>
              <a:gd name="connsiteY54" fmla="*/ 476708 h 549250"/>
              <a:gd name="connsiteX55" fmla="*/ 3159176 w 3803752"/>
              <a:gd name="connsiteY55" fmla="*/ 480975 h 549250"/>
              <a:gd name="connsiteX56" fmla="*/ 3187218 w 3803752"/>
              <a:gd name="connsiteY56" fmla="*/ 457200 h 549250"/>
              <a:gd name="connsiteX57" fmla="*/ 3192094 w 3803752"/>
              <a:gd name="connsiteY57" fmla="*/ 431597 h 549250"/>
              <a:gd name="connsiteX58" fmla="*/ 1251280 w 3803752"/>
              <a:gd name="connsiteY58" fmla="*/ 119482 h 549250"/>
              <a:gd name="connsiteX59" fmla="*/ 1323823 w 3803752"/>
              <a:gd name="connsiteY59" fmla="*/ 119482 h 549250"/>
              <a:gd name="connsiteX60" fmla="*/ 1323823 w 3803752"/>
              <a:gd name="connsiteY60" fmla="*/ 344424 h 549250"/>
              <a:gd name="connsiteX61" fmla="*/ 1350645 w 3803752"/>
              <a:gd name="connsiteY61" fmla="*/ 381610 h 549250"/>
              <a:gd name="connsiteX62" fmla="*/ 1378687 w 3803752"/>
              <a:gd name="connsiteY62" fmla="*/ 340157 h 549250"/>
              <a:gd name="connsiteX63" fmla="*/ 1378687 w 3803752"/>
              <a:gd name="connsiteY63" fmla="*/ 119482 h 549250"/>
              <a:gd name="connsiteX64" fmla="*/ 1451839 w 3803752"/>
              <a:gd name="connsiteY64" fmla="*/ 119482 h 549250"/>
              <a:gd name="connsiteX65" fmla="*/ 1451839 w 3803752"/>
              <a:gd name="connsiteY65" fmla="*/ 431597 h 549250"/>
              <a:gd name="connsiteX66" fmla="*/ 1378687 w 3803752"/>
              <a:gd name="connsiteY66" fmla="*/ 431597 h 549250"/>
              <a:gd name="connsiteX67" fmla="*/ 1378687 w 3803752"/>
              <a:gd name="connsiteY67" fmla="*/ 406603 h 549250"/>
              <a:gd name="connsiteX68" fmla="*/ 1311631 w 3803752"/>
              <a:gd name="connsiteY68" fmla="*/ 437084 h 549250"/>
              <a:gd name="connsiteX69" fmla="*/ 1253109 w 3803752"/>
              <a:gd name="connsiteY69" fmla="*/ 388925 h 549250"/>
              <a:gd name="connsiteX70" fmla="*/ 1251280 w 3803752"/>
              <a:gd name="connsiteY70" fmla="*/ 354787 h 549250"/>
              <a:gd name="connsiteX71" fmla="*/ 1213562 w 3803752"/>
              <a:gd name="connsiteY71" fmla="*/ 113995 h 549250"/>
              <a:gd name="connsiteX72" fmla="*/ 1213562 w 3803752"/>
              <a:gd name="connsiteY72" fmla="*/ 185928 h 549250"/>
              <a:gd name="connsiteX73" fmla="*/ 1189178 w 3803752"/>
              <a:gd name="connsiteY73" fmla="*/ 181052 h 549250"/>
              <a:gd name="connsiteX74" fmla="*/ 1148334 w 3803752"/>
              <a:gd name="connsiteY74" fmla="*/ 205436 h 549250"/>
              <a:gd name="connsiteX75" fmla="*/ 1142238 w 3803752"/>
              <a:gd name="connsiteY75" fmla="*/ 248108 h 549250"/>
              <a:gd name="connsiteX76" fmla="*/ 1142238 w 3803752"/>
              <a:gd name="connsiteY76" fmla="*/ 431597 h 549250"/>
              <a:gd name="connsiteX77" fmla="*/ 1070305 w 3803752"/>
              <a:gd name="connsiteY77" fmla="*/ 431597 h 549250"/>
              <a:gd name="connsiteX78" fmla="*/ 1070305 w 3803752"/>
              <a:gd name="connsiteY78" fmla="*/ 119482 h 549250"/>
              <a:gd name="connsiteX79" fmla="*/ 1142848 w 3803752"/>
              <a:gd name="connsiteY79" fmla="*/ 119482 h 549250"/>
              <a:gd name="connsiteX80" fmla="*/ 1142238 w 3803752"/>
              <a:gd name="connsiteY80" fmla="*/ 159106 h 549250"/>
              <a:gd name="connsiteX81" fmla="*/ 1213562 w 3803752"/>
              <a:gd name="connsiteY81" fmla="*/ 113995 h 549250"/>
              <a:gd name="connsiteX82" fmla="*/ 1032586 w 3803752"/>
              <a:gd name="connsiteY82" fmla="*/ 113995 h 549250"/>
              <a:gd name="connsiteX83" fmla="*/ 1032586 w 3803752"/>
              <a:gd name="connsiteY83" fmla="*/ 185928 h 549250"/>
              <a:gd name="connsiteX84" fmla="*/ 1008202 w 3803752"/>
              <a:gd name="connsiteY84" fmla="*/ 181052 h 549250"/>
              <a:gd name="connsiteX85" fmla="*/ 967359 w 3803752"/>
              <a:gd name="connsiteY85" fmla="*/ 205436 h 549250"/>
              <a:gd name="connsiteX86" fmla="*/ 961263 w 3803752"/>
              <a:gd name="connsiteY86" fmla="*/ 248108 h 549250"/>
              <a:gd name="connsiteX87" fmla="*/ 961263 w 3803752"/>
              <a:gd name="connsiteY87" fmla="*/ 431597 h 549250"/>
              <a:gd name="connsiteX88" fmla="*/ 889330 w 3803752"/>
              <a:gd name="connsiteY88" fmla="*/ 431597 h 549250"/>
              <a:gd name="connsiteX89" fmla="*/ 889330 w 3803752"/>
              <a:gd name="connsiteY89" fmla="*/ 119482 h 549250"/>
              <a:gd name="connsiteX90" fmla="*/ 961873 w 3803752"/>
              <a:gd name="connsiteY90" fmla="*/ 119482 h 549250"/>
              <a:gd name="connsiteX91" fmla="*/ 961263 w 3803752"/>
              <a:gd name="connsiteY91" fmla="*/ 159106 h 549250"/>
              <a:gd name="connsiteX92" fmla="*/ 1032586 w 3803752"/>
              <a:gd name="connsiteY92" fmla="*/ 113995 h 549250"/>
              <a:gd name="connsiteX93" fmla="*/ 3615462 w 3803752"/>
              <a:gd name="connsiteY93" fmla="*/ 113386 h 549250"/>
              <a:gd name="connsiteX94" fmla="*/ 3665449 w 3803752"/>
              <a:gd name="connsiteY94" fmla="*/ 134112 h 549250"/>
              <a:gd name="connsiteX95" fmla="*/ 3680080 w 3803752"/>
              <a:gd name="connsiteY95" fmla="*/ 187757 h 549250"/>
              <a:gd name="connsiteX96" fmla="*/ 3680080 w 3803752"/>
              <a:gd name="connsiteY96" fmla="*/ 431597 h 549250"/>
              <a:gd name="connsiteX97" fmla="*/ 3608756 w 3803752"/>
              <a:gd name="connsiteY97" fmla="*/ 431597 h 549250"/>
              <a:gd name="connsiteX98" fmla="*/ 3608756 w 3803752"/>
              <a:gd name="connsiteY98" fmla="*/ 202387 h 549250"/>
              <a:gd name="connsiteX99" fmla="*/ 3583153 w 3803752"/>
              <a:gd name="connsiteY99" fmla="*/ 164592 h 549250"/>
              <a:gd name="connsiteX100" fmla="*/ 3552673 w 3803752"/>
              <a:gd name="connsiteY100" fmla="*/ 206655 h 549250"/>
              <a:gd name="connsiteX101" fmla="*/ 3552673 w 3803752"/>
              <a:gd name="connsiteY101" fmla="*/ 431597 h 549250"/>
              <a:gd name="connsiteX102" fmla="*/ 3480130 w 3803752"/>
              <a:gd name="connsiteY102" fmla="*/ 431597 h 549250"/>
              <a:gd name="connsiteX103" fmla="*/ 3480130 w 3803752"/>
              <a:gd name="connsiteY103" fmla="*/ 119482 h 549250"/>
              <a:gd name="connsiteX104" fmla="*/ 3553892 w 3803752"/>
              <a:gd name="connsiteY104" fmla="*/ 119482 h 549250"/>
              <a:gd name="connsiteX105" fmla="*/ 3552673 w 3803752"/>
              <a:gd name="connsiteY105" fmla="*/ 142647 h 549250"/>
              <a:gd name="connsiteX106" fmla="*/ 3615462 w 3803752"/>
              <a:gd name="connsiteY106" fmla="*/ 113386 h 549250"/>
              <a:gd name="connsiteX107" fmla="*/ 2994203 w 3803752"/>
              <a:gd name="connsiteY107" fmla="*/ 112776 h 549250"/>
              <a:gd name="connsiteX108" fmla="*/ 3049676 w 3803752"/>
              <a:gd name="connsiteY108" fmla="*/ 124359 h 549250"/>
              <a:gd name="connsiteX109" fmla="*/ 3086862 w 3803752"/>
              <a:gd name="connsiteY109" fmla="*/ 181661 h 549250"/>
              <a:gd name="connsiteX110" fmla="*/ 3086862 w 3803752"/>
              <a:gd name="connsiteY110" fmla="*/ 355397 h 549250"/>
              <a:gd name="connsiteX111" fmla="*/ 3088691 w 3803752"/>
              <a:gd name="connsiteY111" fmla="*/ 405994 h 549250"/>
              <a:gd name="connsiteX112" fmla="*/ 3100883 w 3803752"/>
              <a:gd name="connsiteY112" fmla="*/ 431597 h 549250"/>
              <a:gd name="connsiteX113" fmla="*/ 3024683 w 3803752"/>
              <a:gd name="connsiteY113" fmla="*/ 431597 h 549250"/>
              <a:gd name="connsiteX114" fmla="*/ 3016149 w 3803752"/>
              <a:gd name="connsiteY114" fmla="*/ 404165 h 549250"/>
              <a:gd name="connsiteX115" fmla="*/ 2991155 w 3803752"/>
              <a:gd name="connsiteY115" fmla="*/ 427939 h 549250"/>
              <a:gd name="connsiteX116" fmla="*/ 2953360 w 3803752"/>
              <a:gd name="connsiteY116" fmla="*/ 438303 h 549250"/>
              <a:gd name="connsiteX117" fmla="*/ 2899715 w 3803752"/>
              <a:gd name="connsiteY117" fmla="*/ 406603 h 549250"/>
              <a:gd name="connsiteX118" fmla="*/ 2891790 w 3803752"/>
              <a:gd name="connsiteY118" fmla="*/ 352349 h 549250"/>
              <a:gd name="connsiteX119" fmla="*/ 2897886 w 3803752"/>
              <a:gd name="connsiteY119" fmla="*/ 291999 h 549250"/>
              <a:gd name="connsiteX120" fmla="*/ 2939339 w 3803752"/>
              <a:gd name="connsiteY120" fmla="*/ 256032 h 549250"/>
              <a:gd name="connsiteX121" fmla="*/ 3014930 w 3803752"/>
              <a:gd name="connsiteY121" fmla="*/ 218237 h 549250"/>
              <a:gd name="connsiteX122" fmla="*/ 3014320 w 3803752"/>
              <a:gd name="connsiteY122" fmla="*/ 183490 h 549250"/>
              <a:gd name="connsiteX123" fmla="*/ 2989326 w 3803752"/>
              <a:gd name="connsiteY123" fmla="*/ 162763 h 549250"/>
              <a:gd name="connsiteX124" fmla="*/ 2967381 w 3803752"/>
              <a:gd name="connsiteY124" fmla="*/ 174955 h 549250"/>
              <a:gd name="connsiteX125" fmla="*/ 2964333 w 3803752"/>
              <a:gd name="connsiteY125" fmla="*/ 215799 h 549250"/>
              <a:gd name="connsiteX126" fmla="*/ 2897886 w 3803752"/>
              <a:gd name="connsiteY126" fmla="*/ 215799 h 549250"/>
              <a:gd name="connsiteX127" fmla="*/ 2900325 w 3803752"/>
              <a:gd name="connsiteY127" fmla="*/ 165202 h 549250"/>
              <a:gd name="connsiteX128" fmla="*/ 2914955 w 3803752"/>
              <a:gd name="connsiteY128" fmla="*/ 136551 h 549250"/>
              <a:gd name="connsiteX129" fmla="*/ 2994203 w 3803752"/>
              <a:gd name="connsiteY129" fmla="*/ 112776 h 549250"/>
              <a:gd name="connsiteX130" fmla="*/ 2635072 w 3803752"/>
              <a:gd name="connsiteY130" fmla="*/ 112776 h 549250"/>
              <a:gd name="connsiteX131" fmla="*/ 2724074 w 3803752"/>
              <a:gd name="connsiteY131" fmla="*/ 184709 h 549250"/>
              <a:gd name="connsiteX132" fmla="*/ 2724074 w 3803752"/>
              <a:gd name="connsiteY132" fmla="*/ 218847 h 549250"/>
              <a:gd name="connsiteX133" fmla="*/ 2661285 w 3803752"/>
              <a:gd name="connsiteY133" fmla="*/ 218847 h 549250"/>
              <a:gd name="connsiteX134" fmla="*/ 2658237 w 3803752"/>
              <a:gd name="connsiteY134" fmla="*/ 177394 h 549250"/>
              <a:gd name="connsiteX135" fmla="*/ 2635072 w 3803752"/>
              <a:gd name="connsiteY135" fmla="*/ 162763 h 549250"/>
              <a:gd name="connsiteX136" fmla="*/ 2609469 w 3803752"/>
              <a:gd name="connsiteY136" fmla="*/ 190805 h 549250"/>
              <a:gd name="connsiteX137" fmla="*/ 2630196 w 3803752"/>
              <a:gd name="connsiteY137" fmla="*/ 224943 h 549250"/>
              <a:gd name="connsiteX138" fmla="*/ 2696642 w 3803752"/>
              <a:gd name="connsiteY138" fmla="*/ 271882 h 549250"/>
              <a:gd name="connsiteX139" fmla="*/ 2716759 w 3803752"/>
              <a:gd name="connsiteY139" fmla="*/ 292608 h 549250"/>
              <a:gd name="connsiteX140" fmla="*/ 2727122 w 3803752"/>
              <a:gd name="connsiteY140" fmla="*/ 341376 h 549250"/>
              <a:gd name="connsiteX141" fmla="*/ 2715540 w 3803752"/>
              <a:gd name="connsiteY141" fmla="*/ 403555 h 549250"/>
              <a:gd name="connsiteX142" fmla="*/ 2635072 w 3803752"/>
              <a:gd name="connsiteY142" fmla="*/ 437693 h 549250"/>
              <a:gd name="connsiteX143" fmla="*/ 2635072 w 3803752"/>
              <a:gd name="connsiteY143" fmla="*/ 463296 h 549250"/>
              <a:gd name="connsiteX144" fmla="*/ 2700300 w 3803752"/>
              <a:gd name="connsiteY144" fmla="*/ 504749 h 549250"/>
              <a:gd name="connsiteX145" fmla="*/ 2630196 w 3803752"/>
              <a:gd name="connsiteY145" fmla="*/ 549250 h 549250"/>
              <a:gd name="connsiteX146" fmla="*/ 2578380 w 3803752"/>
              <a:gd name="connsiteY146" fmla="*/ 543154 h 549250"/>
              <a:gd name="connsiteX147" fmla="*/ 2578380 w 3803752"/>
              <a:gd name="connsiteY147" fmla="*/ 524866 h 549250"/>
              <a:gd name="connsiteX148" fmla="*/ 2601544 w 3803752"/>
              <a:gd name="connsiteY148" fmla="*/ 526085 h 549250"/>
              <a:gd name="connsiteX149" fmla="*/ 2630805 w 3803752"/>
              <a:gd name="connsiteY149" fmla="*/ 507797 h 549250"/>
              <a:gd name="connsiteX150" fmla="*/ 2608860 w 3803752"/>
              <a:gd name="connsiteY150" fmla="*/ 490119 h 549250"/>
              <a:gd name="connsiteX151" fmla="*/ 2608860 w 3803752"/>
              <a:gd name="connsiteY151" fmla="*/ 436474 h 549250"/>
              <a:gd name="connsiteX152" fmla="*/ 2536317 w 3803752"/>
              <a:gd name="connsiteY152" fmla="*/ 354787 h 549250"/>
              <a:gd name="connsiteX153" fmla="*/ 2536317 w 3803752"/>
              <a:gd name="connsiteY153" fmla="*/ 321869 h 549250"/>
              <a:gd name="connsiteX154" fmla="*/ 2603373 w 3803752"/>
              <a:gd name="connsiteY154" fmla="*/ 321869 h 549250"/>
              <a:gd name="connsiteX155" fmla="*/ 2607031 w 3803752"/>
              <a:gd name="connsiteY155" fmla="*/ 370637 h 549250"/>
              <a:gd name="connsiteX156" fmla="*/ 2632024 w 3803752"/>
              <a:gd name="connsiteY156" fmla="*/ 385877 h 549250"/>
              <a:gd name="connsiteX157" fmla="*/ 2660066 w 3803752"/>
              <a:gd name="connsiteY157" fmla="*/ 351739 h 549250"/>
              <a:gd name="connsiteX158" fmla="*/ 2657018 w 3803752"/>
              <a:gd name="connsiteY158" fmla="*/ 329794 h 549250"/>
              <a:gd name="connsiteX159" fmla="*/ 2638730 w 3803752"/>
              <a:gd name="connsiteY159" fmla="*/ 310896 h 549250"/>
              <a:gd name="connsiteX160" fmla="*/ 2578380 w 3803752"/>
              <a:gd name="connsiteY160" fmla="*/ 268224 h 549250"/>
              <a:gd name="connsiteX161" fmla="*/ 2558263 w 3803752"/>
              <a:gd name="connsiteY161" fmla="*/ 248717 h 549250"/>
              <a:gd name="connsiteX162" fmla="*/ 2541194 w 3803752"/>
              <a:gd name="connsiteY162" fmla="*/ 193244 h 549250"/>
              <a:gd name="connsiteX163" fmla="*/ 2635072 w 3803752"/>
              <a:gd name="connsiteY163" fmla="*/ 112776 h 549250"/>
              <a:gd name="connsiteX164" fmla="*/ 2403653 w 3803752"/>
              <a:gd name="connsiteY164" fmla="*/ 112776 h 549250"/>
              <a:gd name="connsiteX165" fmla="*/ 2459126 w 3803752"/>
              <a:gd name="connsiteY165" fmla="*/ 124359 h 549250"/>
              <a:gd name="connsiteX166" fmla="*/ 2496312 w 3803752"/>
              <a:gd name="connsiteY166" fmla="*/ 181661 h 549250"/>
              <a:gd name="connsiteX167" fmla="*/ 2496312 w 3803752"/>
              <a:gd name="connsiteY167" fmla="*/ 355397 h 549250"/>
              <a:gd name="connsiteX168" fmla="*/ 2498141 w 3803752"/>
              <a:gd name="connsiteY168" fmla="*/ 405994 h 549250"/>
              <a:gd name="connsiteX169" fmla="*/ 2510333 w 3803752"/>
              <a:gd name="connsiteY169" fmla="*/ 431597 h 549250"/>
              <a:gd name="connsiteX170" fmla="*/ 2434133 w 3803752"/>
              <a:gd name="connsiteY170" fmla="*/ 431597 h 549250"/>
              <a:gd name="connsiteX171" fmla="*/ 2425599 w 3803752"/>
              <a:gd name="connsiteY171" fmla="*/ 404165 h 549250"/>
              <a:gd name="connsiteX172" fmla="*/ 2400605 w 3803752"/>
              <a:gd name="connsiteY172" fmla="*/ 427939 h 549250"/>
              <a:gd name="connsiteX173" fmla="*/ 2362810 w 3803752"/>
              <a:gd name="connsiteY173" fmla="*/ 438303 h 549250"/>
              <a:gd name="connsiteX174" fmla="*/ 2309165 w 3803752"/>
              <a:gd name="connsiteY174" fmla="*/ 406603 h 549250"/>
              <a:gd name="connsiteX175" fmla="*/ 2301240 w 3803752"/>
              <a:gd name="connsiteY175" fmla="*/ 352349 h 549250"/>
              <a:gd name="connsiteX176" fmla="*/ 2307336 w 3803752"/>
              <a:gd name="connsiteY176" fmla="*/ 291999 h 549250"/>
              <a:gd name="connsiteX177" fmla="*/ 2348789 w 3803752"/>
              <a:gd name="connsiteY177" fmla="*/ 256032 h 549250"/>
              <a:gd name="connsiteX178" fmla="*/ 2424380 w 3803752"/>
              <a:gd name="connsiteY178" fmla="*/ 218237 h 549250"/>
              <a:gd name="connsiteX179" fmla="*/ 2423770 w 3803752"/>
              <a:gd name="connsiteY179" fmla="*/ 183490 h 549250"/>
              <a:gd name="connsiteX180" fmla="*/ 2398776 w 3803752"/>
              <a:gd name="connsiteY180" fmla="*/ 162763 h 549250"/>
              <a:gd name="connsiteX181" fmla="*/ 2376831 w 3803752"/>
              <a:gd name="connsiteY181" fmla="*/ 174955 h 549250"/>
              <a:gd name="connsiteX182" fmla="*/ 2373783 w 3803752"/>
              <a:gd name="connsiteY182" fmla="*/ 215799 h 549250"/>
              <a:gd name="connsiteX183" fmla="*/ 2307336 w 3803752"/>
              <a:gd name="connsiteY183" fmla="*/ 215799 h 549250"/>
              <a:gd name="connsiteX184" fmla="*/ 2309775 w 3803752"/>
              <a:gd name="connsiteY184" fmla="*/ 165202 h 549250"/>
              <a:gd name="connsiteX185" fmla="*/ 2324405 w 3803752"/>
              <a:gd name="connsiteY185" fmla="*/ 136551 h 549250"/>
              <a:gd name="connsiteX186" fmla="*/ 2403653 w 3803752"/>
              <a:gd name="connsiteY186" fmla="*/ 112776 h 549250"/>
              <a:gd name="connsiteX187" fmla="*/ 1755953 w 3803752"/>
              <a:gd name="connsiteY187" fmla="*/ 112776 h 549250"/>
              <a:gd name="connsiteX188" fmla="*/ 1811427 w 3803752"/>
              <a:gd name="connsiteY188" fmla="*/ 124359 h 549250"/>
              <a:gd name="connsiteX189" fmla="*/ 1848612 w 3803752"/>
              <a:gd name="connsiteY189" fmla="*/ 181661 h 549250"/>
              <a:gd name="connsiteX190" fmla="*/ 1848612 w 3803752"/>
              <a:gd name="connsiteY190" fmla="*/ 355397 h 549250"/>
              <a:gd name="connsiteX191" fmla="*/ 1850441 w 3803752"/>
              <a:gd name="connsiteY191" fmla="*/ 405994 h 549250"/>
              <a:gd name="connsiteX192" fmla="*/ 1862633 w 3803752"/>
              <a:gd name="connsiteY192" fmla="*/ 431597 h 549250"/>
              <a:gd name="connsiteX193" fmla="*/ 1786433 w 3803752"/>
              <a:gd name="connsiteY193" fmla="*/ 431597 h 549250"/>
              <a:gd name="connsiteX194" fmla="*/ 1777899 w 3803752"/>
              <a:gd name="connsiteY194" fmla="*/ 404165 h 549250"/>
              <a:gd name="connsiteX195" fmla="*/ 1752905 w 3803752"/>
              <a:gd name="connsiteY195" fmla="*/ 427939 h 549250"/>
              <a:gd name="connsiteX196" fmla="*/ 1715110 w 3803752"/>
              <a:gd name="connsiteY196" fmla="*/ 438303 h 549250"/>
              <a:gd name="connsiteX197" fmla="*/ 1661465 w 3803752"/>
              <a:gd name="connsiteY197" fmla="*/ 406603 h 549250"/>
              <a:gd name="connsiteX198" fmla="*/ 1653540 w 3803752"/>
              <a:gd name="connsiteY198" fmla="*/ 352349 h 549250"/>
              <a:gd name="connsiteX199" fmla="*/ 1659636 w 3803752"/>
              <a:gd name="connsiteY199" fmla="*/ 291999 h 549250"/>
              <a:gd name="connsiteX200" fmla="*/ 1701089 w 3803752"/>
              <a:gd name="connsiteY200" fmla="*/ 256032 h 549250"/>
              <a:gd name="connsiteX201" fmla="*/ 1776680 w 3803752"/>
              <a:gd name="connsiteY201" fmla="*/ 218237 h 549250"/>
              <a:gd name="connsiteX202" fmla="*/ 1776070 w 3803752"/>
              <a:gd name="connsiteY202" fmla="*/ 183490 h 549250"/>
              <a:gd name="connsiteX203" fmla="*/ 1751076 w 3803752"/>
              <a:gd name="connsiteY203" fmla="*/ 162763 h 549250"/>
              <a:gd name="connsiteX204" fmla="*/ 1729131 w 3803752"/>
              <a:gd name="connsiteY204" fmla="*/ 174955 h 549250"/>
              <a:gd name="connsiteX205" fmla="*/ 1726083 w 3803752"/>
              <a:gd name="connsiteY205" fmla="*/ 215799 h 549250"/>
              <a:gd name="connsiteX206" fmla="*/ 1659636 w 3803752"/>
              <a:gd name="connsiteY206" fmla="*/ 215799 h 549250"/>
              <a:gd name="connsiteX207" fmla="*/ 1662075 w 3803752"/>
              <a:gd name="connsiteY207" fmla="*/ 165202 h 549250"/>
              <a:gd name="connsiteX208" fmla="*/ 1676705 w 3803752"/>
              <a:gd name="connsiteY208" fmla="*/ 136551 h 549250"/>
              <a:gd name="connsiteX209" fmla="*/ 1755953 w 3803752"/>
              <a:gd name="connsiteY209" fmla="*/ 112776 h 549250"/>
              <a:gd name="connsiteX210" fmla="*/ 746303 w 3803752"/>
              <a:gd name="connsiteY210" fmla="*/ 112776 h 549250"/>
              <a:gd name="connsiteX211" fmla="*/ 801777 w 3803752"/>
              <a:gd name="connsiteY211" fmla="*/ 124359 h 549250"/>
              <a:gd name="connsiteX212" fmla="*/ 838962 w 3803752"/>
              <a:gd name="connsiteY212" fmla="*/ 181661 h 549250"/>
              <a:gd name="connsiteX213" fmla="*/ 838962 w 3803752"/>
              <a:gd name="connsiteY213" fmla="*/ 355397 h 549250"/>
              <a:gd name="connsiteX214" fmla="*/ 840791 w 3803752"/>
              <a:gd name="connsiteY214" fmla="*/ 405994 h 549250"/>
              <a:gd name="connsiteX215" fmla="*/ 852983 w 3803752"/>
              <a:gd name="connsiteY215" fmla="*/ 431597 h 549250"/>
              <a:gd name="connsiteX216" fmla="*/ 776783 w 3803752"/>
              <a:gd name="connsiteY216" fmla="*/ 431597 h 549250"/>
              <a:gd name="connsiteX217" fmla="*/ 768249 w 3803752"/>
              <a:gd name="connsiteY217" fmla="*/ 404165 h 549250"/>
              <a:gd name="connsiteX218" fmla="*/ 743255 w 3803752"/>
              <a:gd name="connsiteY218" fmla="*/ 427939 h 549250"/>
              <a:gd name="connsiteX219" fmla="*/ 705460 w 3803752"/>
              <a:gd name="connsiteY219" fmla="*/ 438303 h 549250"/>
              <a:gd name="connsiteX220" fmla="*/ 651815 w 3803752"/>
              <a:gd name="connsiteY220" fmla="*/ 406603 h 549250"/>
              <a:gd name="connsiteX221" fmla="*/ 643891 w 3803752"/>
              <a:gd name="connsiteY221" fmla="*/ 352349 h 549250"/>
              <a:gd name="connsiteX222" fmla="*/ 649986 w 3803752"/>
              <a:gd name="connsiteY222" fmla="*/ 291999 h 549250"/>
              <a:gd name="connsiteX223" fmla="*/ 691439 w 3803752"/>
              <a:gd name="connsiteY223" fmla="*/ 256032 h 549250"/>
              <a:gd name="connsiteX224" fmla="*/ 767029 w 3803752"/>
              <a:gd name="connsiteY224" fmla="*/ 218237 h 549250"/>
              <a:gd name="connsiteX225" fmla="*/ 766420 w 3803752"/>
              <a:gd name="connsiteY225" fmla="*/ 183490 h 549250"/>
              <a:gd name="connsiteX226" fmla="*/ 741426 w 3803752"/>
              <a:gd name="connsiteY226" fmla="*/ 162763 h 549250"/>
              <a:gd name="connsiteX227" fmla="*/ 719481 w 3803752"/>
              <a:gd name="connsiteY227" fmla="*/ 174955 h 549250"/>
              <a:gd name="connsiteX228" fmla="*/ 716433 w 3803752"/>
              <a:gd name="connsiteY228" fmla="*/ 215799 h 549250"/>
              <a:gd name="connsiteX229" fmla="*/ 649986 w 3803752"/>
              <a:gd name="connsiteY229" fmla="*/ 215799 h 549250"/>
              <a:gd name="connsiteX230" fmla="*/ 652425 w 3803752"/>
              <a:gd name="connsiteY230" fmla="*/ 165202 h 549250"/>
              <a:gd name="connsiteX231" fmla="*/ 667055 w 3803752"/>
              <a:gd name="connsiteY231" fmla="*/ 136551 h 549250"/>
              <a:gd name="connsiteX232" fmla="*/ 746303 w 3803752"/>
              <a:gd name="connsiteY232" fmla="*/ 112776 h 549250"/>
              <a:gd name="connsiteX233" fmla="*/ 510998 w 3803752"/>
              <a:gd name="connsiteY233" fmla="*/ 112776 h 549250"/>
              <a:gd name="connsiteX234" fmla="*/ 599999 w 3803752"/>
              <a:gd name="connsiteY234" fmla="*/ 184709 h 549250"/>
              <a:gd name="connsiteX235" fmla="*/ 599999 w 3803752"/>
              <a:gd name="connsiteY235" fmla="*/ 218847 h 549250"/>
              <a:gd name="connsiteX236" fmla="*/ 537210 w 3803752"/>
              <a:gd name="connsiteY236" fmla="*/ 218847 h 549250"/>
              <a:gd name="connsiteX237" fmla="*/ 534162 w 3803752"/>
              <a:gd name="connsiteY237" fmla="*/ 177394 h 549250"/>
              <a:gd name="connsiteX238" fmla="*/ 510998 w 3803752"/>
              <a:gd name="connsiteY238" fmla="*/ 162763 h 549250"/>
              <a:gd name="connsiteX239" fmla="*/ 485394 w 3803752"/>
              <a:gd name="connsiteY239" fmla="*/ 190805 h 549250"/>
              <a:gd name="connsiteX240" fmla="*/ 506121 w 3803752"/>
              <a:gd name="connsiteY240" fmla="*/ 224943 h 549250"/>
              <a:gd name="connsiteX241" fmla="*/ 572567 w 3803752"/>
              <a:gd name="connsiteY241" fmla="*/ 271882 h 549250"/>
              <a:gd name="connsiteX242" fmla="*/ 592684 w 3803752"/>
              <a:gd name="connsiteY242" fmla="*/ 292608 h 549250"/>
              <a:gd name="connsiteX243" fmla="*/ 603047 w 3803752"/>
              <a:gd name="connsiteY243" fmla="*/ 341376 h 549250"/>
              <a:gd name="connsiteX244" fmla="*/ 590855 w 3803752"/>
              <a:gd name="connsiteY244" fmla="*/ 404165 h 549250"/>
              <a:gd name="connsiteX245" fmla="*/ 506730 w 3803752"/>
              <a:gd name="connsiteY245" fmla="*/ 437693 h 549250"/>
              <a:gd name="connsiteX246" fmla="*/ 412242 w 3803752"/>
              <a:gd name="connsiteY246" fmla="*/ 354787 h 549250"/>
              <a:gd name="connsiteX247" fmla="*/ 412242 w 3803752"/>
              <a:gd name="connsiteY247" fmla="*/ 321869 h 549250"/>
              <a:gd name="connsiteX248" fmla="*/ 479298 w 3803752"/>
              <a:gd name="connsiteY248" fmla="*/ 321869 h 549250"/>
              <a:gd name="connsiteX249" fmla="*/ 482956 w 3803752"/>
              <a:gd name="connsiteY249" fmla="*/ 370637 h 549250"/>
              <a:gd name="connsiteX250" fmla="*/ 507950 w 3803752"/>
              <a:gd name="connsiteY250" fmla="*/ 385877 h 549250"/>
              <a:gd name="connsiteX251" fmla="*/ 535991 w 3803752"/>
              <a:gd name="connsiteY251" fmla="*/ 351739 h 549250"/>
              <a:gd name="connsiteX252" fmla="*/ 532943 w 3803752"/>
              <a:gd name="connsiteY252" fmla="*/ 329794 h 549250"/>
              <a:gd name="connsiteX253" fmla="*/ 514655 w 3803752"/>
              <a:gd name="connsiteY253" fmla="*/ 310896 h 549250"/>
              <a:gd name="connsiteX254" fmla="*/ 454305 w 3803752"/>
              <a:gd name="connsiteY254" fmla="*/ 268224 h 549250"/>
              <a:gd name="connsiteX255" fmla="*/ 434188 w 3803752"/>
              <a:gd name="connsiteY255" fmla="*/ 248717 h 549250"/>
              <a:gd name="connsiteX256" fmla="*/ 417119 w 3803752"/>
              <a:gd name="connsiteY256" fmla="*/ 193244 h 549250"/>
              <a:gd name="connsiteX257" fmla="*/ 510998 w 3803752"/>
              <a:gd name="connsiteY257" fmla="*/ 112776 h 549250"/>
              <a:gd name="connsiteX258" fmla="*/ 279578 w 3803752"/>
              <a:gd name="connsiteY258" fmla="*/ 112776 h 549250"/>
              <a:gd name="connsiteX259" fmla="*/ 335052 w 3803752"/>
              <a:gd name="connsiteY259" fmla="*/ 124359 h 549250"/>
              <a:gd name="connsiteX260" fmla="*/ 372237 w 3803752"/>
              <a:gd name="connsiteY260" fmla="*/ 181661 h 549250"/>
              <a:gd name="connsiteX261" fmla="*/ 372237 w 3803752"/>
              <a:gd name="connsiteY261" fmla="*/ 355397 h 549250"/>
              <a:gd name="connsiteX262" fmla="*/ 374066 w 3803752"/>
              <a:gd name="connsiteY262" fmla="*/ 405994 h 549250"/>
              <a:gd name="connsiteX263" fmla="*/ 386258 w 3803752"/>
              <a:gd name="connsiteY263" fmla="*/ 431597 h 549250"/>
              <a:gd name="connsiteX264" fmla="*/ 310058 w 3803752"/>
              <a:gd name="connsiteY264" fmla="*/ 431597 h 549250"/>
              <a:gd name="connsiteX265" fmla="*/ 301524 w 3803752"/>
              <a:gd name="connsiteY265" fmla="*/ 404165 h 549250"/>
              <a:gd name="connsiteX266" fmla="*/ 276530 w 3803752"/>
              <a:gd name="connsiteY266" fmla="*/ 427939 h 549250"/>
              <a:gd name="connsiteX267" fmla="*/ 238735 w 3803752"/>
              <a:gd name="connsiteY267" fmla="*/ 438303 h 549250"/>
              <a:gd name="connsiteX268" fmla="*/ 185090 w 3803752"/>
              <a:gd name="connsiteY268" fmla="*/ 406603 h 549250"/>
              <a:gd name="connsiteX269" fmla="*/ 177165 w 3803752"/>
              <a:gd name="connsiteY269" fmla="*/ 352349 h 549250"/>
              <a:gd name="connsiteX270" fmla="*/ 183261 w 3803752"/>
              <a:gd name="connsiteY270" fmla="*/ 291999 h 549250"/>
              <a:gd name="connsiteX271" fmla="*/ 224714 w 3803752"/>
              <a:gd name="connsiteY271" fmla="*/ 256032 h 549250"/>
              <a:gd name="connsiteX272" fmla="*/ 300305 w 3803752"/>
              <a:gd name="connsiteY272" fmla="*/ 218237 h 549250"/>
              <a:gd name="connsiteX273" fmla="*/ 299695 w 3803752"/>
              <a:gd name="connsiteY273" fmla="*/ 183490 h 549250"/>
              <a:gd name="connsiteX274" fmla="*/ 274701 w 3803752"/>
              <a:gd name="connsiteY274" fmla="*/ 162763 h 549250"/>
              <a:gd name="connsiteX275" fmla="*/ 252756 w 3803752"/>
              <a:gd name="connsiteY275" fmla="*/ 174955 h 549250"/>
              <a:gd name="connsiteX276" fmla="*/ 249708 w 3803752"/>
              <a:gd name="connsiteY276" fmla="*/ 215799 h 549250"/>
              <a:gd name="connsiteX277" fmla="*/ 183261 w 3803752"/>
              <a:gd name="connsiteY277" fmla="*/ 215799 h 549250"/>
              <a:gd name="connsiteX278" fmla="*/ 185700 w 3803752"/>
              <a:gd name="connsiteY278" fmla="*/ 165202 h 549250"/>
              <a:gd name="connsiteX279" fmla="*/ 200330 w 3803752"/>
              <a:gd name="connsiteY279" fmla="*/ 136551 h 549250"/>
              <a:gd name="connsiteX280" fmla="*/ 279578 w 3803752"/>
              <a:gd name="connsiteY280" fmla="*/ 112776 h 549250"/>
              <a:gd name="connsiteX281" fmla="*/ 39015 w 3803752"/>
              <a:gd name="connsiteY281" fmla="*/ 6706 h 549250"/>
              <a:gd name="connsiteX282" fmla="*/ 111557 w 3803752"/>
              <a:gd name="connsiteY282" fmla="*/ 6706 h 549250"/>
              <a:gd name="connsiteX283" fmla="*/ 111557 w 3803752"/>
              <a:gd name="connsiteY283" fmla="*/ 119482 h 549250"/>
              <a:gd name="connsiteX284" fmla="*/ 154839 w 3803752"/>
              <a:gd name="connsiteY284" fmla="*/ 119482 h 549250"/>
              <a:gd name="connsiteX285" fmla="*/ 154839 w 3803752"/>
              <a:gd name="connsiteY285" fmla="*/ 167640 h 549250"/>
              <a:gd name="connsiteX286" fmla="*/ 110948 w 3803752"/>
              <a:gd name="connsiteY286" fmla="*/ 167640 h 549250"/>
              <a:gd name="connsiteX287" fmla="*/ 110948 w 3803752"/>
              <a:gd name="connsiteY287" fmla="*/ 345644 h 549250"/>
              <a:gd name="connsiteX288" fmla="*/ 116434 w 3803752"/>
              <a:gd name="connsiteY288" fmla="*/ 370028 h 549250"/>
              <a:gd name="connsiteX289" fmla="*/ 143866 w 3803752"/>
              <a:gd name="connsiteY289" fmla="*/ 379781 h 549250"/>
              <a:gd name="connsiteX290" fmla="*/ 150572 w 3803752"/>
              <a:gd name="connsiteY290" fmla="*/ 379171 h 549250"/>
              <a:gd name="connsiteX291" fmla="*/ 156668 w 3803752"/>
              <a:gd name="connsiteY291" fmla="*/ 379171 h 549250"/>
              <a:gd name="connsiteX292" fmla="*/ 156668 w 3803752"/>
              <a:gd name="connsiteY292" fmla="*/ 430987 h 549250"/>
              <a:gd name="connsiteX293" fmla="*/ 118263 w 3803752"/>
              <a:gd name="connsiteY293" fmla="*/ 434645 h 549250"/>
              <a:gd name="connsiteX294" fmla="*/ 53645 w 3803752"/>
              <a:gd name="connsiteY294" fmla="*/ 416967 h 549250"/>
              <a:gd name="connsiteX295" fmla="*/ 39624 w 3803752"/>
              <a:gd name="connsiteY295" fmla="*/ 369418 h 549250"/>
              <a:gd name="connsiteX296" fmla="*/ 39624 w 3803752"/>
              <a:gd name="connsiteY296" fmla="*/ 167640 h 549250"/>
              <a:gd name="connsiteX297" fmla="*/ 0 w 3803752"/>
              <a:gd name="connsiteY297" fmla="*/ 167640 h 549250"/>
              <a:gd name="connsiteX298" fmla="*/ 0 w 3803752"/>
              <a:gd name="connsiteY298" fmla="*/ 119482 h 549250"/>
              <a:gd name="connsiteX299" fmla="*/ 39015 w 3803752"/>
              <a:gd name="connsiteY299" fmla="*/ 119482 h 549250"/>
              <a:gd name="connsiteX300" fmla="*/ 2775280 w 3803752"/>
              <a:gd name="connsiteY300" fmla="*/ 1219 h 549250"/>
              <a:gd name="connsiteX301" fmla="*/ 2848432 w 3803752"/>
              <a:gd name="connsiteY301" fmla="*/ 1219 h 549250"/>
              <a:gd name="connsiteX302" fmla="*/ 2848432 w 3803752"/>
              <a:gd name="connsiteY302" fmla="*/ 431597 h 549250"/>
              <a:gd name="connsiteX303" fmla="*/ 2775280 w 3803752"/>
              <a:gd name="connsiteY303" fmla="*/ 431597 h 549250"/>
              <a:gd name="connsiteX304" fmla="*/ 2051380 w 3803752"/>
              <a:gd name="connsiteY304" fmla="*/ 610 h 549250"/>
              <a:gd name="connsiteX305" fmla="*/ 2123923 w 3803752"/>
              <a:gd name="connsiteY305" fmla="*/ 610 h 549250"/>
              <a:gd name="connsiteX306" fmla="*/ 2123923 w 3803752"/>
              <a:gd name="connsiteY306" fmla="*/ 143866 h 549250"/>
              <a:gd name="connsiteX307" fmla="*/ 2189150 w 3803752"/>
              <a:gd name="connsiteY307" fmla="*/ 112776 h 549250"/>
              <a:gd name="connsiteX308" fmla="*/ 2231212 w 3803752"/>
              <a:gd name="connsiteY308" fmla="*/ 128626 h 549250"/>
              <a:gd name="connsiteX309" fmla="*/ 2254987 w 3803752"/>
              <a:gd name="connsiteY309" fmla="*/ 185928 h 549250"/>
              <a:gd name="connsiteX310" fmla="*/ 2254987 w 3803752"/>
              <a:gd name="connsiteY310" fmla="*/ 362103 h 549250"/>
              <a:gd name="connsiteX311" fmla="*/ 2229384 w 3803752"/>
              <a:gd name="connsiteY311" fmla="*/ 424892 h 549250"/>
              <a:gd name="connsiteX312" fmla="*/ 2188540 w 3803752"/>
              <a:gd name="connsiteY312" fmla="*/ 438303 h 549250"/>
              <a:gd name="connsiteX313" fmla="*/ 2123923 w 3803752"/>
              <a:gd name="connsiteY313" fmla="*/ 402946 h 549250"/>
              <a:gd name="connsiteX314" fmla="*/ 2123923 w 3803752"/>
              <a:gd name="connsiteY314" fmla="*/ 431597 h 549250"/>
              <a:gd name="connsiteX315" fmla="*/ 2051380 w 3803752"/>
              <a:gd name="connsiteY315" fmla="*/ 431597 h 549250"/>
              <a:gd name="connsiteX316" fmla="*/ 1602944 w 3803752"/>
              <a:gd name="connsiteY316" fmla="*/ 0 h 549250"/>
              <a:gd name="connsiteX317" fmla="*/ 1628547 w 3803752"/>
              <a:gd name="connsiteY317" fmla="*/ 1219 h 549250"/>
              <a:gd name="connsiteX318" fmla="*/ 1628547 w 3803752"/>
              <a:gd name="connsiteY318" fmla="*/ 60351 h 549250"/>
              <a:gd name="connsiteX319" fmla="*/ 1618793 w 3803752"/>
              <a:gd name="connsiteY319" fmla="*/ 59741 h 549250"/>
              <a:gd name="connsiteX320" fmla="*/ 1612697 w 3803752"/>
              <a:gd name="connsiteY320" fmla="*/ 59741 h 549250"/>
              <a:gd name="connsiteX321" fmla="*/ 1593800 w 3803752"/>
              <a:gd name="connsiteY321" fmla="*/ 81077 h 549250"/>
              <a:gd name="connsiteX322" fmla="*/ 1593800 w 3803752"/>
              <a:gd name="connsiteY322" fmla="*/ 119482 h 549250"/>
              <a:gd name="connsiteX323" fmla="*/ 1625499 w 3803752"/>
              <a:gd name="connsiteY323" fmla="*/ 119482 h 549250"/>
              <a:gd name="connsiteX324" fmla="*/ 1625499 w 3803752"/>
              <a:gd name="connsiteY324" fmla="*/ 167640 h 549250"/>
              <a:gd name="connsiteX325" fmla="*/ 1593190 w 3803752"/>
              <a:gd name="connsiteY325" fmla="*/ 167640 h 549250"/>
              <a:gd name="connsiteX326" fmla="*/ 1593190 w 3803752"/>
              <a:gd name="connsiteY326" fmla="*/ 431597 h 549250"/>
              <a:gd name="connsiteX327" fmla="*/ 1520648 w 3803752"/>
              <a:gd name="connsiteY327" fmla="*/ 431597 h 549250"/>
              <a:gd name="connsiteX328" fmla="*/ 1520648 w 3803752"/>
              <a:gd name="connsiteY328" fmla="*/ 167640 h 549250"/>
              <a:gd name="connsiteX329" fmla="*/ 1488339 w 3803752"/>
              <a:gd name="connsiteY329" fmla="*/ 167640 h 549250"/>
              <a:gd name="connsiteX330" fmla="*/ 1488339 w 3803752"/>
              <a:gd name="connsiteY330" fmla="*/ 119482 h 549250"/>
              <a:gd name="connsiteX331" fmla="*/ 1521257 w 3803752"/>
              <a:gd name="connsiteY331" fmla="*/ 119482 h 549250"/>
              <a:gd name="connsiteX332" fmla="*/ 1521257 w 3803752"/>
              <a:gd name="connsiteY332" fmla="*/ 64618 h 549250"/>
              <a:gd name="connsiteX333" fmla="*/ 1551737 w 3803752"/>
              <a:gd name="connsiteY333" fmla="*/ 7925 h 549250"/>
              <a:gd name="connsiteX334" fmla="*/ 1602944 w 3803752"/>
              <a:gd name="connsiteY334" fmla="*/ 0 h 549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</a:cxnLst>
            <a:rect l="l" t="t" r="r" b="b"/>
            <a:pathLst>
              <a:path w="3803752" h="549250">
                <a:moveTo>
                  <a:pt x="3731819" y="352959"/>
                </a:moveTo>
                <a:lnTo>
                  <a:pt x="3803752" y="352959"/>
                </a:lnTo>
                <a:lnTo>
                  <a:pt x="3803752" y="431597"/>
                </a:lnTo>
                <a:lnTo>
                  <a:pt x="3731819" y="431597"/>
                </a:lnTo>
                <a:close/>
                <a:moveTo>
                  <a:pt x="3014320" y="274320"/>
                </a:moveTo>
                <a:lnTo>
                  <a:pt x="2978963" y="297485"/>
                </a:lnTo>
                <a:cubicBezTo>
                  <a:pt x="2972054" y="301956"/>
                  <a:pt x="2967584" y="307645"/>
                  <a:pt x="2965552" y="314554"/>
                </a:cubicBezTo>
                <a:cubicBezTo>
                  <a:pt x="2963520" y="321463"/>
                  <a:pt x="2962504" y="333045"/>
                  <a:pt x="2962504" y="349301"/>
                </a:cubicBezTo>
                <a:cubicBezTo>
                  <a:pt x="2962504" y="372060"/>
                  <a:pt x="2968194" y="383439"/>
                  <a:pt x="2979573" y="383439"/>
                </a:cubicBezTo>
                <a:cubicBezTo>
                  <a:pt x="2988920" y="383439"/>
                  <a:pt x="3000502" y="377546"/>
                  <a:pt x="3014320" y="365760"/>
                </a:cubicBezTo>
                <a:close/>
                <a:moveTo>
                  <a:pt x="2423770" y="274320"/>
                </a:moveTo>
                <a:lnTo>
                  <a:pt x="2388413" y="297485"/>
                </a:lnTo>
                <a:cubicBezTo>
                  <a:pt x="2381504" y="301956"/>
                  <a:pt x="2377034" y="307645"/>
                  <a:pt x="2375002" y="314554"/>
                </a:cubicBezTo>
                <a:cubicBezTo>
                  <a:pt x="2372970" y="321463"/>
                  <a:pt x="2371954" y="333045"/>
                  <a:pt x="2371954" y="349301"/>
                </a:cubicBezTo>
                <a:cubicBezTo>
                  <a:pt x="2371954" y="372060"/>
                  <a:pt x="2377644" y="383439"/>
                  <a:pt x="2389023" y="383439"/>
                </a:cubicBezTo>
                <a:cubicBezTo>
                  <a:pt x="2398370" y="383439"/>
                  <a:pt x="2409952" y="377546"/>
                  <a:pt x="2423770" y="365760"/>
                </a:cubicBezTo>
                <a:close/>
                <a:moveTo>
                  <a:pt x="1776070" y="274320"/>
                </a:moveTo>
                <a:lnTo>
                  <a:pt x="1740713" y="297485"/>
                </a:lnTo>
                <a:cubicBezTo>
                  <a:pt x="1733804" y="301956"/>
                  <a:pt x="1729334" y="307645"/>
                  <a:pt x="1727302" y="314554"/>
                </a:cubicBezTo>
                <a:cubicBezTo>
                  <a:pt x="1725270" y="321463"/>
                  <a:pt x="1724254" y="333045"/>
                  <a:pt x="1724254" y="349301"/>
                </a:cubicBezTo>
                <a:cubicBezTo>
                  <a:pt x="1724254" y="372060"/>
                  <a:pt x="1729944" y="383439"/>
                  <a:pt x="1741323" y="383439"/>
                </a:cubicBezTo>
                <a:cubicBezTo>
                  <a:pt x="1750670" y="383439"/>
                  <a:pt x="1762252" y="377546"/>
                  <a:pt x="1776070" y="365760"/>
                </a:cubicBezTo>
                <a:close/>
                <a:moveTo>
                  <a:pt x="766420" y="274320"/>
                </a:moveTo>
                <a:lnTo>
                  <a:pt x="731063" y="297485"/>
                </a:lnTo>
                <a:cubicBezTo>
                  <a:pt x="724154" y="301956"/>
                  <a:pt x="719684" y="307645"/>
                  <a:pt x="717652" y="314554"/>
                </a:cubicBezTo>
                <a:cubicBezTo>
                  <a:pt x="715620" y="321463"/>
                  <a:pt x="714604" y="333045"/>
                  <a:pt x="714604" y="349301"/>
                </a:cubicBezTo>
                <a:cubicBezTo>
                  <a:pt x="714604" y="372060"/>
                  <a:pt x="720293" y="383439"/>
                  <a:pt x="731673" y="383439"/>
                </a:cubicBezTo>
                <a:cubicBezTo>
                  <a:pt x="741020" y="383439"/>
                  <a:pt x="752602" y="377546"/>
                  <a:pt x="766420" y="365760"/>
                </a:cubicBezTo>
                <a:close/>
                <a:moveTo>
                  <a:pt x="299695" y="274320"/>
                </a:moveTo>
                <a:lnTo>
                  <a:pt x="264338" y="297485"/>
                </a:lnTo>
                <a:cubicBezTo>
                  <a:pt x="257429" y="301956"/>
                  <a:pt x="252959" y="307645"/>
                  <a:pt x="250927" y="314554"/>
                </a:cubicBezTo>
                <a:cubicBezTo>
                  <a:pt x="248895" y="321463"/>
                  <a:pt x="247879" y="333045"/>
                  <a:pt x="247879" y="349301"/>
                </a:cubicBezTo>
                <a:cubicBezTo>
                  <a:pt x="247879" y="372060"/>
                  <a:pt x="253569" y="383439"/>
                  <a:pt x="264948" y="383439"/>
                </a:cubicBezTo>
                <a:cubicBezTo>
                  <a:pt x="274295" y="383439"/>
                  <a:pt x="285877" y="377546"/>
                  <a:pt x="299695" y="365760"/>
                </a:cubicBezTo>
                <a:close/>
                <a:moveTo>
                  <a:pt x="2155012" y="168860"/>
                </a:moveTo>
                <a:cubicBezTo>
                  <a:pt x="2133880" y="168860"/>
                  <a:pt x="2123313" y="182271"/>
                  <a:pt x="2123313" y="209093"/>
                </a:cubicBezTo>
                <a:lnTo>
                  <a:pt x="2123313" y="335280"/>
                </a:lnTo>
                <a:cubicBezTo>
                  <a:pt x="2123313" y="362915"/>
                  <a:pt x="2133270" y="376733"/>
                  <a:pt x="2153184" y="376733"/>
                </a:cubicBezTo>
                <a:cubicBezTo>
                  <a:pt x="2172284" y="376733"/>
                  <a:pt x="2181835" y="362915"/>
                  <a:pt x="2181835" y="335280"/>
                </a:cubicBezTo>
                <a:lnTo>
                  <a:pt x="2181835" y="204216"/>
                </a:lnTo>
                <a:cubicBezTo>
                  <a:pt x="2181835" y="180645"/>
                  <a:pt x="2172894" y="168860"/>
                  <a:pt x="2155012" y="168860"/>
                </a:cubicBezTo>
                <a:close/>
                <a:moveTo>
                  <a:pt x="3356306" y="119482"/>
                </a:moveTo>
                <a:lnTo>
                  <a:pt x="3429458" y="119482"/>
                </a:lnTo>
                <a:lnTo>
                  <a:pt x="3429458" y="431597"/>
                </a:lnTo>
                <a:lnTo>
                  <a:pt x="3356306" y="431597"/>
                </a:lnTo>
                <a:close/>
                <a:moveTo>
                  <a:pt x="3111018" y="119482"/>
                </a:moveTo>
                <a:lnTo>
                  <a:pt x="3182950" y="119482"/>
                </a:lnTo>
                <a:lnTo>
                  <a:pt x="3223184" y="320040"/>
                </a:lnTo>
                <a:lnTo>
                  <a:pt x="3254274" y="119482"/>
                </a:lnTo>
                <a:lnTo>
                  <a:pt x="3325597" y="119482"/>
                </a:lnTo>
                <a:lnTo>
                  <a:pt x="3254274" y="453543"/>
                </a:lnTo>
                <a:cubicBezTo>
                  <a:pt x="3247365" y="486461"/>
                  <a:pt x="3238424" y="508610"/>
                  <a:pt x="3227451" y="519989"/>
                </a:cubicBezTo>
                <a:cubicBezTo>
                  <a:pt x="3215666" y="532994"/>
                  <a:pt x="3195955" y="539496"/>
                  <a:pt x="3168320" y="539496"/>
                </a:cubicBezTo>
                <a:cubicBezTo>
                  <a:pt x="3157754" y="539496"/>
                  <a:pt x="3141701" y="537668"/>
                  <a:pt x="3120162" y="534010"/>
                </a:cubicBezTo>
                <a:lnTo>
                  <a:pt x="3130525" y="476708"/>
                </a:lnTo>
                <a:cubicBezTo>
                  <a:pt x="3139059" y="479552"/>
                  <a:pt x="3148610" y="480975"/>
                  <a:pt x="3159176" y="480975"/>
                </a:cubicBezTo>
                <a:cubicBezTo>
                  <a:pt x="3172181" y="480975"/>
                  <a:pt x="3181528" y="473050"/>
                  <a:pt x="3187218" y="457200"/>
                </a:cubicBezTo>
                <a:cubicBezTo>
                  <a:pt x="3191688" y="445008"/>
                  <a:pt x="3193314" y="436474"/>
                  <a:pt x="3192094" y="431597"/>
                </a:cubicBezTo>
                <a:close/>
                <a:moveTo>
                  <a:pt x="1251280" y="119482"/>
                </a:moveTo>
                <a:lnTo>
                  <a:pt x="1323823" y="119482"/>
                </a:lnTo>
                <a:lnTo>
                  <a:pt x="1323823" y="344424"/>
                </a:lnTo>
                <a:cubicBezTo>
                  <a:pt x="1323823" y="369215"/>
                  <a:pt x="1332764" y="381610"/>
                  <a:pt x="1350645" y="381610"/>
                </a:cubicBezTo>
                <a:cubicBezTo>
                  <a:pt x="1369340" y="381610"/>
                  <a:pt x="1378687" y="367792"/>
                  <a:pt x="1378687" y="340157"/>
                </a:cubicBezTo>
                <a:lnTo>
                  <a:pt x="1378687" y="119482"/>
                </a:lnTo>
                <a:lnTo>
                  <a:pt x="1451839" y="119482"/>
                </a:lnTo>
                <a:lnTo>
                  <a:pt x="1451839" y="431597"/>
                </a:lnTo>
                <a:lnTo>
                  <a:pt x="1378687" y="431597"/>
                </a:lnTo>
                <a:lnTo>
                  <a:pt x="1378687" y="406603"/>
                </a:lnTo>
                <a:cubicBezTo>
                  <a:pt x="1353490" y="426923"/>
                  <a:pt x="1331138" y="437084"/>
                  <a:pt x="1311631" y="437084"/>
                </a:cubicBezTo>
                <a:cubicBezTo>
                  <a:pt x="1278306" y="437084"/>
                  <a:pt x="1258799" y="421031"/>
                  <a:pt x="1253109" y="388925"/>
                </a:cubicBezTo>
                <a:cubicBezTo>
                  <a:pt x="1251890" y="382016"/>
                  <a:pt x="1251280" y="370637"/>
                  <a:pt x="1251280" y="354787"/>
                </a:cubicBezTo>
                <a:close/>
                <a:moveTo>
                  <a:pt x="1213562" y="113995"/>
                </a:moveTo>
                <a:lnTo>
                  <a:pt x="1213562" y="185928"/>
                </a:lnTo>
                <a:cubicBezTo>
                  <a:pt x="1203808" y="182677"/>
                  <a:pt x="1195680" y="181052"/>
                  <a:pt x="1189178" y="181052"/>
                </a:cubicBezTo>
                <a:cubicBezTo>
                  <a:pt x="1168857" y="181052"/>
                  <a:pt x="1155243" y="189180"/>
                  <a:pt x="1148334" y="205436"/>
                </a:cubicBezTo>
                <a:cubicBezTo>
                  <a:pt x="1144270" y="214376"/>
                  <a:pt x="1142238" y="228600"/>
                  <a:pt x="1142238" y="248108"/>
                </a:cubicBezTo>
                <a:lnTo>
                  <a:pt x="1142238" y="431597"/>
                </a:lnTo>
                <a:lnTo>
                  <a:pt x="1070305" y="431597"/>
                </a:lnTo>
                <a:lnTo>
                  <a:pt x="1070305" y="119482"/>
                </a:lnTo>
                <a:lnTo>
                  <a:pt x="1142848" y="119482"/>
                </a:lnTo>
                <a:lnTo>
                  <a:pt x="1142238" y="159106"/>
                </a:lnTo>
                <a:cubicBezTo>
                  <a:pt x="1159307" y="128220"/>
                  <a:pt x="1183082" y="113183"/>
                  <a:pt x="1213562" y="113995"/>
                </a:cubicBezTo>
                <a:close/>
                <a:moveTo>
                  <a:pt x="1032586" y="113995"/>
                </a:moveTo>
                <a:lnTo>
                  <a:pt x="1032586" y="185928"/>
                </a:lnTo>
                <a:cubicBezTo>
                  <a:pt x="1022833" y="182677"/>
                  <a:pt x="1014705" y="181052"/>
                  <a:pt x="1008202" y="181052"/>
                </a:cubicBezTo>
                <a:cubicBezTo>
                  <a:pt x="987882" y="181052"/>
                  <a:pt x="974268" y="189180"/>
                  <a:pt x="967359" y="205436"/>
                </a:cubicBezTo>
                <a:cubicBezTo>
                  <a:pt x="963295" y="214376"/>
                  <a:pt x="961263" y="228600"/>
                  <a:pt x="961263" y="248108"/>
                </a:cubicBezTo>
                <a:lnTo>
                  <a:pt x="961263" y="431597"/>
                </a:lnTo>
                <a:lnTo>
                  <a:pt x="889330" y="431597"/>
                </a:lnTo>
                <a:lnTo>
                  <a:pt x="889330" y="119482"/>
                </a:lnTo>
                <a:lnTo>
                  <a:pt x="961873" y="119482"/>
                </a:lnTo>
                <a:lnTo>
                  <a:pt x="961263" y="159106"/>
                </a:lnTo>
                <a:cubicBezTo>
                  <a:pt x="978332" y="128220"/>
                  <a:pt x="1002106" y="113183"/>
                  <a:pt x="1032586" y="113995"/>
                </a:cubicBezTo>
                <a:close/>
                <a:moveTo>
                  <a:pt x="3615462" y="113386"/>
                </a:moveTo>
                <a:cubicBezTo>
                  <a:pt x="3636594" y="113386"/>
                  <a:pt x="3653257" y="120295"/>
                  <a:pt x="3665449" y="134112"/>
                </a:cubicBezTo>
                <a:cubicBezTo>
                  <a:pt x="3675202" y="145492"/>
                  <a:pt x="3680080" y="163373"/>
                  <a:pt x="3680080" y="187757"/>
                </a:cubicBezTo>
                <a:lnTo>
                  <a:pt x="3680080" y="431597"/>
                </a:lnTo>
                <a:lnTo>
                  <a:pt x="3608756" y="431597"/>
                </a:lnTo>
                <a:lnTo>
                  <a:pt x="3608756" y="202387"/>
                </a:lnTo>
                <a:cubicBezTo>
                  <a:pt x="3608756" y="177191"/>
                  <a:pt x="3600222" y="164592"/>
                  <a:pt x="3583153" y="164592"/>
                </a:cubicBezTo>
                <a:cubicBezTo>
                  <a:pt x="3562833" y="164592"/>
                  <a:pt x="3552673" y="178613"/>
                  <a:pt x="3552673" y="206655"/>
                </a:cubicBezTo>
                <a:lnTo>
                  <a:pt x="3552673" y="431597"/>
                </a:lnTo>
                <a:lnTo>
                  <a:pt x="3480130" y="431597"/>
                </a:lnTo>
                <a:lnTo>
                  <a:pt x="3480130" y="119482"/>
                </a:lnTo>
                <a:lnTo>
                  <a:pt x="3553892" y="119482"/>
                </a:lnTo>
                <a:lnTo>
                  <a:pt x="3552673" y="142647"/>
                </a:lnTo>
                <a:cubicBezTo>
                  <a:pt x="3572993" y="123140"/>
                  <a:pt x="3593922" y="113386"/>
                  <a:pt x="3615462" y="113386"/>
                </a:cubicBezTo>
                <a:close/>
                <a:moveTo>
                  <a:pt x="2994203" y="112776"/>
                </a:moveTo>
                <a:cubicBezTo>
                  <a:pt x="3016149" y="112776"/>
                  <a:pt x="3034640" y="116637"/>
                  <a:pt x="3049676" y="124359"/>
                </a:cubicBezTo>
                <a:cubicBezTo>
                  <a:pt x="3074467" y="136957"/>
                  <a:pt x="3086862" y="156058"/>
                  <a:pt x="3086862" y="181661"/>
                </a:cubicBezTo>
                <a:lnTo>
                  <a:pt x="3086862" y="355397"/>
                </a:lnTo>
                <a:cubicBezTo>
                  <a:pt x="3086862" y="381407"/>
                  <a:pt x="3087472" y="398272"/>
                  <a:pt x="3088691" y="405994"/>
                </a:cubicBezTo>
                <a:cubicBezTo>
                  <a:pt x="3090316" y="418186"/>
                  <a:pt x="3094380" y="426720"/>
                  <a:pt x="3100883" y="431597"/>
                </a:cubicBezTo>
                <a:lnTo>
                  <a:pt x="3024683" y="431597"/>
                </a:lnTo>
                <a:cubicBezTo>
                  <a:pt x="3019400" y="425908"/>
                  <a:pt x="3016555" y="416764"/>
                  <a:pt x="3016149" y="404165"/>
                </a:cubicBezTo>
                <a:cubicBezTo>
                  <a:pt x="3006395" y="415544"/>
                  <a:pt x="2998064" y="423469"/>
                  <a:pt x="2991155" y="427939"/>
                </a:cubicBezTo>
                <a:cubicBezTo>
                  <a:pt x="2980589" y="434848"/>
                  <a:pt x="2967990" y="438303"/>
                  <a:pt x="2953360" y="438303"/>
                </a:cubicBezTo>
                <a:cubicBezTo>
                  <a:pt x="2926538" y="438303"/>
                  <a:pt x="2908656" y="427736"/>
                  <a:pt x="2899715" y="406603"/>
                </a:cubicBezTo>
                <a:cubicBezTo>
                  <a:pt x="2894432" y="394818"/>
                  <a:pt x="2891790" y="376733"/>
                  <a:pt x="2891790" y="352349"/>
                </a:cubicBezTo>
                <a:cubicBezTo>
                  <a:pt x="2891790" y="321869"/>
                  <a:pt x="2893822" y="301752"/>
                  <a:pt x="2897886" y="291999"/>
                </a:cubicBezTo>
                <a:cubicBezTo>
                  <a:pt x="2903170" y="278994"/>
                  <a:pt x="2916987" y="267005"/>
                  <a:pt x="2939339" y="256032"/>
                </a:cubicBezTo>
                <a:lnTo>
                  <a:pt x="3014930" y="218237"/>
                </a:lnTo>
                <a:cubicBezTo>
                  <a:pt x="3014930" y="197104"/>
                  <a:pt x="3014726" y="185522"/>
                  <a:pt x="3014320" y="183490"/>
                </a:cubicBezTo>
                <a:cubicBezTo>
                  <a:pt x="3013101" y="169672"/>
                  <a:pt x="3004770" y="162763"/>
                  <a:pt x="2989326" y="162763"/>
                </a:cubicBezTo>
                <a:cubicBezTo>
                  <a:pt x="2977540" y="162763"/>
                  <a:pt x="2970225" y="166827"/>
                  <a:pt x="2967381" y="174955"/>
                </a:cubicBezTo>
                <a:cubicBezTo>
                  <a:pt x="2965348" y="180645"/>
                  <a:pt x="2964333" y="194259"/>
                  <a:pt x="2964333" y="215799"/>
                </a:cubicBezTo>
                <a:lnTo>
                  <a:pt x="2897886" y="215799"/>
                </a:lnTo>
                <a:cubicBezTo>
                  <a:pt x="2897886" y="189789"/>
                  <a:pt x="2898699" y="172924"/>
                  <a:pt x="2900325" y="165202"/>
                </a:cubicBezTo>
                <a:cubicBezTo>
                  <a:pt x="2901950" y="154229"/>
                  <a:pt x="2906827" y="144679"/>
                  <a:pt x="2914955" y="136551"/>
                </a:cubicBezTo>
                <a:cubicBezTo>
                  <a:pt x="2930805" y="120701"/>
                  <a:pt x="2957220" y="112776"/>
                  <a:pt x="2994203" y="112776"/>
                </a:cubicBezTo>
                <a:close/>
                <a:moveTo>
                  <a:pt x="2635072" y="112776"/>
                </a:moveTo>
                <a:cubicBezTo>
                  <a:pt x="2694407" y="112776"/>
                  <a:pt x="2724074" y="136754"/>
                  <a:pt x="2724074" y="184709"/>
                </a:cubicBezTo>
                <a:lnTo>
                  <a:pt x="2724074" y="218847"/>
                </a:lnTo>
                <a:lnTo>
                  <a:pt x="2661285" y="218847"/>
                </a:lnTo>
                <a:cubicBezTo>
                  <a:pt x="2661285" y="197714"/>
                  <a:pt x="2660269" y="183896"/>
                  <a:pt x="2658237" y="177394"/>
                </a:cubicBezTo>
                <a:cubicBezTo>
                  <a:pt x="2654580" y="167640"/>
                  <a:pt x="2646858" y="162763"/>
                  <a:pt x="2635072" y="162763"/>
                </a:cubicBezTo>
                <a:cubicBezTo>
                  <a:pt x="2618004" y="162763"/>
                  <a:pt x="2609469" y="172111"/>
                  <a:pt x="2609469" y="190805"/>
                </a:cubicBezTo>
                <a:cubicBezTo>
                  <a:pt x="2609469" y="203810"/>
                  <a:pt x="2616378" y="215189"/>
                  <a:pt x="2630196" y="224943"/>
                </a:cubicBezTo>
                <a:lnTo>
                  <a:pt x="2696642" y="271882"/>
                </a:lnTo>
                <a:cubicBezTo>
                  <a:pt x="2705989" y="278384"/>
                  <a:pt x="2712695" y="285293"/>
                  <a:pt x="2716759" y="292608"/>
                </a:cubicBezTo>
                <a:cubicBezTo>
                  <a:pt x="2723668" y="302362"/>
                  <a:pt x="2727122" y="318618"/>
                  <a:pt x="2727122" y="341376"/>
                </a:cubicBezTo>
                <a:cubicBezTo>
                  <a:pt x="2727122" y="370231"/>
                  <a:pt x="2723261" y="390957"/>
                  <a:pt x="2715540" y="403555"/>
                </a:cubicBezTo>
                <a:cubicBezTo>
                  <a:pt x="2702128" y="425501"/>
                  <a:pt x="2675306" y="436880"/>
                  <a:pt x="2635072" y="437693"/>
                </a:cubicBezTo>
                <a:lnTo>
                  <a:pt x="2635072" y="463296"/>
                </a:lnTo>
                <a:cubicBezTo>
                  <a:pt x="2678151" y="463296"/>
                  <a:pt x="2699893" y="477114"/>
                  <a:pt x="2700300" y="504749"/>
                </a:cubicBezTo>
                <a:cubicBezTo>
                  <a:pt x="2700706" y="534416"/>
                  <a:pt x="2677338" y="549250"/>
                  <a:pt x="2630196" y="549250"/>
                </a:cubicBezTo>
                <a:cubicBezTo>
                  <a:pt x="2611501" y="549250"/>
                  <a:pt x="2594230" y="547218"/>
                  <a:pt x="2578380" y="543154"/>
                </a:cubicBezTo>
                <a:lnTo>
                  <a:pt x="2578380" y="524866"/>
                </a:lnTo>
                <a:cubicBezTo>
                  <a:pt x="2587320" y="525679"/>
                  <a:pt x="2595042" y="526085"/>
                  <a:pt x="2601544" y="526085"/>
                </a:cubicBezTo>
                <a:cubicBezTo>
                  <a:pt x="2621052" y="526085"/>
                  <a:pt x="2630805" y="519989"/>
                  <a:pt x="2630805" y="507797"/>
                </a:cubicBezTo>
                <a:cubicBezTo>
                  <a:pt x="2630805" y="498450"/>
                  <a:pt x="2623490" y="492557"/>
                  <a:pt x="2608860" y="490119"/>
                </a:cubicBezTo>
                <a:lnTo>
                  <a:pt x="2608860" y="436474"/>
                </a:lnTo>
                <a:cubicBezTo>
                  <a:pt x="2560498" y="431191"/>
                  <a:pt x="2536317" y="403962"/>
                  <a:pt x="2536317" y="354787"/>
                </a:cubicBezTo>
                <a:lnTo>
                  <a:pt x="2536317" y="321869"/>
                </a:lnTo>
                <a:lnTo>
                  <a:pt x="2603373" y="321869"/>
                </a:lnTo>
                <a:cubicBezTo>
                  <a:pt x="2603373" y="347472"/>
                  <a:pt x="2604592" y="363728"/>
                  <a:pt x="2607031" y="370637"/>
                </a:cubicBezTo>
                <a:cubicBezTo>
                  <a:pt x="2610282" y="380797"/>
                  <a:pt x="2618613" y="385877"/>
                  <a:pt x="2632024" y="385877"/>
                </a:cubicBezTo>
                <a:cubicBezTo>
                  <a:pt x="2650719" y="385877"/>
                  <a:pt x="2660066" y="374498"/>
                  <a:pt x="2660066" y="351739"/>
                </a:cubicBezTo>
                <a:cubicBezTo>
                  <a:pt x="2660066" y="341580"/>
                  <a:pt x="2659050" y="334264"/>
                  <a:pt x="2657018" y="329794"/>
                </a:cubicBezTo>
                <a:cubicBezTo>
                  <a:pt x="2654173" y="323698"/>
                  <a:pt x="2648077" y="317399"/>
                  <a:pt x="2638730" y="310896"/>
                </a:cubicBezTo>
                <a:lnTo>
                  <a:pt x="2578380" y="268224"/>
                </a:lnTo>
                <a:cubicBezTo>
                  <a:pt x="2572284" y="263754"/>
                  <a:pt x="2565578" y="257252"/>
                  <a:pt x="2558263" y="248717"/>
                </a:cubicBezTo>
                <a:cubicBezTo>
                  <a:pt x="2546884" y="235306"/>
                  <a:pt x="2541194" y="216815"/>
                  <a:pt x="2541194" y="193244"/>
                </a:cubicBezTo>
                <a:cubicBezTo>
                  <a:pt x="2541194" y="139599"/>
                  <a:pt x="2572487" y="112776"/>
                  <a:pt x="2635072" y="112776"/>
                </a:cubicBezTo>
                <a:close/>
                <a:moveTo>
                  <a:pt x="2403653" y="112776"/>
                </a:moveTo>
                <a:cubicBezTo>
                  <a:pt x="2425599" y="112776"/>
                  <a:pt x="2444090" y="116637"/>
                  <a:pt x="2459126" y="124359"/>
                </a:cubicBezTo>
                <a:cubicBezTo>
                  <a:pt x="2483917" y="136957"/>
                  <a:pt x="2496312" y="156058"/>
                  <a:pt x="2496312" y="181661"/>
                </a:cubicBezTo>
                <a:lnTo>
                  <a:pt x="2496312" y="355397"/>
                </a:lnTo>
                <a:cubicBezTo>
                  <a:pt x="2496312" y="381407"/>
                  <a:pt x="2496922" y="398272"/>
                  <a:pt x="2498141" y="405994"/>
                </a:cubicBezTo>
                <a:cubicBezTo>
                  <a:pt x="2499766" y="418186"/>
                  <a:pt x="2503830" y="426720"/>
                  <a:pt x="2510333" y="431597"/>
                </a:cubicBezTo>
                <a:lnTo>
                  <a:pt x="2434133" y="431597"/>
                </a:lnTo>
                <a:cubicBezTo>
                  <a:pt x="2428850" y="425908"/>
                  <a:pt x="2426005" y="416764"/>
                  <a:pt x="2425599" y="404165"/>
                </a:cubicBezTo>
                <a:cubicBezTo>
                  <a:pt x="2415845" y="415544"/>
                  <a:pt x="2407514" y="423469"/>
                  <a:pt x="2400605" y="427939"/>
                </a:cubicBezTo>
                <a:cubicBezTo>
                  <a:pt x="2390039" y="434848"/>
                  <a:pt x="2377440" y="438303"/>
                  <a:pt x="2362810" y="438303"/>
                </a:cubicBezTo>
                <a:cubicBezTo>
                  <a:pt x="2335988" y="438303"/>
                  <a:pt x="2318106" y="427736"/>
                  <a:pt x="2309165" y="406603"/>
                </a:cubicBezTo>
                <a:cubicBezTo>
                  <a:pt x="2303882" y="394818"/>
                  <a:pt x="2301240" y="376733"/>
                  <a:pt x="2301240" y="352349"/>
                </a:cubicBezTo>
                <a:cubicBezTo>
                  <a:pt x="2301240" y="321869"/>
                  <a:pt x="2303272" y="301752"/>
                  <a:pt x="2307336" y="291999"/>
                </a:cubicBezTo>
                <a:cubicBezTo>
                  <a:pt x="2312620" y="278994"/>
                  <a:pt x="2326437" y="267005"/>
                  <a:pt x="2348789" y="256032"/>
                </a:cubicBezTo>
                <a:lnTo>
                  <a:pt x="2424380" y="218237"/>
                </a:lnTo>
                <a:cubicBezTo>
                  <a:pt x="2424380" y="197104"/>
                  <a:pt x="2424176" y="185522"/>
                  <a:pt x="2423770" y="183490"/>
                </a:cubicBezTo>
                <a:cubicBezTo>
                  <a:pt x="2422551" y="169672"/>
                  <a:pt x="2414220" y="162763"/>
                  <a:pt x="2398776" y="162763"/>
                </a:cubicBezTo>
                <a:cubicBezTo>
                  <a:pt x="2386990" y="162763"/>
                  <a:pt x="2379675" y="166827"/>
                  <a:pt x="2376831" y="174955"/>
                </a:cubicBezTo>
                <a:cubicBezTo>
                  <a:pt x="2374798" y="180645"/>
                  <a:pt x="2373783" y="194259"/>
                  <a:pt x="2373783" y="215799"/>
                </a:cubicBezTo>
                <a:lnTo>
                  <a:pt x="2307336" y="215799"/>
                </a:lnTo>
                <a:cubicBezTo>
                  <a:pt x="2307336" y="189789"/>
                  <a:pt x="2308149" y="172924"/>
                  <a:pt x="2309775" y="165202"/>
                </a:cubicBezTo>
                <a:cubicBezTo>
                  <a:pt x="2311400" y="154229"/>
                  <a:pt x="2316277" y="144679"/>
                  <a:pt x="2324405" y="136551"/>
                </a:cubicBezTo>
                <a:cubicBezTo>
                  <a:pt x="2340255" y="120701"/>
                  <a:pt x="2366670" y="112776"/>
                  <a:pt x="2403653" y="112776"/>
                </a:cubicBezTo>
                <a:close/>
                <a:moveTo>
                  <a:pt x="1755953" y="112776"/>
                </a:moveTo>
                <a:cubicBezTo>
                  <a:pt x="1777899" y="112776"/>
                  <a:pt x="1796390" y="116637"/>
                  <a:pt x="1811427" y="124359"/>
                </a:cubicBezTo>
                <a:cubicBezTo>
                  <a:pt x="1836217" y="136957"/>
                  <a:pt x="1848612" y="156058"/>
                  <a:pt x="1848612" y="181661"/>
                </a:cubicBezTo>
                <a:lnTo>
                  <a:pt x="1848612" y="355397"/>
                </a:lnTo>
                <a:cubicBezTo>
                  <a:pt x="1848612" y="381407"/>
                  <a:pt x="1849222" y="398272"/>
                  <a:pt x="1850441" y="405994"/>
                </a:cubicBezTo>
                <a:cubicBezTo>
                  <a:pt x="1852067" y="418186"/>
                  <a:pt x="1856131" y="426720"/>
                  <a:pt x="1862633" y="431597"/>
                </a:cubicBezTo>
                <a:lnTo>
                  <a:pt x="1786433" y="431597"/>
                </a:lnTo>
                <a:cubicBezTo>
                  <a:pt x="1781150" y="425908"/>
                  <a:pt x="1778305" y="416764"/>
                  <a:pt x="1777899" y="404165"/>
                </a:cubicBezTo>
                <a:cubicBezTo>
                  <a:pt x="1768145" y="415544"/>
                  <a:pt x="1759814" y="423469"/>
                  <a:pt x="1752905" y="427939"/>
                </a:cubicBezTo>
                <a:cubicBezTo>
                  <a:pt x="1742339" y="434848"/>
                  <a:pt x="1729740" y="438303"/>
                  <a:pt x="1715110" y="438303"/>
                </a:cubicBezTo>
                <a:cubicBezTo>
                  <a:pt x="1688288" y="438303"/>
                  <a:pt x="1670406" y="427736"/>
                  <a:pt x="1661465" y="406603"/>
                </a:cubicBezTo>
                <a:cubicBezTo>
                  <a:pt x="1656182" y="394818"/>
                  <a:pt x="1653540" y="376733"/>
                  <a:pt x="1653540" y="352349"/>
                </a:cubicBezTo>
                <a:cubicBezTo>
                  <a:pt x="1653540" y="321869"/>
                  <a:pt x="1655572" y="301752"/>
                  <a:pt x="1659636" y="291999"/>
                </a:cubicBezTo>
                <a:cubicBezTo>
                  <a:pt x="1664919" y="278994"/>
                  <a:pt x="1678737" y="267005"/>
                  <a:pt x="1701089" y="256032"/>
                </a:cubicBezTo>
                <a:lnTo>
                  <a:pt x="1776680" y="218237"/>
                </a:lnTo>
                <a:cubicBezTo>
                  <a:pt x="1776680" y="197104"/>
                  <a:pt x="1776476" y="185522"/>
                  <a:pt x="1776070" y="183490"/>
                </a:cubicBezTo>
                <a:cubicBezTo>
                  <a:pt x="1774851" y="169672"/>
                  <a:pt x="1766520" y="162763"/>
                  <a:pt x="1751076" y="162763"/>
                </a:cubicBezTo>
                <a:cubicBezTo>
                  <a:pt x="1739291" y="162763"/>
                  <a:pt x="1731976" y="166827"/>
                  <a:pt x="1729131" y="174955"/>
                </a:cubicBezTo>
                <a:cubicBezTo>
                  <a:pt x="1727099" y="180645"/>
                  <a:pt x="1726083" y="194259"/>
                  <a:pt x="1726083" y="215799"/>
                </a:cubicBezTo>
                <a:lnTo>
                  <a:pt x="1659636" y="215799"/>
                </a:lnTo>
                <a:cubicBezTo>
                  <a:pt x="1659636" y="189789"/>
                  <a:pt x="1660449" y="172924"/>
                  <a:pt x="1662075" y="165202"/>
                </a:cubicBezTo>
                <a:cubicBezTo>
                  <a:pt x="1663700" y="154229"/>
                  <a:pt x="1668577" y="144679"/>
                  <a:pt x="1676705" y="136551"/>
                </a:cubicBezTo>
                <a:cubicBezTo>
                  <a:pt x="1692555" y="120701"/>
                  <a:pt x="1718971" y="112776"/>
                  <a:pt x="1755953" y="112776"/>
                </a:cubicBezTo>
                <a:close/>
                <a:moveTo>
                  <a:pt x="746303" y="112776"/>
                </a:moveTo>
                <a:cubicBezTo>
                  <a:pt x="768249" y="112776"/>
                  <a:pt x="786740" y="116637"/>
                  <a:pt x="801777" y="124359"/>
                </a:cubicBezTo>
                <a:cubicBezTo>
                  <a:pt x="826567" y="136957"/>
                  <a:pt x="838962" y="156058"/>
                  <a:pt x="838962" y="181661"/>
                </a:cubicBezTo>
                <a:lnTo>
                  <a:pt x="838962" y="355397"/>
                </a:lnTo>
                <a:cubicBezTo>
                  <a:pt x="838962" y="381407"/>
                  <a:pt x="839572" y="398272"/>
                  <a:pt x="840791" y="405994"/>
                </a:cubicBezTo>
                <a:cubicBezTo>
                  <a:pt x="842417" y="418186"/>
                  <a:pt x="846481" y="426720"/>
                  <a:pt x="852983" y="431597"/>
                </a:cubicBezTo>
                <a:lnTo>
                  <a:pt x="776783" y="431597"/>
                </a:lnTo>
                <a:cubicBezTo>
                  <a:pt x="771500" y="425908"/>
                  <a:pt x="768655" y="416764"/>
                  <a:pt x="768249" y="404165"/>
                </a:cubicBezTo>
                <a:cubicBezTo>
                  <a:pt x="758495" y="415544"/>
                  <a:pt x="750164" y="423469"/>
                  <a:pt x="743255" y="427939"/>
                </a:cubicBezTo>
                <a:cubicBezTo>
                  <a:pt x="732689" y="434848"/>
                  <a:pt x="720090" y="438303"/>
                  <a:pt x="705460" y="438303"/>
                </a:cubicBezTo>
                <a:cubicBezTo>
                  <a:pt x="678638" y="438303"/>
                  <a:pt x="660756" y="427736"/>
                  <a:pt x="651815" y="406603"/>
                </a:cubicBezTo>
                <a:cubicBezTo>
                  <a:pt x="646532" y="394818"/>
                  <a:pt x="643891" y="376733"/>
                  <a:pt x="643891" y="352349"/>
                </a:cubicBezTo>
                <a:cubicBezTo>
                  <a:pt x="643891" y="321869"/>
                  <a:pt x="645922" y="301752"/>
                  <a:pt x="649986" y="291999"/>
                </a:cubicBezTo>
                <a:cubicBezTo>
                  <a:pt x="655270" y="278994"/>
                  <a:pt x="669087" y="267005"/>
                  <a:pt x="691439" y="256032"/>
                </a:cubicBezTo>
                <a:lnTo>
                  <a:pt x="767029" y="218237"/>
                </a:lnTo>
                <a:cubicBezTo>
                  <a:pt x="767029" y="197104"/>
                  <a:pt x="766826" y="185522"/>
                  <a:pt x="766420" y="183490"/>
                </a:cubicBezTo>
                <a:cubicBezTo>
                  <a:pt x="765201" y="169672"/>
                  <a:pt x="756869" y="162763"/>
                  <a:pt x="741426" y="162763"/>
                </a:cubicBezTo>
                <a:cubicBezTo>
                  <a:pt x="729641" y="162763"/>
                  <a:pt x="722325" y="166827"/>
                  <a:pt x="719481" y="174955"/>
                </a:cubicBezTo>
                <a:cubicBezTo>
                  <a:pt x="717449" y="180645"/>
                  <a:pt x="716433" y="194259"/>
                  <a:pt x="716433" y="215799"/>
                </a:cubicBezTo>
                <a:lnTo>
                  <a:pt x="649986" y="215799"/>
                </a:lnTo>
                <a:cubicBezTo>
                  <a:pt x="649986" y="189789"/>
                  <a:pt x="650799" y="172924"/>
                  <a:pt x="652425" y="165202"/>
                </a:cubicBezTo>
                <a:cubicBezTo>
                  <a:pt x="654050" y="154229"/>
                  <a:pt x="658927" y="144679"/>
                  <a:pt x="667055" y="136551"/>
                </a:cubicBezTo>
                <a:cubicBezTo>
                  <a:pt x="682905" y="120701"/>
                  <a:pt x="709321" y="112776"/>
                  <a:pt x="746303" y="112776"/>
                </a:cubicBezTo>
                <a:close/>
                <a:moveTo>
                  <a:pt x="510998" y="112776"/>
                </a:moveTo>
                <a:cubicBezTo>
                  <a:pt x="570332" y="112776"/>
                  <a:pt x="599999" y="136754"/>
                  <a:pt x="599999" y="184709"/>
                </a:cubicBezTo>
                <a:lnTo>
                  <a:pt x="599999" y="218847"/>
                </a:lnTo>
                <a:lnTo>
                  <a:pt x="537210" y="218847"/>
                </a:lnTo>
                <a:cubicBezTo>
                  <a:pt x="537210" y="197714"/>
                  <a:pt x="536194" y="183896"/>
                  <a:pt x="534162" y="177394"/>
                </a:cubicBezTo>
                <a:cubicBezTo>
                  <a:pt x="530505" y="167640"/>
                  <a:pt x="522783" y="162763"/>
                  <a:pt x="510998" y="162763"/>
                </a:cubicBezTo>
                <a:cubicBezTo>
                  <a:pt x="493929" y="162763"/>
                  <a:pt x="485394" y="172111"/>
                  <a:pt x="485394" y="190805"/>
                </a:cubicBezTo>
                <a:cubicBezTo>
                  <a:pt x="485394" y="203810"/>
                  <a:pt x="492303" y="215189"/>
                  <a:pt x="506121" y="224943"/>
                </a:cubicBezTo>
                <a:lnTo>
                  <a:pt x="572567" y="271882"/>
                </a:lnTo>
                <a:cubicBezTo>
                  <a:pt x="581915" y="278384"/>
                  <a:pt x="588620" y="285293"/>
                  <a:pt x="592684" y="292608"/>
                </a:cubicBezTo>
                <a:cubicBezTo>
                  <a:pt x="599593" y="302362"/>
                  <a:pt x="603047" y="318618"/>
                  <a:pt x="603047" y="341376"/>
                </a:cubicBezTo>
                <a:cubicBezTo>
                  <a:pt x="603047" y="370637"/>
                  <a:pt x="598983" y="391567"/>
                  <a:pt x="590855" y="404165"/>
                </a:cubicBezTo>
                <a:cubicBezTo>
                  <a:pt x="577038" y="426517"/>
                  <a:pt x="548996" y="437693"/>
                  <a:pt x="506730" y="437693"/>
                </a:cubicBezTo>
                <a:cubicBezTo>
                  <a:pt x="443738" y="437693"/>
                  <a:pt x="412242" y="410058"/>
                  <a:pt x="412242" y="354787"/>
                </a:cubicBezTo>
                <a:lnTo>
                  <a:pt x="412242" y="321869"/>
                </a:lnTo>
                <a:lnTo>
                  <a:pt x="479298" y="321869"/>
                </a:lnTo>
                <a:cubicBezTo>
                  <a:pt x="479298" y="347472"/>
                  <a:pt x="480518" y="363728"/>
                  <a:pt x="482956" y="370637"/>
                </a:cubicBezTo>
                <a:cubicBezTo>
                  <a:pt x="486207" y="380797"/>
                  <a:pt x="494538" y="385877"/>
                  <a:pt x="507950" y="385877"/>
                </a:cubicBezTo>
                <a:cubicBezTo>
                  <a:pt x="526644" y="385877"/>
                  <a:pt x="535991" y="374498"/>
                  <a:pt x="535991" y="351739"/>
                </a:cubicBezTo>
                <a:cubicBezTo>
                  <a:pt x="535991" y="341580"/>
                  <a:pt x="534975" y="334264"/>
                  <a:pt x="532943" y="329794"/>
                </a:cubicBezTo>
                <a:cubicBezTo>
                  <a:pt x="530098" y="323698"/>
                  <a:pt x="524002" y="317399"/>
                  <a:pt x="514655" y="310896"/>
                </a:cubicBezTo>
                <a:lnTo>
                  <a:pt x="454305" y="268224"/>
                </a:lnTo>
                <a:cubicBezTo>
                  <a:pt x="448209" y="263754"/>
                  <a:pt x="441503" y="257252"/>
                  <a:pt x="434188" y="248717"/>
                </a:cubicBezTo>
                <a:cubicBezTo>
                  <a:pt x="422809" y="235306"/>
                  <a:pt x="417119" y="216815"/>
                  <a:pt x="417119" y="193244"/>
                </a:cubicBezTo>
                <a:cubicBezTo>
                  <a:pt x="417119" y="139599"/>
                  <a:pt x="448412" y="112776"/>
                  <a:pt x="510998" y="112776"/>
                </a:cubicBezTo>
                <a:close/>
                <a:moveTo>
                  <a:pt x="279578" y="112776"/>
                </a:moveTo>
                <a:cubicBezTo>
                  <a:pt x="301524" y="112776"/>
                  <a:pt x="320015" y="116637"/>
                  <a:pt x="335052" y="124359"/>
                </a:cubicBezTo>
                <a:cubicBezTo>
                  <a:pt x="359842" y="136957"/>
                  <a:pt x="372237" y="156058"/>
                  <a:pt x="372237" y="181661"/>
                </a:cubicBezTo>
                <a:lnTo>
                  <a:pt x="372237" y="355397"/>
                </a:lnTo>
                <a:cubicBezTo>
                  <a:pt x="372237" y="381407"/>
                  <a:pt x="372847" y="398272"/>
                  <a:pt x="374066" y="405994"/>
                </a:cubicBezTo>
                <a:cubicBezTo>
                  <a:pt x="375692" y="418186"/>
                  <a:pt x="379756" y="426720"/>
                  <a:pt x="386258" y="431597"/>
                </a:cubicBezTo>
                <a:lnTo>
                  <a:pt x="310058" y="431597"/>
                </a:lnTo>
                <a:cubicBezTo>
                  <a:pt x="304775" y="425908"/>
                  <a:pt x="301930" y="416764"/>
                  <a:pt x="301524" y="404165"/>
                </a:cubicBezTo>
                <a:cubicBezTo>
                  <a:pt x="291770" y="415544"/>
                  <a:pt x="283439" y="423469"/>
                  <a:pt x="276530" y="427939"/>
                </a:cubicBezTo>
                <a:cubicBezTo>
                  <a:pt x="265964" y="434848"/>
                  <a:pt x="253365" y="438303"/>
                  <a:pt x="238735" y="438303"/>
                </a:cubicBezTo>
                <a:cubicBezTo>
                  <a:pt x="211913" y="438303"/>
                  <a:pt x="194031" y="427736"/>
                  <a:pt x="185090" y="406603"/>
                </a:cubicBezTo>
                <a:cubicBezTo>
                  <a:pt x="179807" y="394818"/>
                  <a:pt x="177165" y="376733"/>
                  <a:pt x="177165" y="352349"/>
                </a:cubicBezTo>
                <a:cubicBezTo>
                  <a:pt x="177165" y="321869"/>
                  <a:pt x="179197" y="301752"/>
                  <a:pt x="183261" y="291999"/>
                </a:cubicBezTo>
                <a:cubicBezTo>
                  <a:pt x="188545" y="278994"/>
                  <a:pt x="202362" y="267005"/>
                  <a:pt x="224714" y="256032"/>
                </a:cubicBezTo>
                <a:lnTo>
                  <a:pt x="300305" y="218237"/>
                </a:lnTo>
                <a:cubicBezTo>
                  <a:pt x="300305" y="197104"/>
                  <a:pt x="300101" y="185522"/>
                  <a:pt x="299695" y="183490"/>
                </a:cubicBezTo>
                <a:cubicBezTo>
                  <a:pt x="298476" y="169672"/>
                  <a:pt x="290145" y="162763"/>
                  <a:pt x="274701" y="162763"/>
                </a:cubicBezTo>
                <a:cubicBezTo>
                  <a:pt x="262916" y="162763"/>
                  <a:pt x="255601" y="166827"/>
                  <a:pt x="252756" y="174955"/>
                </a:cubicBezTo>
                <a:cubicBezTo>
                  <a:pt x="250724" y="180645"/>
                  <a:pt x="249708" y="194259"/>
                  <a:pt x="249708" y="215799"/>
                </a:cubicBezTo>
                <a:lnTo>
                  <a:pt x="183261" y="215799"/>
                </a:lnTo>
                <a:cubicBezTo>
                  <a:pt x="183261" y="189789"/>
                  <a:pt x="184074" y="172924"/>
                  <a:pt x="185700" y="165202"/>
                </a:cubicBezTo>
                <a:cubicBezTo>
                  <a:pt x="187325" y="154229"/>
                  <a:pt x="192202" y="144679"/>
                  <a:pt x="200330" y="136551"/>
                </a:cubicBezTo>
                <a:cubicBezTo>
                  <a:pt x="216180" y="120701"/>
                  <a:pt x="242596" y="112776"/>
                  <a:pt x="279578" y="112776"/>
                </a:cubicBezTo>
                <a:close/>
                <a:moveTo>
                  <a:pt x="39015" y="6706"/>
                </a:moveTo>
                <a:lnTo>
                  <a:pt x="111557" y="6706"/>
                </a:lnTo>
                <a:lnTo>
                  <a:pt x="111557" y="119482"/>
                </a:lnTo>
                <a:lnTo>
                  <a:pt x="154839" y="119482"/>
                </a:lnTo>
                <a:lnTo>
                  <a:pt x="154839" y="167640"/>
                </a:lnTo>
                <a:lnTo>
                  <a:pt x="110948" y="167640"/>
                </a:lnTo>
                <a:lnTo>
                  <a:pt x="110948" y="345644"/>
                </a:lnTo>
                <a:cubicBezTo>
                  <a:pt x="110948" y="357429"/>
                  <a:pt x="112776" y="365557"/>
                  <a:pt x="116434" y="370028"/>
                </a:cubicBezTo>
                <a:cubicBezTo>
                  <a:pt x="121311" y="376530"/>
                  <a:pt x="130455" y="379781"/>
                  <a:pt x="143866" y="379781"/>
                </a:cubicBezTo>
                <a:cubicBezTo>
                  <a:pt x="145492" y="379781"/>
                  <a:pt x="147727" y="379578"/>
                  <a:pt x="150572" y="379171"/>
                </a:cubicBezTo>
                <a:lnTo>
                  <a:pt x="156668" y="379171"/>
                </a:lnTo>
                <a:lnTo>
                  <a:pt x="156668" y="430987"/>
                </a:lnTo>
                <a:cubicBezTo>
                  <a:pt x="146914" y="433426"/>
                  <a:pt x="134112" y="434645"/>
                  <a:pt x="118263" y="434645"/>
                </a:cubicBezTo>
                <a:cubicBezTo>
                  <a:pt x="86564" y="434645"/>
                  <a:pt x="65024" y="428752"/>
                  <a:pt x="53645" y="416967"/>
                </a:cubicBezTo>
                <a:cubicBezTo>
                  <a:pt x="44298" y="407619"/>
                  <a:pt x="39624" y="391770"/>
                  <a:pt x="39624" y="369418"/>
                </a:cubicBezTo>
                <a:lnTo>
                  <a:pt x="39624" y="167640"/>
                </a:lnTo>
                <a:lnTo>
                  <a:pt x="0" y="167640"/>
                </a:lnTo>
                <a:lnTo>
                  <a:pt x="0" y="119482"/>
                </a:lnTo>
                <a:lnTo>
                  <a:pt x="39015" y="119482"/>
                </a:lnTo>
                <a:close/>
                <a:moveTo>
                  <a:pt x="2775280" y="1219"/>
                </a:moveTo>
                <a:lnTo>
                  <a:pt x="2848432" y="1219"/>
                </a:lnTo>
                <a:lnTo>
                  <a:pt x="2848432" y="431597"/>
                </a:lnTo>
                <a:lnTo>
                  <a:pt x="2775280" y="431597"/>
                </a:lnTo>
                <a:close/>
                <a:moveTo>
                  <a:pt x="2051380" y="610"/>
                </a:moveTo>
                <a:lnTo>
                  <a:pt x="2123923" y="610"/>
                </a:lnTo>
                <a:lnTo>
                  <a:pt x="2123923" y="143866"/>
                </a:lnTo>
                <a:cubicBezTo>
                  <a:pt x="2146275" y="123139"/>
                  <a:pt x="2168017" y="112776"/>
                  <a:pt x="2189150" y="112776"/>
                </a:cubicBezTo>
                <a:cubicBezTo>
                  <a:pt x="2205000" y="112776"/>
                  <a:pt x="2219020" y="118059"/>
                  <a:pt x="2231212" y="128626"/>
                </a:cubicBezTo>
                <a:cubicBezTo>
                  <a:pt x="2247062" y="142037"/>
                  <a:pt x="2254987" y="161138"/>
                  <a:pt x="2254987" y="185928"/>
                </a:cubicBezTo>
                <a:lnTo>
                  <a:pt x="2254987" y="362103"/>
                </a:lnTo>
                <a:cubicBezTo>
                  <a:pt x="2254987" y="390957"/>
                  <a:pt x="2246452" y="411887"/>
                  <a:pt x="2229384" y="424892"/>
                </a:cubicBezTo>
                <a:cubicBezTo>
                  <a:pt x="2217598" y="433832"/>
                  <a:pt x="2203984" y="438303"/>
                  <a:pt x="2188540" y="438303"/>
                </a:cubicBezTo>
                <a:cubicBezTo>
                  <a:pt x="2163344" y="438303"/>
                  <a:pt x="2141804" y="426517"/>
                  <a:pt x="2123923" y="402946"/>
                </a:cubicBezTo>
                <a:lnTo>
                  <a:pt x="2123923" y="431597"/>
                </a:lnTo>
                <a:lnTo>
                  <a:pt x="2051380" y="431597"/>
                </a:lnTo>
                <a:close/>
                <a:moveTo>
                  <a:pt x="1602944" y="0"/>
                </a:moveTo>
                <a:cubicBezTo>
                  <a:pt x="1607007" y="0"/>
                  <a:pt x="1615542" y="407"/>
                  <a:pt x="1628547" y="1219"/>
                </a:cubicBezTo>
                <a:lnTo>
                  <a:pt x="1628547" y="60351"/>
                </a:lnTo>
                <a:cubicBezTo>
                  <a:pt x="1626515" y="60351"/>
                  <a:pt x="1623264" y="60148"/>
                  <a:pt x="1618793" y="59741"/>
                </a:cubicBezTo>
                <a:lnTo>
                  <a:pt x="1612697" y="59741"/>
                </a:lnTo>
                <a:cubicBezTo>
                  <a:pt x="1600099" y="59741"/>
                  <a:pt x="1593800" y="66853"/>
                  <a:pt x="1593800" y="81077"/>
                </a:cubicBezTo>
                <a:lnTo>
                  <a:pt x="1593800" y="119482"/>
                </a:lnTo>
                <a:lnTo>
                  <a:pt x="1625499" y="119482"/>
                </a:lnTo>
                <a:lnTo>
                  <a:pt x="1625499" y="167640"/>
                </a:lnTo>
                <a:lnTo>
                  <a:pt x="1593190" y="167640"/>
                </a:lnTo>
                <a:lnTo>
                  <a:pt x="1593190" y="431597"/>
                </a:lnTo>
                <a:lnTo>
                  <a:pt x="1520648" y="431597"/>
                </a:lnTo>
                <a:lnTo>
                  <a:pt x="1520648" y="167640"/>
                </a:lnTo>
                <a:lnTo>
                  <a:pt x="1488339" y="167640"/>
                </a:lnTo>
                <a:lnTo>
                  <a:pt x="1488339" y="119482"/>
                </a:lnTo>
                <a:lnTo>
                  <a:pt x="1521257" y="119482"/>
                </a:lnTo>
                <a:lnTo>
                  <a:pt x="1521257" y="64618"/>
                </a:lnTo>
                <a:cubicBezTo>
                  <a:pt x="1521257" y="36576"/>
                  <a:pt x="1531417" y="17679"/>
                  <a:pt x="1551737" y="7925"/>
                </a:cubicBezTo>
                <a:cubicBezTo>
                  <a:pt x="1563116" y="2642"/>
                  <a:pt x="1580185" y="0"/>
                  <a:pt x="1602944" y="0"/>
                </a:cubicBez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dist="50800" dir="3300000" algn="ctr" rotWithShape="0">
              <a:schemeClr val="tx1">
                <a:alpha val="9000"/>
              </a:schemeClr>
            </a:outerShdw>
          </a:effectLst>
        </p:spPr>
        <p:txBody>
          <a:bodyPr wrap="square" anchor="ctr">
            <a:noAutofit/>
          </a:bodyPr>
          <a:lstStyle>
            <a:defPPr>
              <a:defRPr lang="en-US"/>
            </a:defPPr>
          </a:lstStyle>
          <a:p>
            <a:endParaRPr lang="en-TR" dirty="0" err="1"/>
          </a:p>
        </p:txBody>
      </p:sp>
      <p:pic>
        <p:nvPicPr>
          <p:cNvPr id="72" name="Picture 71">
            <a:extLst>
              <a:ext uri="{FF2B5EF4-FFF2-40B4-BE49-F238E27FC236}">
                <a16:creationId xmlns:a16="http://schemas.microsoft.com/office/drawing/2014/main" id="{0374B6CB-8382-222C-E771-89A3D5829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876" b="1"/>
          <a:stretch/>
        </p:blipFill>
        <p:spPr>
          <a:xfrm>
            <a:off x="6350" y="5478010"/>
            <a:ext cx="12179300" cy="1379987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ABAD32BC-04F5-C26B-59B2-45A15BDACB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9771" b="1"/>
          <a:stretch/>
        </p:blipFill>
        <p:spPr>
          <a:xfrm>
            <a:off x="0" y="5470902"/>
            <a:ext cx="12179300" cy="138709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E591FBB9-8047-869C-04D1-42D0350810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996" t="21817" r="51832" b="21817"/>
          <a:stretch/>
        </p:blipFill>
        <p:spPr>
          <a:xfrm>
            <a:off x="-599" y="0"/>
            <a:ext cx="7066419" cy="6858000"/>
          </a:xfrm>
          <a:custGeom>
            <a:avLst/>
            <a:gdLst>
              <a:gd name="connsiteX0" fmla="*/ 0 w 7066419"/>
              <a:gd name="connsiteY0" fmla="*/ 0 h 6858000"/>
              <a:gd name="connsiteX1" fmla="*/ 5803518 w 7066419"/>
              <a:gd name="connsiteY1" fmla="*/ 0 h 6858000"/>
              <a:gd name="connsiteX2" fmla="*/ 6036378 w 7066419"/>
              <a:gd name="connsiteY2" fmla="*/ 272916 h 6858000"/>
              <a:gd name="connsiteX3" fmla="*/ 7066419 w 7066419"/>
              <a:gd name="connsiteY3" fmla="*/ 3254517 h 6858000"/>
              <a:gd name="connsiteX4" fmla="*/ 5484202 w 7066419"/>
              <a:gd name="connsiteY4" fmla="*/ 6829318 h 6858000"/>
              <a:gd name="connsiteX5" fmla="*/ 5451091 w 7066419"/>
              <a:gd name="connsiteY5" fmla="*/ 6858000 h 6858000"/>
              <a:gd name="connsiteX6" fmla="*/ 0 w 706641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066419" h="6858000">
                <a:moveTo>
                  <a:pt x="0" y="0"/>
                </a:moveTo>
                <a:lnTo>
                  <a:pt x="5803518" y="0"/>
                </a:lnTo>
                <a:lnTo>
                  <a:pt x="6036378" y="272916"/>
                </a:lnTo>
                <a:cubicBezTo>
                  <a:pt x="6681596" y="1093950"/>
                  <a:pt x="7066419" y="2129293"/>
                  <a:pt x="7066419" y="3254517"/>
                </a:cubicBezTo>
                <a:cubicBezTo>
                  <a:pt x="7066419" y="4671466"/>
                  <a:pt x="6456191" y="5945889"/>
                  <a:pt x="5484202" y="6829318"/>
                </a:cubicBezTo>
                <a:lnTo>
                  <a:pt x="5451091" y="6858000"/>
                </a:lnTo>
                <a:lnTo>
                  <a:pt x="0" y="6858000"/>
                </a:ln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A9AE9799-DEB1-22F0-DB0A-1AF05D5605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878" t="25293" r="35498" b="3347"/>
          <a:stretch/>
        </p:blipFill>
        <p:spPr>
          <a:xfrm>
            <a:off x="-599" y="1"/>
            <a:ext cx="5794571" cy="6629489"/>
          </a:xfrm>
          <a:custGeom>
            <a:avLst/>
            <a:gdLst>
              <a:gd name="connsiteX0" fmla="*/ 1691562 w 5794571"/>
              <a:gd name="connsiteY0" fmla="*/ 0 h 6629489"/>
              <a:gd name="connsiteX1" fmla="*/ 3181721 w 5794571"/>
              <a:gd name="connsiteY1" fmla="*/ 0 h 6629489"/>
              <a:gd name="connsiteX2" fmla="*/ 3276833 w 5794571"/>
              <a:gd name="connsiteY2" fmla="*/ 21952 h 6629489"/>
              <a:gd name="connsiteX3" fmla="*/ 5794571 w 5794571"/>
              <a:gd name="connsiteY3" fmla="*/ 3272883 h 6629489"/>
              <a:gd name="connsiteX4" fmla="*/ 2437966 w 5794571"/>
              <a:gd name="connsiteY4" fmla="*/ 6629489 h 6629489"/>
              <a:gd name="connsiteX5" fmla="*/ 8224 w 5794571"/>
              <a:gd name="connsiteY5" fmla="*/ 5588741 h 6629489"/>
              <a:gd name="connsiteX6" fmla="*/ 0 w 5794571"/>
              <a:gd name="connsiteY6" fmla="*/ 5579474 h 6629489"/>
              <a:gd name="connsiteX7" fmla="*/ 0 w 5794571"/>
              <a:gd name="connsiteY7" fmla="*/ 966294 h 6629489"/>
              <a:gd name="connsiteX8" fmla="*/ 8224 w 5794571"/>
              <a:gd name="connsiteY8" fmla="*/ 957026 h 6629489"/>
              <a:gd name="connsiteX9" fmla="*/ 1679919 w 5794571"/>
              <a:gd name="connsiteY9" fmla="*/ 2230 h 66294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794571" h="6629489">
                <a:moveTo>
                  <a:pt x="1691562" y="0"/>
                </a:moveTo>
                <a:lnTo>
                  <a:pt x="3181721" y="0"/>
                </a:lnTo>
                <a:lnTo>
                  <a:pt x="3276833" y="21952"/>
                </a:lnTo>
                <a:cubicBezTo>
                  <a:pt x="4724704" y="394473"/>
                  <a:pt x="5794571" y="1708738"/>
                  <a:pt x="5794571" y="3272883"/>
                </a:cubicBezTo>
                <a:cubicBezTo>
                  <a:pt x="5794571" y="5126685"/>
                  <a:pt x="4291767" y="6629489"/>
                  <a:pt x="2437966" y="6629489"/>
                </a:cubicBezTo>
                <a:cubicBezTo>
                  <a:pt x="1482099" y="6629489"/>
                  <a:pt x="619552" y="6229940"/>
                  <a:pt x="8224" y="5588741"/>
                </a:cubicBezTo>
                <a:lnTo>
                  <a:pt x="0" y="5579474"/>
                </a:lnTo>
                <a:lnTo>
                  <a:pt x="0" y="966294"/>
                </a:lnTo>
                <a:lnTo>
                  <a:pt x="8224" y="957026"/>
                </a:lnTo>
                <a:cubicBezTo>
                  <a:pt x="452826" y="490699"/>
                  <a:pt x="1030304" y="152187"/>
                  <a:pt x="1679919" y="2230"/>
                </a:cubicBezTo>
                <a:close/>
              </a:path>
            </a:pathLst>
          </a:custGeom>
          <a:effectLst>
            <a:outerShdw blurRad="254000" dist="38100" algn="l" rotWithShape="0">
              <a:prstClr val="black">
                <a:alpha val="28000"/>
              </a:prstClr>
            </a:outerShdw>
          </a:effectLst>
        </p:spPr>
      </p:pic>
      <p:sp>
        <p:nvSpPr>
          <p:cNvPr id="27" name="Freeform 26">
            <a:extLst>
              <a:ext uri="{FF2B5EF4-FFF2-40B4-BE49-F238E27FC236}">
                <a16:creationId xmlns:a16="http://schemas.microsoft.com/office/drawing/2014/main" id="{1DA239FF-2B59-5777-D0D9-F66EF8B9C7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433782" y="2011681"/>
            <a:ext cx="2057679" cy="2024488"/>
          </a:xfrm>
          <a:custGeom>
            <a:avLst/>
            <a:gdLst>
              <a:gd name="T0" fmla="*/ 7931 w 9296"/>
              <a:gd name="T1" fmla="*/ 1360 h 9146"/>
              <a:gd name="T2" fmla="*/ 4647 w 9296"/>
              <a:gd name="T3" fmla="*/ 0 h 9146"/>
              <a:gd name="T4" fmla="*/ 1360 w 9296"/>
              <a:gd name="T5" fmla="*/ 1360 h 9146"/>
              <a:gd name="T6" fmla="*/ 0 w 9296"/>
              <a:gd name="T7" fmla="*/ 4648 h 9146"/>
              <a:gd name="T8" fmla="*/ 1360 w 9296"/>
              <a:gd name="T9" fmla="*/ 7934 h 9146"/>
              <a:gd name="T10" fmla="*/ 3462 w 9296"/>
              <a:gd name="T11" fmla="*/ 9145 h 9146"/>
              <a:gd name="T12" fmla="*/ 3781 w 9296"/>
              <a:gd name="T13" fmla="*/ 8098 h 9146"/>
              <a:gd name="T14" fmla="*/ 1092 w 9296"/>
              <a:gd name="T15" fmla="*/ 4650 h 9146"/>
              <a:gd name="T16" fmla="*/ 4647 w 9296"/>
              <a:gd name="T17" fmla="*/ 1095 h 9146"/>
              <a:gd name="T18" fmla="*/ 8202 w 9296"/>
              <a:gd name="T19" fmla="*/ 4650 h 9146"/>
              <a:gd name="T20" fmla="*/ 5561 w 9296"/>
              <a:gd name="T21" fmla="*/ 8084 h 9146"/>
              <a:gd name="T22" fmla="*/ 5900 w 9296"/>
              <a:gd name="T23" fmla="*/ 9125 h 9146"/>
              <a:gd name="T24" fmla="*/ 7934 w 9296"/>
              <a:gd name="T25" fmla="*/ 7934 h 9146"/>
              <a:gd name="T26" fmla="*/ 9295 w 9296"/>
              <a:gd name="T27" fmla="*/ 4648 h 9146"/>
              <a:gd name="T28" fmla="*/ 7931 w 9296"/>
              <a:gd name="T29" fmla="*/ 1360 h 914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9296" h="9146">
                <a:moveTo>
                  <a:pt x="7931" y="1360"/>
                </a:moveTo>
                <a:cubicBezTo>
                  <a:pt x="7054" y="482"/>
                  <a:pt x="5889" y="0"/>
                  <a:pt x="4647" y="0"/>
                </a:cubicBezTo>
                <a:cubicBezTo>
                  <a:pt x="3406" y="0"/>
                  <a:pt x="2238" y="482"/>
                  <a:pt x="1360" y="1360"/>
                </a:cubicBezTo>
                <a:cubicBezTo>
                  <a:pt x="482" y="2238"/>
                  <a:pt x="0" y="3406"/>
                  <a:pt x="0" y="4648"/>
                </a:cubicBezTo>
                <a:cubicBezTo>
                  <a:pt x="0" y="5889"/>
                  <a:pt x="482" y="7054"/>
                  <a:pt x="1360" y="7934"/>
                </a:cubicBezTo>
                <a:cubicBezTo>
                  <a:pt x="1950" y="8527"/>
                  <a:pt x="2675" y="8936"/>
                  <a:pt x="3462" y="9145"/>
                </a:cubicBezTo>
                <a:lnTo>
                  <a:pt x="3781" y="8098"/>
                </a:lnTo>
                <a:cubicBezTo>
                  <a:pt x="2238" y="7711"/>
                  <a:pt x="1092" y="6313"/>
                  <a:pt x="1092" y="4650"/>
                </a:cubicBezTo>
                <a:cubicBezTo>
                  <a:pt x="1092" y="2689"/>
                  <a:pt x="2686" y="1095"/>
                  <a:pt x="4647" y="1095"/>
                </a:cubicBezTo>
                <a:cubicBezTo>
                  <a:pt x="6609" y="1095"/>
                  <a:pt x="8202" y="2689"/>
                  <a:pt x="8202" y="4650"/>
                </a:cubicBezTo>
                <a:cubicBezTo>
                  <a:pt x="8202" y="6296"/>
                  <a:pt x="7079" y="7680"/>
                  <a:pt x="5561" y="8084"/>
                </a:cubicBezTo>
                <a:lnTo>
                  <a:pt x="5900" y="9125"/>
                </a:lnTo>
                <a:cubicBezTo>
                  <a:pt x="6662" y="8913"/>
                  <a:pt x="7359" y="8507"/>
                  <a:pt x="7934" y="7934"/>
                </a:cubicBezTo>
                <a:cubicBezTo>
                  <a:pt x="8812" y="7057"/>
                  <a:pt x="9295" y="5889"/>
                  <a:pt x="9295" y="4648"/>
                </a:cubicBezTo>
                <a:cubicBezTo>
                  <a:pt x="9295" y="3406"/>
                  <a:pt x="8809" y="2240"/>
                  <a:pt x="7931" y="1360"/>
                </a:cubicBez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21F2FFD8-8FF8-B477-2FC6-691B108217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826186" y="2404084"/>
            <a:ext cx="1272872" cy="1272870"/>
          </a:xfrm>
          <a:custGeom>
            <a:avLst/>
            <a:gdLst>
              <a:gd name="T0" fmla="*/ 5750 w 5751"/>
              <a:gd name="T1" fmla="*/ 2876 h 5751"/>
              <a:gd name="T2" fmla="*/ 5365 w 5751"/>
              <a:gd name="T3" fmla="*/ 4313 h 5751"/>
              <a:gd name="T4" fmla="*/ 4313 w 5751"/>
              <a:gd name="T5" fmla="*/ 5365 h 5751"/>
              <a:gd name="T6" fmla="*/ 2875 w 5751"/>
              <a:gd name="T7" fmla="*/ 5750 h 5751"/>
              <a:gd name="T8" fmla="*/ 1438 w 5751"/>
              <a:gd name="T9" fmla="*/ 5365 h 5751"/>
              <a:gd name="T10" fmla="*/ 385 w 5751"/>
              <a:gd name="T11" fmla="*/ 4313 h 5751"/>
              <a:gd name="T12" fmla="*/ 0 w 5751"/>
              <a:gd name="T13" fmla="*/ 2876 h 5751"/>
              <a:gd name="T14" fmla="*/ 385 w 5751"/>
              <a:gd name="T15" fmla="*/ 1438 h 5751"/>
              <a:gd name="T16" fmla="*/ 1438 w 5751"/>
              <a:gd name="T17" fmla="*/ 385 h 5751"/>
              <a:gd name="T18" fmla="*/ 2875 w 5751"/>
              <a:gd name="T19" fmla="*/ 0 h 5751"/>
              <a:gd name="T20" fmla="*/ 4313 w 5751"/>
              <a:gd name="T21" fmla="*/ 385 h 5751"/>
              <a:gd name="T22" fmla="*/ 5365 w 5751"/>
              <a:gd name="T23" fmla="*/ 1438 h 5751"/>
              <a:gd name="T24" fmla="*/ 5750 w 5751"/>
              <a:gd name="T25" fmla="*/ 2876 h 57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5751" h="5751">
                <a:moveTo>
                  <a:pt x="5750" y="2876"/>
                </a:moveTo>
                <a:cubicBezTo>
                  <a:pt x="5750" y="3405"/>
                  <a:pt x="5630" y="3854"/>
                  <a:pt x="5365" y="4313"/>
                </a:cubicBezTo>
                <a:cubicBezTo>
                  <a:pt x="5100" y="4771"/>
                  <a:pt x="4772" y="5100"/>
                  <a:pt x="4313" y="5365"/>
                </a:cubicBezTo>
                <a:cubicBezTo>
                  <a:pt x="3855" y="5630"/>
                  <a:pt x="3405" y="5750"/>
                  <a:pt x="2875" y="5750"/>
                </a:cubicBezTo>
                <a:cubicBezTo>
                  <a:pt x="2346" y="5750"/>
                  <a:pt x="1896" y="5630"/>
                  <a:pt x="1438" y="5365"/>
                </a:cubicBezTo>
                <a:cubicBezTo>
                  <a:pt x="979" y="5100"/>
                  <a:pt x="649" y="4771"/>
                  <a:pt x="385" y="4313"/>
                </a:cubicBezTo>
                <a:cubicBezTo>
                  <a:pt x="120" y="3854"/>
                  <a:pt x="0" y="3405"/>
                  <a:pt x="0" y="2876"/>
                </a:cubicBezTo>
                <a:cubicBezTo>
                  <a:pt x="0" y="2346"/>
                  <a:pt x="120" y="1896"/>
                  <a:pt x="385" y="1438"/>
                </a:cubicBezTo>
                <a:cubicBezTo>
                  <a:pt x="649" y="979"/>
                  <a:pt x="979" y="649"/>
                  <a:pt x="1438" y="385"/>
                </a:cubicBezTo>
                <a:cubicBezTo>
                  <a:pt x="1896" y="120"/>
                  <a:pt x="2346" y="0"/>
                  <a:pt x="2875" y="0"/>
                </a:cubicBezTo>
                <a:cubicBezTo>
                  <a:pt x="3404" y="0"/>
                  <a:pt x="3855" y="120"/>
                  <a:pt x="4313" y="385"/>
                </a:cubicBezTo>
                <a:cubicBezTo>
                  <a:pt x="4772" y="649"/>
                  <a:pt x="5100" y="979"/>
                  <a:pt x="5365" y="1438"/>
                </a:cubicBezTo>
                <a:cubicBezTo>
                  <a:pt x="5630" y="1896"/>
                  <a:pt x="5750" y="2346"/>
                  <a:pt x="5750" y="2876"/>
                </a:cubicBezTo>
              </a:path>
            </a:pathLst>
          </a:custGeom>
          <a:solidFill>
            <a:srgbClr val="00B74F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  <a:extLst>
            <a:ext uri="{91240B29-F687-4F45-9708-019B960494DF}">
              <a14:hiddenLine xmlns:a14="http://schemas.microsoft.com/office/drawing/2010/main" w="9525" cap="flat">
                <a:solidFill>
                  <a:srgbClr val="808080"/>
                </a:solidFill>
                <a:bevel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TR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FE5B2731-B4FE-825F-8CC1-86F25ABF82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341581" y="3314811"/>
            <a:ext cx="242080" cy="834153"/>
          </a:xfrm>
          <a:custGeom>
            <a:avLst/>
            <a:gdLst>
              <a:gd name="T0" fmla="*/ 545 w 1092"/>
              <a:gd name="T1" fmla="*/ 4206 h 4207"/>
              <a:gd name="T2" fmla="*/ 0 w 1092"/>
              <a:gd name="T3" fmla="*/ 4206 h 4207"/>
              <a:gd name="T4" fmla="*/ 0 w 1092"/>
              <a:gd name="T5" fmla="*/ 0 h 4207"/>
              <a:gd name="T6" fmla="*/ 1091 w 1092"/>
              <a:gd name="T7" fmla="*/ 0 h 4207"/>
              <a:gd name="T8" fmla="*/ 1091 w 1092"/>
              <a:gd name="T9" fmla="*/ 4206 h 4207"/>
              <a:gd name="T10" fmla="*/ 545 w 1092"/>
              <a:gd name="T11" fmla="*/ 4206 h 420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092" h="4207">
                <a:moveTo>
                  <a:pt x="545" y="4206"/>
                </a:moveTo>
                <a:lnTo>
                  <a:pt x="0" y="4206"/>
                </a:lnTo>
                <a:lnTo>
                  <a:pt x="0" y="0"/>
                </a:lnTo>
                <a:lnTo>
                  <a:pt x="1091" y="0"/>
                </a:lnTo>
                <a:lnTo>
                  <a:pt x="1091" y="4206"/>
                </a:lnTo>
                <a:lnTo>
                  <a:pt x="545" y="4206"/>
                </a:lnTo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29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4A3B713B-FDA5-0CED-B845-90F759003A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48743" y="4482228"/>
            <a:ext cx="1114363" cy="363909"/>
          </a:xfrm>
          <a:custGeom>
            <a:avLst/>
            <a:gdLst>
              <a:gd name="connsiteX0" fmla="*/ 757159 w 1114363"/>
              <a:gd name="connsiteY0" fmla="*/ 94616 h 363909"/>
              <a:gd name="connsiteX1" fmla="*/ 827719 w 1114363"/>
              <a:gd name="connsiteY1" fmla="*/ 94616 h 363909"/>
              <a:gd name="connsiteX2" fmla="*/ 827719 w 1114363"/>
              <a:gd name="connsiteY2" fmla="*/ 275941 h 363909"/>
              <a:gd name="connsiteX3" fmla="*/ 757159 w 1114363"/>
              <a:gd name="connsiteY3" fmla="*/ 275941 h 363909"/>
              <a:gd name="connsiteX4" fmla="*/ 331347 w 1114363"/>
              <a:gd name="connsiteY4" fmla="*/ 94616 h 363909"/>
              <a:gd name="connsiteX5" fmla="*/ 401907 w 1114363"/>
              <a:gd name="connsiteY5" fmla="*/ 94616 h 363909"/>
              <a:gd name="connsiteX6" fmla="*/ 401907 w 1114363"/>
              <a:gd name="connsiteY6" fmla="*/ 275941 h 363909"/>
              <a:gd name="connsiteX7" fmla="*/ 331347 w 1114363"/>
              <a:gd name="connsiteY7" fmla="*/ 275941 h 363909"/>
              <a:gd name="connsiteX8" fmla="*/ 4537 w 1114363"/>
              <a:gd name="connsiteY8" fmla="*/ 94616 h 363909"/>
              <a:gd name="connsiteX9" fmla="*/ 75097 w 1114363"/>
              <a:gd name="connsiteY9" fmla="*/ 94616 h 363909"/>
              <a:gd name="connsiteX10" fmla="*/ 75097 w 1114363"/>
              <a:gd name="connsiteY10" fmla="*/ 275941 h 363909"/>
              <a:gd name="connsiteX11" fmla="*/ 4537 w 1114363"/>
              <a:gd name="connsiteY11" fmla="*/ 275941 h 363909"/>
              <a:gd name="connsiteX12" fmla="*/ 867746 w 1114363"/>
              <a:gd name="connsiteY12" fmla="*/ 5701 h 363909"/>
              <a:gd name="connsiteX13" fmla="*/ 939499 w 1114363"/>
              <a:gd name="connsiteY13" fmla="*/ 5701 h 363909"/>
              <a:gd name="connsiteX14" fmla="*/ 1040949 w 1114363"/>
              <a:gd name="connsiteY14" fmla="*/ 147105 h 363909"/>
              <a:gd name="connsiteX15" fmla="*/ 1040949 w 1114363"/>
              <a:gd name="connsiteY15" fmla="*/ 5701 h 363909"/>
              <a:gd name="connsiteX16" fmla="*/ 1114363 w 1114363"/>
              <a:gd name="connsiteY16" fmla="*/ 5701 h 363909"/>
              <a:gd name="connsiteX17" fmla="*/ 1114363 w 1114363"/>
              <a:gd name="connsiteY17" fmla="*/ 275939 h 363909"/>
              <a:gd name="connsiteX18" fmla="*/ 1040949 w 1114363"/>
              <a:gd name="connsiteY18" fmla="*/ 275939 h 363909"/>
              <a:gd name="connsiteX19" fmla="*/ 941528 w 1114363"/>
              <a:gd name="connsiteY19" fmla="*/ 139157 h 363909"/>
              <a:gd name="connsiteX20" fmla="*/ 941528 w 1114363"/>
              <a:gd name="connsiteY20" fmla="*/ 275939 h 363909"/>
              <a:gd name="connsiteX21" fmla="*/ 867746 w 1114363"/>
              <a:gd name="connsiteY21" fmla="*/ 275939 h 363909"/>
              <a:gd name="connsiteX22" fmla="*/ 440934 w 1114363"/>
              <a:gd name="connsiteY22" fmla="*/ 5701 h 363909"/>
              <a:gd name="connsiteX23" fmla="*/ 512910 w 1114363"/>
              <a:gd name="connsiteY23" fmla="*/ 5701 h 363909"/>
              <a:gd name="connsiteX24" fmla="*/ 580456 w 1114363"/>
              <a:gd name="connsiteY24" fmla="*/ 87586 h 363909"/>
              <a:gd name="connsiteX25" fmla="*/ 646157 w 1114363"/>
              <a:gd name="connsiteY25" fmla="*/ 5701 h 363909"/>
              <a:gd name="connsiteX26" fmla="*/ 718502 w 1114363"/>
              <a:gd name="connsiteY26" fmla="*/ 5701 h 363909"/>
              <a:gd name="connsiteX27" fmla="*/ 718502 w 1114363"/>
              <a:gd name="connsiteY27" fmla="*/ 275939 h 363909"/>
              <a:gd name="connsiteX28" fmla="*/ 644681 w 1114363"/>
              <a:gd name="connsiteY28" fmla="*/ 275939 h 363909"/>
              <a:gd name="connsiteX29" fmla="*/ 644681 w 1114363"/>
              <a:gd name="connsiteY29" fmla="*/ 124000 h 363909"/>
              <a:gd name="connsiteX30" fmla="*/ 585808 w 1114363"/>
              <a:gd name="connsiteY30" fmla="*/ 189803 h 363909"/>
              <a:gd name="connsiteX31" fmla="*/ 575843 w 1114363"/>
              <a:gd name="connsiteY31" fmla="*/ 189803 h 363909"/>
              <a:gd name="connsiteX32" fmla="*/ 514940 w 1114363"/>
              <a:gd name="connsiteY32" fmla="*/ 123076 h 363909"/>
              <a:gd name="connsiteX33" fmla="*/ 514940 w 1114363"/>
              <a:gd name="connsiteY33" fmla="*/ 275939 h 363909"/>
              <a:gd name="connsiteX34" fmla="*/ 440934 w 1114363"/>
              <a:gd name="connsiteY34" fmla="*/ 275939 h 363909"/>
              <a:gd name="connsiteX35" fmla="*/ 792717 w 1114363"/>
              <a:gd name="connsiteY35" fmla="*/ 815 h 363909"/>
              <a:gd name="connsiteX36" fmla="*/ 820867 w 1114363"/>
              <a:gd name="connsiteY36" fmla="*/ 12817 h 363909"/>
              <a:gd name="connsiteX37" fmla="*/ 820867 w 1114363"/>
              <a:gd name="connsiteY37" fmla="*/ 68950 h 363909"/>
              <a:gd name="connsiteX38" fmla="*/ 792717 w 1114363"/>
              <a:gd name="connsiteY38" fmla="*/ 80952 h 363909"/>
              <a:gd name="connsiteX39" fmla="*/ 764011 w 1114363"/>
              <a:gd name="connsiteY39" fmla="*/ 68950 h 363909"/>
              <a:gd name="connsiteX40" fmla="*/ 764011 w 1114363"/>
              <a:gd name="connsiteY40" fmla="*/ 12817 h 363909"/>
              <a:gd name="connsiteX41" fmla="*/ 792717 w 1114363"/>
              <a:gd name="connsiteY41" fmla="*/ 815 h 363909"/>
              <a:gd name="connsiteX42" fmla="*/ 366720 w 1114363"/>
              <a:gd name="connsiteY42" fmla="*/ 815 h 363909"/>
              <a:gd name="connsiteX43" fmla="*/ 395055 w 1114363"/>
              <a:gd name="connsiteY43" fmla="*/ 12817 h 363909"/>
              <a:gd name="connsiteX44" fmla="*/ 395055 w 1114363"/>
              <a:gd name="connsiteY44" fmla="*/ 68950 h 363909"/>
              <a:gd name="connsiteX45" fmla="*/ 366720 w 1114363"/>
              <a:gd name="connsiteY45" fmla="*/ 80952 h 363909"/>
              <a:gd name="connsiteX46" fmla="*/ 338014 w 1114363"/>
              <a:gd name="connsiteY46" fmla="*/ 68950 h 363909"/>
              <a:gd name="connsiteX47" fmla="*/ 338014 w 1114363"/>
              <a:gd name="connsiteY47" fmla="*/ 12817 h 363909"/>
              <a:gd name="connsiteX48" fmla="*/ 366720 w 1114363"/>
              <a:gd name="connsiteY48" fmla="*/ 815 h 363909"/>
              <a:gd name="connsiteX49" fmla="*/ 40095 w 1114363"/>
              <a:gd name="connsiteY49" fmla="*/ 815 h 363909"/>
              <a:gd name="connsiteX50" fmla="*/ 68430 w 1114363"/>
              <a:gd name="connsiteY50" fmla="*/ 12817 h 363909"/>
              <a:gd name="connsiteX51" fmla="*/ 68430 w 1114363"/>
              <a:gd name="connsiteY51" fmla="*/ 68950 h 363909"/>
              <a:gd name="connsiteX52" fmla="*/ 40095 w 1114363"/>
              <a:gd name="connsiteY52" fmla="*/ 80952 h 363909"/>
              <a:gd name="connsiteX53" fmla="*/ 11389 w 1114363"/>
              <a:gd name="connsiteY53" fmla="*/ 68950 h 363909"/>
              <a:gd name="connsiteX54" fmla="*/ 11389 w 1114363"/>
              <a:gd name="connsiteY54" fmla="*/ 12817 h 363909"/>
              <a:gd name="connsiteX55" fmla="*/ 40095 w 1114363"/>
              <a:gd name="connsiteY55" fmla="*/ 815 h 363909"/>
              <a:gd name="connsiteX56" fmla="*/ 210007 w 1114363"/>
              <a:gd name="connsiteY56" fmla="*/ 0 h 363909"/>
              <a:gd name="connsiteX57" fmla="*/ 292449 w 1114363"/>
              <a:gd name="connsiteY57" fmla="*/ 16071 h 363909"/>
              <a:gd name="connsiteX58" fmla="*/ 292449 w 1114363"/>
              <a:gd name="connsiteY58" fmla="*/ 88668 h 363909"/>
              <a:gd name="connsiteX59" fmla="*/ 214259 w 1114363"/>
              <a:gd name="connsiteY59" fmla="*/ 65578 h 363909"/>
              <a:gd name="connsiteX60" fmla="*/ 180802 w 1114363"/>
              <a:gd name="connsiteY60" fmla="*/ 80725 h 363909"/>
              <a:gd name="connsiteX61" fmla="*/ 223131 w 1114363"/>
              <a:gd name="connsiteY61" fmla="*/ 105848 h 363909"/>
              <a:gd name="connsiteX62" fmla="*/ 303909 w 1114363"/>
              <a:gd name="connsiteY62" fmla="*/ 194331 h 363909"/>
              <a:gd name="connsiteX63" fmla="*/ 218325 w 1114363"/>
              <a:gd name="connsiteY63" fmla="*/ 280413 h 363909"/>
              <a:gd name="connsiteX64" fmla="*/ 218325 w 1114363"/>
              <a:gd name="connsiteY64" fmla="*/ 288725 h 363909"/>
              <a:gd name="connsiteX65" fmla="*/ 258622 w 1114363"/>
              <a:gd name="connsiteY65" fmla="*/ 322715 h 363909"/>
              <a:gd name="connsiteX66" fmla="*/ 198547 w 1114363"/>
              <a:gd name="connsiteY66" fmla="*/ 363909 h 363909"/>
              <a:gd name="connsiteX67" fmla="*/ 163611 w 1114363"/>
              <a:gd name="connsiteY67" fmla="*/ 360214 h 363909"/>
              <a:gd name="connsiteX68" fmla="*/ 163611 w 1114363"/>
              <a:gd name="connsiteY68" fmla="*/ 323638 h 363909"/>
              <a:gd name="connsiteX69" fmla="*/ 195959 w 1114363"/>
              <a:gd name="connsiteY69" fmla="*/ 327887 h 363909"/>
              <a:gd name="connsiteX70" fmla="*/ 213704 w 1114363"/>
              <a:gd name="connsiteY70" fmla="*/ 320498 h 363909"/>
              <a:gd name="connsiteX71" fmla="*/ 202798 w 1114363"/>
              <a:gd name="connsiteY71" fmla="*/ 314772 h 363909"/>
              <a:gd name="connsiteX72" fmla="*/ 178214 w 1114363"/>
              <a:gd name="connsiteY72" fmla="*/ 314772 h 363909"/>
              <a:gd name="connsiteX73" fmla="*/ 178214 w 1114363"/>
              <a:gd name="connsiteY73" fmla="*/ 281521 h 363909"/>
              <a:gd name="connsiteX74" fmla="*/ 109821 w 1114363"/>
              <a:gd name="connsiteY74" fmla="*/ 267297 h 363909"/>
              <a:gd name="connsiteX75" fmla="*/ 109821 w 1114363"/>
              <a:gd name="connsiteY75" fmla="*/ 191191 h 363909"/>
              <a:gd name="connsiteX76" fmla="*/ 188196 w 1114363"/>
              <a:gd name="connsiteY76" fmla="*/ 214651 h 363909"/>
              <a:gd name="connsiteX77" fmla="*/ 226643 w 1114363"/>
              <a:gd name="connsiteY77" fmla="*/ 197471 h 363909"/>
              <a:gd name="connsiteX78" fmla="*/ 218325 w 1114363"/>
              <a:gd name="connsiteY78" fmla="*/ 182878 h 363909"/>
              <a:gd name="connsiteX79" fmla="*/ 184499 w 1114363"/>
              <a:gd name="connsiteY79" fmla="*/ 171425 h 363909"/>
              <a:gd name="connsiteX80" fmla="*/ 103721 w 1114363"/>
              <a:gd name="connsiteY80" fmla="*/ 80725 h 363909"/>
              <a:gd name="connsiteX81" fmla="*/ 210007 w 1114363"/>
              <a:gd name="connsiteY81" fmla="*/ 0 h 363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</a:cxnLst>
            <a:rect l="l" t="t" r="r" b="b"/>
            <a:pathLst>
              <a:path w="1114363" h="363909">
                <a:moveTo>
                  <a:pt x="757159" y="94616"/>
                </a:moveTo>
                <a:lnTo>
                  <a:pt x="827719" y="94616"/>
                </a:lnTo>
                <a:lnTo>
                  <a:pt x="827719" y="275941"/>
                </a:lnTo>
                <a:lnTo>
                  <a:pt x="757159" y="275941"/>
                </a:lnTo>
                <a:close/>
                <a:moveTo>
                  <a:pt x="331347" y="94616"/>
                </a:moveTo>
                <a:lnTo>
                  <a:pt x="401907" y="94616"/>
                </a:lnTo>
                <a:lnTo>
                  <a:pt x="401907" y="275941"/>
                </a:lnTo>
                <a:lnTo>
                  <a:pt x="331347" y="275941"/>
                </a:lnTo>
                <a:close/>
                <a:moveTo>
                  <a:pt x="4537" y="94616"/>
                </a:moveTo>
                <a:lnTo>
                  <a:pt x="75097" y="94616"/>
                </a:lnTo>
                <a:lnTo>
                  <a:pt x="75097" y="275941"/>
                </a:lnTo>
                <a:lnTo>
                  <a:pt x="4537" y="275941"/>
                </a:lnTo>
                <a:close/>
                <a:moveTo>
                  <a:pt x="867746" y="5701"/>
                </a:moveTo>
                <a:lnTo>
                  <a:pt x="939499" y="5701"/>
                </a:lnTo>
                <a:lnTo>
                  <a:pt x="1040949" y="147105"/>
                </a:lnTo>
                <a:lnTo>
                  <a:pt x="1040949" y="5701"/>
                </a:lnTo>
                <a:lnTo>
                  <a:pt x="1114363" y="5701"/>
                </a:lnTo>
                <a:lnTo>
                  <a:pt x="1114363" y="275939"/>
                </a:lnTo>
                <a:lnTo>
                  <a:pt x="1040949" y="275939"/>
                </a:lnTo>
                <a:lnTo>
                  <a:pt x="941528" y="139157"/>
                </a:lnTo>
                <a:lnTo>
                  <a:pt x="941528" y="275939"/>
                </a:lnTo>
                <a:lnTo>
                  <a:pt x="867746" y="275939"/>
                </a:lnTo>
                <a:close/>
                <a:moveTo>
                  <a:pt x="440934" y="5701"/>
                </a:moveTo>
                <a:lnTo>
                  <a:pt x="512910" y="5701"/>
                </a:lnTo>
                <a:lnTo>
                  <a:pt x="580456" y="87586"/>
                </a:lnTo>
                <a:lnTo>
                  <a:pt x="646157" y="5701"/>
                </a:lnTo>
                <a:lnTo>
                  <a:pt x="718502" y="5701"/>
                </a:lnTo>
                <a:lnTo>
                  <a:pt x="718502" y="275939"/>
                </a:lnTo>
                <a:lnTo>
                  <a:pt x="644681" y="275939"/>
                </a:lnTo>
                <a:lnTo>
                  <a:pt x="644681" y="124000"/>
                </a:lnTo>
                <a:lnTo>
                  <a:pt x="585808" y="189803"/>
                </a:lnTo>
                <a:lnTo>
                  <a:pt x="575843" y="189803"/>
                </a:lnTo>
                <a:lnTo>
                  <a:pt x="514940" y="123076"/>
                </a:lnTo>
                <a:lnTo>
                  <a:pt x="514940" y="275939"/>
                </a:lnTo>
                <a:lnTo>
                  <a:pt x="440934" y="275939"/>
                </a:lnTo>
                <a:close/>
                <a:moveTo>
                  <a:pt x="792717" y="815"/>
                </a:moveTo>
                <a:cubicBezTo>
                  <a:pt x="803644" y="815"/>
                  <a:pt x="813644" y="4877"/>
                  <a:pt x="820867" y="12817"/>
                </a:cubicBezTo>
                <a:cubicBezTo>
                  <a:pt x="836609" y="28328"/>
                  <a:pt x="836609" y="53440"/>
                  <a:pt x="820867" y="68950"/>
                </a:cubicBezTo>
                <a:cubicBezTo>
                  <a:pt x="813644" y="76890"/>
                  <a:pt x="803644" y="80952"/>
                  <a:pt x="792717" y="80952"/>
                </a:cubicBezTo>
                <a:cubicBezTo>
                  <a:pt x="781790" y="80952"/>
                  <a:pt x="771789" y="76890"/>
                  <a:pt x="764011" y="68950"/>
                </a:cubicBezTo>
                <a:cubicBezTo>
                  <a:pt x="748825" y="53440"/>
                  <a:pt x="748825" y="28328"/>
                  <a:pt x="764011" y="12817"/>
                </a:cubicBezTo>
                <a:cubicBezTo>
                  <a:pt x="771789" y="4877"/>
                  <a:pt x="781235" y="815"/>
                  <a:pt x="792717" y="815"/>
                </a:cubicBezTo>
                <a:close/>
                <a:moveTo>
                  <a:pt x="366720" y="815"/>
                </a:moveTo>
                <a:cubicBezTo>
                  <a:pt x="377832" y="815"/>
                  <a:pt x="387647" y="4877"/>
                  <a:pt x="395055" y="12817"/>
                </a:cubicBezTo>
                <a:cubicBezTo>
                  <a:pt x="410612" y="28328"/>
                  <a:pt x="410612" y="53440"/>
                  <a:pt x="395055" y="68950"/>
                </a:cubicBezTo>
                <a:cubicBezTo>
                  <a:pt x="387647" y="76890"/>
                  <a:pt x="377832" y="80952"/>
                  <a:pt x="366720" y="80952"/>
                </a:cubicBezTo>
                <a:cubicBezTo>
                  <a:pt x="355793" y="80952"/>
                  <a:pt x="345978" y="76890"/>
                  <a:pt x="338014" y="68950"/>
                </a:cubicBezTo>
                <a:cubicBezTo>
                  <a:pt x="322828" y="53440"/>
                  <a:pt x="322828" y="28328"/>
                  <a:pt x="338014" y="12817"/>
                </a:cubicBezTo>
                <a:cubicBezTo>
                  <a:pt x="345978" y="4877"/>
                  <a:pt x="355238" y="815"/>
                  <a:pt x="366720" y="815"/>
                </a:cubicBezTo>
                <a:close/>
                <a:moveTo>
                  <a:pt x="40095" y="815"/>
                </a:moveTo>
                <a:cubicBezTo>
                  <a:pt x="51022" y="815"/>
                  <a:pt x="61022" y="4877"/>
                  <a:pt x="68430" y="12817"/>
                </a:cubicBezTo>
                <a:cubicBezTo>
                  <a:pt x="83987" y="28328"/>
                  <a:pt x="83987" y="53440"/>
                  <a:pt x="68430" y="68950"/>
                </a:cubicBezTo>
                <a:cubicBezTo>
                  <a:pt x="61022" y="76890"/>
                  <a:pt x="51022" y="80952"/>
                  <a:pt x="40095" y="80952"/>
                </a:cubicBezTo>
                <a:cubicBezTo>
                  <a:pt x="29168" y="80952"/>
                  <a:pt x="19168" y="76890"/>
                  <a:pt x="11389" y="68950"/>
                </a:cubicBezTo>
                <a:cubicBezTo>
                  <a:pt x="-3797" y="53440"/>
                  <a:pt x="-3797" y="28328"/>
                  <a:pt x="11389" y="12817"/>
                </a:cubicBezTo>
                <a:cubicBezTo>
                  <a:pt x="19168" y="4877"/>
                  <a:pt x="28613" y="815"/>
                  <a:pt x="40095" y="815"/>
                </a:cubicBezTo>
                <a:close/>
                <a:moveTo>
                  <a:pt x="210007" y="0"/>
                </a:moveTo>
                <a:cubicBezTo>
                  <a:pt x="242355" y="0"/>
                  <a:pt x="270082" y="5172"/>
                  <a:pt x="292449" y="16071"/>
                </a:cubicBezTo>
                <a:lnTo>
                  <a:pt x="292449" y="88668"/>
                </a:lnTo>
                <a:cubicBezTo>
                  <a:pt x="266385" y="73521"/>
                  <a:pt x="240322" y="65578"/>
                  <a:pt x="214259" y="65578"/>
                </a:cubicBezTo>
                <a:cubicBezTo>
                  <a:pt x="192262" y="65578"/>
                  <a:pt x="180802" y="70935"/>
                  <a:pt x="180802" y="80725"/>
                </a:cubicBezTo>
                <a:cubicBezTo>
                  <a:pt x="180802" y="91624"/>
                  <a:pt x="190229" y="97350"/>
                  <a:pt x="223131" y="105848"/>
                </a:cubicBezTo>
                <a:cubicBezTo>
                  <a:pt x="273225" y="117301"/>
                  <a:pt x="303909" y="142793"/>
                  <a:pt x="303909" y="194331"/>
                </a:cubicBezTo>
                <a:cubicBezTo>
                  <a:pt x="302430" y="245500"/>
                  <a:pt x="270637" y="273578"/>
                  <a:pt x="218325" y="280413"/>
                </a:cubicBezTo>
                <a:lnTo>
                  <a:pt x="218325" y="288725"/>
                </a:lnTo>
                <a:cubicBezTo>
                  <a:pt x="244943" y="290388"/>
                  <a:pt x="258622" y="301841"/>
                  <a:pt x="258622" y="322715"/>
                </a:cubicBezTo>
                <a:cubicBezTo>
                  <a:pt x="258622" y="350239"/>
                  <a:pt x="238658" y="363909"/>
                  <a:pt x="198547" y="363909"/>
                </a:cubicBezTo>
                <a:cubicBezTo>
                  <a:pt x="186532" y="363909"/>
                  <a:pt x="174517" y="362800"/>
                  <a:pt x="163611" y="360214"/>
                </a:cubicBezTo>
                <a:lnTo>
                  <a:pt x="163611" y="323638"/>
                </a:lnTo>
                <a:cubicBezTo>
                  <a:pt x="176735" y="326225"/>
                  <a:pt x="187086" y="327887"/>
                  <a:pt x="195959" y="327887"/>
                </a:cubicBezTo>
                <a:cubicBezTo>
                  <a:pt x="207974" y="327887"/>
                  <a:pt x="213704" y="325301"/>
                  <a:pt x="213704" y="320498"/>
                </a:cubicBezTo>
                <a:cubicBezTo>
                  <a:pt x="213704" y="316434"/>
                  <a:pt x="210007" y="314772"/>
                  <a:pt x="202798" y="314772"/>
                </a:cubicBezTo>
                <a:lnTo>
                  <a:pt x="178214" y="314772"/>
                </a:lnTo>
                <a:lnTo>
                  <a:pt x="178214" y="281521"/>
                </a:lnTo>
                <a:cubicBezTo>
                  <a:pt x="151042" y="280413"/>
                  <a:pt x="128121" y="275241"/>
                  <a:pt x="109821" y="267297"/>
                </a:cubicBezTo>
                <a:lnTo>
                  <a:pt x="109821" y="191191"/>
                </a:lnTo>
                <a:cubicBezTo>
                  <a:pt x="129784" y="204306"/>
                  <a:pt x="159914" y="214651"/>
                  <a:pt x="188196" y="214651"/>
                </a:cubicBezTo>
                <a:cubicBezTo>
                  <a:pt x="213704" y="214651"/>
                  <a:pt x="226643" y="208924"/>
                  <a:pt x="226643" y="197471"/>
                </a:cubicBezTo>
                <a:cubicBezTo>
                  <a:pt x="226643" y="190821"/>
                  <a:pt x="224056" y="186018"/>
                  <a:pt x="218325" y="182878"/>
                </a:cubicBezTo>
                <a:cubicBezTo>
                  <a:pt x="212595" y="179738"/>
                  <a:pt x="201135" y="175674"/>
                  <a:pt x="184499" y="171425"/>
                </a:cubicBezTo>
                <a:cubicBezTo>
                  <a:pt x="130708" y="158494"/>
                  <a:pt x="103721" y="128199"/>
                  <a:pt x="103721" y="80725"/>
                </a:cubicBezTo>
                <a:cubicBezTo>
                  <a:pt x="103721" y="27524"/>
                  <a:pt x="141245" y="0"/>
                  <a:pt x="2100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sp>
        <p:nvSpPr>
          <p:cNvPr id="31" name="Freeform 30">
            <a:extLst>
              <a:ext uri="{FF2B5EF4-FFF2-40B4-BE49-F238E27FC236}">
                <a16:creationId xmlns:a16="http://schemas.microsoft.com/office/drawing/2014/main" id="{DEEA6051-469D-AEF8-95AD-71D7F448086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96872" y="4478969"/>
            <a:ext cx="1553253" cy="282456"/>
          </a:xfrm>
          <a:custGeom>
            <a:avLst/>
            <a:gdLst>
              <a:gd name="connsiteX0" fmla="*/ 1254948 w 1553253"/>
              <a:gd name="connsiteY0" fmla="*/ 191634 h 282456"/>
              <a:gd name="connsiteX1" fmla="*/ 1256056 w 1553253"/>
              <a:gd name="connsiteY1" fmla="*/ 191634 h 282456"/>
              <a:gd name="connsiteX2" fmla="*/ 1256056 w 1553253"/>
              <a:gd name="connsiteY2" fmla="*/ 192189 h 282456"/>
              <a:gd name="connsiteX3" fmla="*/ 1254948 w 1553253"/>
              <a:gd name="connsiteY3" fmla="*/ 191634 h 282456"/>
              <a:gd name="connsiteX4" fmla="*/ 1477739 w 1553253"/>
              <a:gd name="connsiteY4" fmla="*/ 95137 h 282456"/>
              <a:gd name="connsiteX5" fmla="*/ 1548299 w 1553253"/>
              <a:gd name="connsiteY5" fmla="*/ 95137 h 282456"/>
              <a:gd name="connsiteX6" fmla="*/ 1548299 w 1553253"/>
              <a:gd name="connsiteY6" fmla="*/ 276754 h 282456"/>
              <a:gd name="connsiteX7" fmla="*/ 1477739 w 1553253"/>
              <a:gd name="connsiteY7" fmla="*/ 276754 h 282456"/>
              <a:gd name="connsiteX8" fmla="*/ 1150669 w 1553253"/>
              <a:gd name="connsiteY8" fmla="*/ 95137 h 282456"/>
              <a:gd name="connsiteX9" fmla="*/ 1220859 w 1553253"/>
              <a:gd name="connsiteY9" fmla="*/ 95137 h 282456"/>
              <a:gd name="connsiteX10" fmla="*/ 1220859 w 1553253"/>
              <a:gd name="connsiteY10" fmla="*/ 276754 h 282456"/>
              <a:gd name="connsiteX11" fmla="*/ 1150669 w 1553253"/>
              <a:gd name="connsiteY11" fmla="*/ 276754 h 282456"/>
              <a:gd name="connsiteX12" fmla="*/ 813220 w 1553253"/>
              <a:gd name="connsiteY12" fmla="*/ 74399 h 282456"/>
              <a:gd name="connsiteX13" fmla="*/ 813220 w 1553253"/>
              <a:gd name="connsiteY13" fmla="*/ 117127 h 282456"/>
              <a:gd name="connsiteX14" fmla="*/ 839848 w 1553253"/>
              <a:gd name="connsiteY14" fmla="*/ 117127 h 282456"/>
              <a:gd name="connsiteX15" fmla="*/ 865366 w 1553253"/>
              <a:gd name="connsiteY15" fmla="*/ 95116 h 282456"/>
              <a:gd name="connsiteX16" fmla="*/ 840772 w 1553253"/>
              <a:gd name="connsiteY16" fmla="*/ 74399 h 282456"/>
              <a:gd name="connsiteX17" fmla="*/ 1039799 w 1553253"/>
              <a:gd name="connsiteY17" fmla="*/ 5701 h 282456"/>
              <a:gd name="connsiteX18" fmla="*/ 1115715 w 1553253"/>
              <a:gd name="connsiteY18" fmla="*/ 5701 h 282456"/>
              <a:gd name="connsiteX19" fmla="*/ 1115159 w 1553253"/>
              <a:gd name="connsiteY19" fmla="*/ 167650 h 282456"/>
              <a:gd name="connsiteX20" fmla="*/ 1087385 w 1553253"/>
              <a:gd name="connsiteY20" fmla="*/ 252867 h 282456"/>
              <a:gd name="connsiteX21" fmla="*/ 1014802 w 1553253"/>
              <a:gd name="connsiteY21" fmla="*/ 281642 h 282456"/>
              <a:gd name="connsiteX22" fmla="*/ 967357 w 1553253"/>
              <a:gd name="connsiteY22" fmla="*/ 273878 h 282456"/>
              <a:gd name="connsiteX23" fmla="*/ 969102 w 1553253"/>
              <a:gd name="connsiteY23" fmla="*/ 276754 h 282456"/>
              <a:gd name="connsiteX24" fmla="*/ 884042 w 1553253"/>
              <a:gd name="connsiteY24" fmla="*/ 276754 h 282456"/>
              <a:gd name="connsiteX25" fmla="*/ 828753 w 1553253"/>
              <a:gd name="connsiteY25" fmla="*/ 177612 h 282456"/>
              <a:gd name="connsiteX26" fmla="*/ 813590 w 1553253"/>
              <a:gd name="connsiteY26" fmla="*/ 177612 h 282456"/>
              <a:gd name="connsiteX27" fmla="*/ 813590 w 1553253"/>
              <a:gd name="connsiteY27" fmla="*/ 276754 h 282456"/>
              <a:gd name="connsiteX28" fmla="*/ 737961 w 1553253"/>
              <a:gd name="connsiteY28" fmla="*/ 276754 h 282456"/>
              <a:gd name="connsiteX29" fmla="*/ 737961 w 1553253"/>
              <a:gd name="connsiteY29" fmla="*/ 6516 h 282456"/>
              <a:gd name="connsiteX30" fmla="*/ 849094 w 1553253"/>
              <a:gd name="connsiteY30" fmla="*/ 6516 h 282456"/>
              <a:gd name="connsiteX31" fmla="*/ 943029 w 1553253"/>
              <a:gd name="connsiteY31" fmla="*/ 93636 h 282456"/>
              <a:gd name="connsiteX32" fmla="*/ 899760 w 1553253"/>
              <a:gd name="connsiteY32" fmla="*/ 162444 h 282456"/>
              <a:gd name="connsiteX33" fmla="*/ 950552 w 1553253"/>
              <a:gd name="connsiteY33" fmla="*/ 246175 h 282456"/>
              <a:gd name="connsiteX34" fmla="*/ 950552 w 1553253"/>
              <a:gd name="connsiteY34" fmla="*/ 193658 h 282456"/>
              <a:gd name="connsiteX35" fmla="*/ 1002767 w 1553253"/>
              <a:gd name="connsiteY35" fmla="*/ 209152 h 282456"/>
              <a:gd name="connsiteX36" fmla="*/ 1039799 w 1553253"/>
              <a:gd name="connsiteY36" fmla="*/ 168019 h 282456"/>
              <a:gd name="connsiteX37" fmla="*/ 506635 w 1553253"/>
              <a:gd name="connsiteY37" fmla="*/ 5701 h 282456"/>
              <a:gd name="connsiteX38" fmla="*/ 710081 w 1553253"/>
              <a:gd name="connsiteY38" fmla="*/ 5701 h 282456"/>
              <a:gd name="connsiteX39" fmla="*/ 710081 w 1553253"/>
              <a:gd name="connsiteY39" fmla="*/ 74093 h 282456"/>
              <a:gd name="connsiteX40" fmla="*/ 582280 w 1553253"/>
              <a:gd name="connsiteY40" fmla="*/ 73538 h 282456"/>
              <a:gd name="connsiteX41" fmla="*/ 582280 w 1553253"/>
              <a:gd name="connsiteY41" fmla="*/ 109952 h 282456"/>
              <a:gd name="connsiteX42" fmla="*/ 679379 w 1553253"/>
              <a:gd name="connsiteY42" fmla="*/ 109952 h 282456"/>
              <a:gd name="connsiteX43" fmla="*/ 679379 w 1553253"/>
              <a:gd name="connsiteY43" fmla="*/ 171504 h 282456"/>
              <a:gd name="connsiteX44" fmla="*/ 582280 w 1553253"/>
              <a:gd name="connsiteY44" fmla="*/ 170949 h 282456"/>
              <a:gd name="connsiteX45" fmla="*/ 582280 w 1553253"/>
              <a:gd name="connsiteY45" fmla="*/ 207548 h 282456"/>
              <a:gd name="connsiteX46" fmla="*/ 710081 w 1553253"/>
              <a:gd name="connsiteY46" fmla="*/ 207548 h 282456"/>
              <a:gd name="connsiteX47" fmla="*/ 710081 w 1553253"/>
              <a:gd name="connsiteY47" fmla="*/ 275939 h 282456"/>
              <a:gd name="connsiteX48" fmla="*/ 506635 w 1553253"/>
              <a:gd name="connsiteY48" fmla="*/ 275939 h 282456"/>
              <a:gd name="connsiteX49" fmla="*/ 232141 w 1553253"/>
              <a:gd name="connsiteY49" fmla="*/ 5701 h 282456"/>
              <a:gd name="connsiteX50" fmla="*/ 304101 w 1553253"/>
              <a:gd name="connsiteY50" fmla="*/ 5701 h 282456"/>
              <a:gd name="connsiteX51" fmla="*/ 405583 w 1553253"/>
              <a:gd name="connsiteY51" fmla="*/ 146912 h 282456"/>
              <a:gd name="connsiteX52" fmla="*/ 405583 w 1553253"/>
              <a:gd name="connsiteY52" fmla="*/ 6255 h 282456"/>
              <a:gd name="connsiteX53" fmla="*/ 479572 w 1553253"/>
              <a:gd name="connsiteY53" fmla="*/ 6255 h 282456"/>
              <a:gd name="connsiteX54" fmla="*/ 479572 w 1553253"/>
              <a:gd name="connsiteY54" fmla="*/ 275940 h 282456"/>
              <a:gd name="connsiteX55" fmla="*/ 406136 w 1553253"/>
              <a:gd name="connsiteY55" fmla="*/ 275940 h 282456"/>
              <a:gd name="connsiteX56" fmla="*/ 306130 w 1553253"/>
              <a:gd name="connsiteY56" fmla="*/ 138975 h 282456"/>
              <a:gd name="connsiteX57" fmla="*/ 306130 w 1553253"/>
              <a:gd name="connsiteY57" fmla="*/ 275570 h 282456"/>
              <a:gd name="connsiteX58" fmla="*/ 232141 w 1553253"/>
              <a:gd name="connsiteY58" fmla="*/ 275570 h 282456"/>
              <a:gd name="connsiteX59" fmla="*/ 0 w 1553253"/>
              <a:gd name="connsiteY59" fmla="*/ 5701 h 282456"/>
              <a:gd name="connsiteX60" fmla="*/ 203446 w 1553253"/>
              <a:gd name="connsiteY60" fmla="*/ 5701 h 282456"/>
              <a:gd name="connsiteX61" fmla="*/ 203446 w 1553253"/>
              <a:gd name="connsiteY61" fmla="*/ 74093 h 282456"/>
              <a:gd name="connsiteX62" fmla="*/ 75830 w 1553253"/>
              <a:gd name="connsiteY62" fmla="*/ 73538 h 282456"/>
              <a:gd name="connsiteX63" fmla="*/ 75830 w 1553253"/>
              <a:gd name="connsiteY63" fmla="*/ 109952 h 282456"/>
              <a:gd name="connsiteX64" fmla="*/ 172559 w 1553253"/>
              <a:gd name="connsiteY64" fmla="*/ 109952 h 282456"/>
              <a:gd name="connsiteX65" fmla="*/ 172559 w 1553253"/>
              <a:gd name="connsiteY65" fmla="*/ 171504 h 282456"/>
              <a:gd name="connsiteX66" fmla="*/ 75830 w 1553253"/>
              <a:gd name="connsiteY66" fmla="*/ 170949 h 282456"/>
              <a:gd name="connsiteX67" fmla="*/ 75830 w 1553253"/>
              <a:gd name="connsiteY67" fmla="*/ 207548 h 282456"/>
              <a:gd name="connsiteX68" fmla="*/ 203446 w 1553253"/>
              <a:gd name="connsiteY68" fmla="*/ 207548 h 282456"/>
              <a:gd name="connsiteX69" fmla="*/ 203446 w 1553253"/>
              <a:gd name="connsiteY69" fmla="*/ 275939 h 282456"/>
              <a:gd name="connsiteX70" fmla="*/ 0 w 1553253"/>
              <a:gd name="connsiteY70" fmla="*/ 275939 h 282456"/>
              <a:gd name="connsiteX71" fmla="*/ 1513297 w 1553253"/>
              <a:gd name="connsiteY71" fmla="*/ 814 h 282456"/>
              <a:gd name="connsiteX72" fmla="*/ 1541447 w 1553253"/>
              <a:gd name="connsiteY72" fmla="*/ 12836 h 282456"/>
              <a:gd name="connsiteX73" fmla="*/ 1541447 w 1553253"/>
              <a:gd name="connsiteY73" fmla="*/ 69059 h 282456"/>
              <a:gd name="connsiteX74" fmla="*/ 1513297 w 1553253"/>
              <a:gd name="connsiteY74" fmla="*/ 81081 h 282456"/>
              <a:gd name="connsiteX75" fmla="*/ 1484591 w 1553253"/>
              <a:gd name="connsiteY75" fmla="*/ 69059 h 282456"/>
              <a:gd name="connsiteX76" fmla="*/ 1484591 w 1553253"/>
              <a:gd name="connsiteY76" fmla="*/ 12836 h 282456"/>
              <a:gd name="connsiteX77" fmla="*/ 1513297 w 1553253"/>
              <a:gd name="connsiteY77" fmla="*/ 814 h 282456"/>
              <a:gd name="connsiteX78" fmla="*/ 1185857 w 1553253"/>
              <a:gd name="connsiteY78" fmla="*/ 814 h 282456"/>
              <a:gd name="connsiteX79" fmla="*/ 1214007 w 1553253"/>
              <a:gd name="connsiteY79" fmla="*/ 12836 h 282456"/>
              <a:gd name="connsiteX80" fmla="*/ 1214007 w 1553253"/>
              <a:gd name="connsiteY80" fmla="*/ 69059 h 282456"/>
              <a:gd name="connsiteX81" fmla="*/ 1185857 w 1553253"/>
              <a:gd name="connsiteY81" fmla="*/ 81081 h 282456"/>
              <a:gd name="connsiteX82" fmla="*/ 1156966 w 1553253"/>
              <a:gd name="connsiteY82" fmla="*/ 69059 h 282456"/>
              <a:gd name="connsiteX83" fmla="*/ 1156966 w 1553253"/>
              <a:gd name="connsiteY83" fmla="*/ 12836 h 282456"/>
              <a:gd name="connsiteX84" fmla="*/ 1185857 w 1553253"/>
              <a:gd name="connsiteY84" fmla="*/ 814 h 282456"/>
              <a:gd name="connsiteX85" fmla="*/ 1355042 w 1553253"/>
              <a:gd name="connsiteY85" fmla="*/ 0 h 282456"/>
              <a:gd name="connsiteX86" fmla="*/ 1437407 w 1553253"/>
              <a:gd name="connsiteY86" fmla="*/ 16093 h 282456"/>
              <a:gd name="connsiteX87" fmla="*/ 1437407 w 1553253"/>
              <a:gd name="connsiteY87" fmla="*/ 88788 h 282456"/>
              <a:gd name="connsiteX88" fmla="*/ 1359105 w 1553253"/>
              <a:gd name="connsiteY88" fmla="*/ 65666 h 282456"/>
              <a:gd name="connsiteX89" fmla="*/ 1325863 w 1553253"/>
              <a:gd name="connsiteY89" fmla="*/ 80834 h 282456"/>
              <a:gd name="connsiteX90" fmla="*/ 1367969 w 1553253"/>
              <a:gd name="connsiteY90" fmla="*/ 105991 h 282456"/>
              <a:gd name="connsiteX91" fmla="*/ 1448857 w 1553253"/>
              <a:gd name="connsiteY91" fmla="*/ 194593 h 282456"/>
              <a:gd name="connsiteX92" fmla="*/ 1418570 w 1553253"/>
              <a:gd name="connsiteY92" fmla="*/ 260999 h 282456"/>
              <a:gd name="connsiteX93" fmla="*/ 1337867 w 1553253"/>
              <a:gd name="connsiteY93" fmla="*/ 282456 h 282456"/>
              <a:gd name="connsiteX94" fmla="*/ 1256056 w 1553253"/>
              <a:gd name="connsiteY94" fmla="*/ 267843 h 282456"/>
              <a:gd name="connsiteX95" fmla="*/ 1256056 w 1553253"/>
              <a:gd name="connsiteY95" fmla="*/ 192189 h 282456"/>
              <a:gd name="connsiteX96" fmla="*/ 1333066 w 1553253"/>
              <a:gd name="connsiteY96" fmla="*/ 215126 h 282456"/>
              <a:gd name="connsiteX97" fmla="*/ 1371663 w 1553253"/>
              <a:gd name="connsiteY97" fmla="*/ 197738 h 282456"/>
              <a:gd name="connsiteX98" fmla="*/ 1363352 w 1553253"/>
              <a:gd name="connsiteY98" fmla="*/ 183125 h 282456"/>
              <a:gd name="connsiteX99" fmla="*/ 1329372 w 1553253"/>
              <a:gd name="connsiteY99" fmla="*/ 171657 h 282456"/>
              <a:gd name="connsiteX100" fmla="*/ 1248669 w 1553253"/>
              <a:gd name="connsiteY100" fmla="*/ 80834 h 282456"/>
              <a:gd name="connsiteX101" fmla="*/ 1355042 w 1553253"/>
              <a:gd name="connsiteY101" fmla="*/ 0 h 282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1553253" h="282456">
                <a:moveTo>
                  <a:pt x="1254948" y="191634"/>
                </a:moveTo>
                <a:lnTo>
                  <a:pt x="1256056" y="191634"/>
                </a:lnTo>
                <a:lnTo>
                  <a:pt x="1256056" y="192189"/>
                </a:lnTo>
                <a:cubicBezTo>
                  <a:pt x="1255687" y="192004"/>
                  <a:pt x="1255317" y="191819"/>
                  <a:pt x="1254948" y="191634"/>
                </a:cubicBezTo>
                <a:close/>
                <a:moveTo>
                  <a:pt x="1477739" y="95137"/>
                </a:moveTo>
                <a:lnTo>
                  <a:pt x="1548299" y="95137"/>
                </a:lnTo>
                <a:lnTo>
                  <a:pt x="1548299" y="276754"/>
                </a:lnTo>
                <a:lnTo>
                  <a:pt x="1477739" y="276754"/>
                </a:lnTo>
                <a:close/>
                <a:moveTo>
                  <a:pt x="1150669" y="95137"/>
                </a:moveTo>
                <a:lnTo>
                  <a:pt x="1220859" y="95137"/>
                </a:lnTo>
                <a:lnTo>
                  <a:pt x="1220859" y="276754"/>
                </a:lnTo>
                <a:lnTo>
                  <a:pt x="1150669" y="276754"/>
                </a:lnTo>
                <a:close/>
                <a:moveTo>
                  <a:pt x="813220" y="74399"/>
                </a:moveTo>
                <a:lnTo>
                  <a:pt x="813220" y="117127"/>
                </a:lnTo>
                <a:lnTo>
                  <a:pt x="839848" y="117127"/>
                </a:lnTo>
                <a:cubicBezTo>
                  <a:pt x="856490" y="117127"/>
                  <a:pt x="865366" y="108803"/>
                  <a:pt x="865366" y="95116"/>
                </a:cubicBezTo>
                <a:cubicBezTo>
                  <a:pt x="865366" y="81613"/>
                  <a:pt x="857045" y="74399"/>
                  <a:pt x="840772" y="74399"/>
                </a:cubicBezTo>
                <a:close/>
                <a:moveTo>
                  <a:pt x="1039799" y="5701"/>
                </a:moveTo>
                <a:lnTo>
                  <a:pt x="1115715" y="5701"/>
                </a:lnTo>
                <a:lnTo>
                  <a:pt x="1115159" y="167650"/>
                </a:lnTo>
                <a:cubicBezTo>
                  <a:pt x="1114604" y="205647"/>
                  <a:pt x="1105716" y="234238"/>
                  <a:pt x="1087385" y="252867"/>
                </a:cubicBezTo>
                <a:cubicBezTo>
                  <a:pt x="1069054" y="271681"/>
                  <a:pt x="1045169" y="281642"/>
                  <a:pt x="1014802" y="281642"/>
                </a:cubicBezTo>
                <a:lnTo>
                  <a:pt x="967357" y="273878"/>
                </a:lnTo>
                <a:lnTo>
                  <a:pt x="969102" y="276754"/>
                </a:lnTo>
                <a:lnTo>
                  <a:pt x="884042" y="276754"/>
                </a:lnTo>
                <a:lnTo>
                  <a:pt x="828753" y="177612"/>
                </a:lnTo>
                <a:lnTo>
                  <a:pt x="813590" y="177612"/>
                </a:lnTo>
                <a:lnTo>
                  <a:pt x="813590" y="276754"/>
                </a:lnTo>
                <a:lnTo>
                  <a:pt x="737961" y="276754"/>
                </a:lnTo>
                <a:lnTo>
                  <a:pt x="737961" y="6516"/>
                </a:lnTo>
                <a:lnTo>
                  <a:pt x="849094" y="6516"/>
                </a:lnTo>
                <a:cubicBezTo>
                  <a:pt x="916402" y="6516"/>
                  <a:pt x="944139" y="37221"/>
                  <a:pt x="943029" y="93636"/>
                </a:cubicBezTo>
                <a:cubicBezTo>
                  <a:pt x="942659" y="124341"/>
                  <a:pt x="928051" y="147462"/>
                  <a:pt x="899760" y="162444"/>
                </a:cubicBezTo>
                <a:lnTo>
                  <a:pt x="950552" y="246175"/>
                </a:lnTo>
                <a:lnTo>
                  <a:pt x="950552" y="193658"/>
                </a:lnTo>
                <a:cubicBezTo>
                  <a:pt x="969809" y="203987"/>
                  <a:pt x="987028" y="209152"/>
                  <a:pt x="1002767" y="209152"/>
                </a:cubicBezTo>
                <a:cubicBezTo>
                  <a:pt x="1027393" y="209152"/>
                  <a:pt x="1039799" y="195134"/>
                  <a:pt x="1039799" y="168019"/>
                </a:cubicBezTo>
                <a:close/>
                <a:moveTo>
                  <a:pt x="506635" y="5701"/>
                </a:moveTo>
                <a:lnTo>
                  <a:pt x="710081" y="5701"/>
                </a:lnTo>
                <a:lnTo>
                  <a:pt x="710081" y="74093"/>
                </a:lnTo>
                <a:lnTo>
                  <a:pt x="582280" y="73538"/>
                </a:lnTo>
                <a:lnTo>
                  <a:pt x="582280" y="109952"/>
                </a:lnTo>
                <a:lnTo>
                  <a:pt x="679379" y="109952"/>
                </a:lnTo>
                <a:lnTo>
                  <a:pt x="679379" y="171504"/>
                </a:lnTo>
                <a:lnTo>
                  <a:pt x="582280" y="170949"/>
                </a:lnTo>
                <a:lnTo>
                  <a:pt x="582280" y="207548"/>
                </a:lnTo>
                <a:lnTo>
                  <a:pt x="710081" y="207548"/>
                </a:lnTo>
                <a:lnTo>
                  <a:pt x="710081" y="275939"/>
                </a:lnTo>
                <a:lnTo>
                  <a:pt x="506635" y="275939"/>
                </a:lnTo>
                <a:close/>
                <a:moveTo>
                  <a:pt x="232141" y="5701"/>
                </a:moveTo>
                <a:lnTo>
                  <a:pt x="304101" y="5701"/>
                </a:lnTo>
                <a:lnTo>
                  <a:pt x="405583" y="146912"/>
                </a:lnTo>
                <a:lnTo>
                  <a:pt x="405583" y="6255"/>
                </a:lnTo>
                <a:lnTo>
                  <a:pt x="479572" y="6255"/>
                </a:lnTo>
                <a:lnTo>
                  <a:pt x="479572" y="275940"/>
                </a:lnTo>
                <a:lnTo>
                  <a:pt x="406136" y="275940"/>
                </a:lnTo>
                <a:lnTo>
                  <a:pt x="306130" y="138975"/>
                </a:lnTo>
                <a:lnTo>
                  <a:pt x="306130" y="275570"/>
                </a:lnTo>
                <a:lnTo>
                  <a:pt x="232141" y="275570"/>
                </a:lnTo>
                <a:close/>
                <a:moveTo>
                  <a:pt x="0" y="5701"/>
                </a:moveTo>
                <a:lnTo>
                  <a:pt x="203446" y="5701"/>
                </a:lnTo>
                <a:lnTo>
                  <a:pt x="203446" y="74093"/>
                </a:lnTo>
                <a:lnTo>
                  <a:pt x="75830" y="73538"/>
                </a:lnTo>
                <a:lnTo>
                  <a:pt x="75830" y="109952"/>
                </a:lnTo>
                <a:lnTo>
                  <a:pt x="172559" y="109952"/>
                </a:lnTo>
                <a:lnTo>
                  <a:pt x="172559" y="171504"/>
                </a:lnTo>
                <a:lnTo>
                  <a:pt x="75830" y="170949"/>
                </a:lnTo>
                <a:lnTo>
                  <a:pt x="75830" y="207548"/>
                </a:lnTo>
                <a:lnTo>
                  <a:pt x="203446" y="207548"/>
                </a:lnTo>
                <a:lnTo>
                  <a:pt x="203446" y="275939"/>
                </a:lnTo>
                <a:lnTo>
                  <a:pt x="0" y="275939"/>
                </a:lnTo>
                <a:close/>
                <a:moveTo>
                  <a:pt x="1513297" y="814"/>
                </a:moveTo>
                <a:cubicBezTo>
                  <a:pt x="1524224" y="814"/>
                  <a:pt x="1534224" y="4883"/>
                  <a:pt x="1541447" y="12836"/>
                </a:cubicBezTo>
                <a:cubicBezTo>
                  <a:pt x="1557189" y="28371"/>
                  <a:pt x="1557189" y="53524"/>
                  <a:pt x="1541447" y="69059"/>
                </a:cubicBezTo>
                <a:cubicBezTo>
                  <a:pt x="1534224" y="77567"/>
                  <a:pt x="1524779" y="81081"/>
                  <a:pt x="1513297" y="81081"/>
                </a:cubicBezTo>
                <a:cubicBezTo>
                  <a:pt x="1502370" y="81081"/>
                  <a:pt x="1492370" y="77012"/>
                  <a:pt x="1484591" y="69059"/>
                </a:cubicBezTo>
                <a:cubicBezTo>
                  <a:pt x="1469405" y="53524"/>
                  <a:pt x="1469405" y="28371"/>
                  <a:pt x="1484591" y="12836"/>
                </a:cubicBezTo>
                <a:cubicBezTo>
                  <a:pt x="1492370" y="4883"/>
                  <a:pt x="1501815" y="814"/>
                  <a:pt x="1513297" y="814"/>
                </a:cubicBezTo>
                <a:close/>
                <a:moveTo>
                  <a:pt x="1185857" y="814"/>
                </a:moveTo>
                <a:cubicBezTo>
                  <a:pt x="1196783" y="814"/>
                  <a:pt x="1206599" y="4883"/>
                  <a:pt x="1214007" y="12836"/>
                </a:cubicBezTo>
                <a:cubicBezTo>
                  <a:pt x="1229749" y="28371"/>
                  <a:pt x="1229749" y="53524"/>
                  <a:pt x="1214007" y="69059"/>
                </a:cubicBezTo>
                <a:cubicBezTo>
                  <a:pt x="1206599" y="77567"/>
                  <a:pt x="1197339" y="81081"/>
                  <a:pt x="1185857" y="81081"/>
                </a:cubicBezTo>
                <a:cubicBezTo>
                  <a:pt x="1174745" y="81081"/>
                  <a:pt x="1164929" y="77012"/>
                  <a:pt x="1156966" y="69059"/>
                </a:cubicBezTo>
                <a:cubicBezTo>
                  <a:pt x="1141965" y="53524"/>
                  <a:pt x="1141965" y="28371"/>
                  <a:pt x="1156966" y="12836"/>
                </a:cubicBezTo>
                <a:cubicBezTo>
                  <a:pt x="1164929" y="4883"/>
                  <a:pt x="1174189" y="814"/>
                  <a:pt x="1185857" y="814"/>
                </a:cubicBezTo>
                <a:close/>
                <a:moveTo>
                  <a:pt x="1355042" y="0"/>
                </a:moveTo>
                <a:cubicBezTo>
                  <a:pt x="1387360" y="0"/>
                  <a:pt x="1414877" y="5180"/>
                  <a:pt x="1437407" y="16093"/>
                </a:cubicBezTo>
                <a:lnTo>
                  <a:pt x="1437407" y="88788"/>
                </a:lnTo>
                <a:cubicBezTo>
                  <a:pt x="1411183" y="73620"/>
                  <a:pt x="1385144" y="65666"/>
                  <a:pt x="1359105" y="65666"/>
                </a:cubicBezTo>
                <a:cubicBezTo>
                  <a:pt x="1337313" y="65666"/>
                  <a:pt x="1325863" y="71030"/>
                  <a:pt x="1325863" y="80834"/>
                </a:cubicBezTo>
                <a:cubicBezTo>
                  <a:pt x="1325863" y="91933"/>
                  <a:pt x="1335097" y="97667"/>
                  <a:pt x="1367969" y="105991"/>
                </a:cubicBezTo>
                <a:cubicBezTo>
                  <a:pt x="1418016" y="117459"/>
                  <a:pt x="1448857" y="142986"/>
                  <a:pt x="1448857" y="194593"/>
                </a:cubicBezTo>
                <a:cubicBezTo>
                  <a:pt x="1448857" y="224374"/>
                  <a:pt x="1438885" y="246386"/>
                  <a:pt x="1418570" y="260999"/>
                </a:cubicBezTo>
                <a:cubicBezTo>
                  <a:pt x="1398810" y="275057"/>
                  <a:pt x="1371663" y="282456"/>
                  <a:pt x="1337867" y="282456"/>
                </a:cubicBezTo>
                <a:cubicBezTo>
                  <a:pt x="1304441" y="282456"/>
                  <a:pt x="1277848" y="277092"/>
                  <a:pt x="1256056" y="267843"/>
                </a:cubicBezTo>
                <a:lnTo>
                  <a:pt x="1256056" y="192189"/>
                </a:lnTo>
                <a:cubicBezTo>
                  <a:pt x="1275816" y="204952"/>
                  <a:pt x="1305364" y="215126"/>
                  <a:pt x="1333066" y="215126"/>
                </a:cubicBezTo>
                <a:cubicBezTo>
                  <a:pt x="1358551" y="215126"/>
                  <a:pt x="1371663" y="209206"/>
                  <a:pt x="1371663" y="197738"/>
                </a:cubicBezTo>
                <a:cubicBezTo>
                  <a:pt x="1371663" y="191079"/>
                  <a:pt x="1369077" y="186270"/>
                  <a:pt x="1363352" y="183125"/>
                </a:cubicBezTo>
                <a:cubicBezTo>
                  <a:pt x="1357627" y="179980"/>
                  <a:pt x="1346178" y="175911"/>
                  <a:pt x="1329372" y="171657"/>
                </a:cubicBezTo>
                <a:cubicBezTo>
                  <a:pt x="1275816" y="158708"/>
                  <a:pt x="1248669" y="128373"/>
                  <a:pt x="1248669" y="80834"/>
                </a:cubicBezTo>
                <a:cubicBezTo>
                  <a:pt x="1248669" y="27561"/>
                  <a:pt x="1286158" y="0"/>
                  <a:pt x="135504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255333" dist="38100" dir="5400000" algn="t" rotWithShape="0">
              <a:prstClr val="black">
                <a:alpha val="55000"/>
              </a:prstClr>
            </a:outerShdw>
          </a:effectLst>
        </p:spPr>
        <p:txBody>
          <a:bodyPr wrap="none" anchor="ctr"/>
          <a:lstStyle/>
          <a:p>
            <a:endParaRPr lang="en-TR"/>
          </a:p>
        </p:txBody>
      </p:sp>
      <p:pic>
        <p:nvPicPr>
          <p:cNvPr id="25" name="Resim 24">
            <a:extLst>
              <a:ext uri="{FF2B5EF4-FFF2-40B4-BE49-F238E27FC236}">
                <a16:creationId xmlns:a16="http://schemas.microsoft.com/office/drawing/2014/main" id="{F0EF276C-4035-4BD8-92BF-BAA8B18D2CE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199636" y="-491754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175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 p14:presetBounceEnd="50000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 p14:presetBounceEnd="50000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 p14:presetBounceEnd="50000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 p14:presetBounceEnd="50000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 p14:presetBounceEnd="50000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0000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0000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wedge">
                                          <p:cBhvr>
                                            <p:cTn id="7" dur="15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" presetID="49" presetClass="entr" presetSubtype="0" decel="10000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1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2" dur="1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style.rotation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fltVal val="360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fltVal val="0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13" dur="1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125E-6 -2.96296E-6 L -3.125E-6 0.05463 " pathEditMode="relative" rAng="0" ptsTypes="AA">
                                          <p:cBhvr>
                                            <p:cTn id="18" dur="1500" spd="-1000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0" y="2731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19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2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8.33333E-7 -2.59259E-6 L -0.075 -2.59259E-6 " pathEditMode="relative" rAng="0" ptsTypes="AA">
                                          <p:cBhvr>
                                            <p:cTn id="23" dur="1500" spd="-100000" fill="hold"/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-3750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4" presetID="10" presetClass="entr" presetSubtype="0" fill="hold" grpId="0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6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7" presetID="42" presetClass="path" presetSubtype="0" decel="100000" fill="hold" grpId="1" nodeType="withEffect">
                                      <p:stCondLst>
                                        <p:cond delay="2500"/>
                                      </p:stCondLst>
                                      <p:childTnLst>
                                        <p:animMotion origin="layout" path="M -3.33333E-6 -1.11111E-6 L 0.07852 -1.11111E-6 " pathEditMode="relative" rAng="0" ptsTypes="AA">
                                          <p:cBhvr>
                                            <p:cTn id="28" dur="1500" spd="-100000" fill="hold"/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ppt_x</p:attrName>
                                              <p:attrName>ppt_y</p:attrName>
                                            </p:attrNameLst>
                                          </p:cBhvr>
                                          <p:rCtr x="3919" y="0"/>
                                        </p:animMotion>
                                      </p:childTnLst>
                                    </p:cTn>
                                  </p:par>
                                  <p:par>
                                    <p:cTn id="29" presetID="2" presetClass="entr" presetSubtype="4" accel="50000" fill="hold" grpId="0" nodeType="withEffect">
                                      <p:stCondLst>
                                        <p:cond delay="1000"/>
                                      </p:stCondLst>
                                      <p:childTnLst>
                                        <p:set>
                                          <p:cBhvr>
                                            <p:cTn id="3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1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2" dur="40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3" presetID="2" presetClass="entr" presetSubtype="4" accel="50000" fill="hold" grpId="0" nodeType="withEffect">
                                      <p:stCondLst>
                                        <p:cond delay="1200"/>
                                      </p:stCondLst>
                                      <p:childTnLs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5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6" dur="4000" fill="hold"/>
                                            <p:tgtEl>
                                              <p:spTgt spid="67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7" presetID="2" presetClass="entr" presetSubtype="4" accel="50000" fill="hold" grpId="0" nodeType="withEffect">
                                      <p:stCondLst>
                                        <p:cond delay="1300"/>
                                      </p:stCondLst>
                                      <p:childTnLst>
                                        <p:set>
                                          <p:cBhvr>
                                            <p:cTn id="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9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0" dur="4000" fill="hold"/>
                                            <p:tgtEl>
                                              <p:spTgt spid="6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1" presetID="2" presetClass="entr" presetSubtype="4" accel="50000" fill="hold" grpId="0" nodeType="withEffect">
                                      <p:stCondLst>
                                        <p:cond delay="14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3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4" dur="4000" fill="hold"/>
                                            <p:tgtEl>
                                              <p:spTgt spid="7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5" presetID="2" presetClass="entr" presetSubtype="4" accel="50000" fill="hold" grpId="0" nodeType="withEffect">
                                      <p:stCondLst>
                                        <p:cond delay="1100"/>
                                      </p:stCondLst>
                                      <p:childTnLs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47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48" dur="4000" fill="hold"/>
                                            <p:tgtEl>
                                              <p:spTgt spid="7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9" presetID="10" presetClass="entr" presetSubtype="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1" dur="1000"/>
                                            <p:tgtEl>
                                              <p:spTgt spid="8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2" presetID="2" presetClass="entr" presetSubtype="8" accel="50000" decel="50000" fill="hold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54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55" dur="2000" fill="hold"/>
                                            <p:tgtEl>
                                              <p:spTgt spid="8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1000"/>
                                            <p:tgtEl>
                                              <p:spTgt spid="8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2" presetClass="entr" presetSubtype="8" accel="50000" decel="50000" fill="hold" nodeType="withEffect">
                                      <p:stCondLst>
                                        <p:cond delay="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61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62" dur="2000" fill="hold"/>
                                            <p:tgtEl>
                                              <p:spTgt spid="8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52" grpId="0" animBg="1"/>
          <p:bldP spid="79" grpId="0" animBg="1"/>
          <p:bldP spid="67" grpId="0" animBg="1"/>
          <p:bldP spid="69" grpId="0" animBg="1"/>
          <p:bldP spid="71" grpId="0" animBg="1"/>
          <p:bldP spid="27" grpId="0" animBg="1"/>
          <p:bldP spid="28" grpId="0" animBg="1"/>
          <p:bldP spid="29" grpId="0" animBg="1"/>
          <p:bldP spid="29" grpId="1" animBg="1"/>
          <p:bldP spid="30" grpId="0" animBg="1"/>
          <p:bldP spid="30" grpId="1" animBg="1"/>
          <p:bldP spid="31" grpId="0" animBg="1"/>
          <p:bldP spid="31" grpId="1" animBg="1"/>
        </p:bldLst>
      </p:timing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An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6" name="Freeform 15">
            <a:extLst>
              <a:ext uri="{FF2B5EF4-FFF2-40B4-BE49-F238E27FC236}">
                <a16:creationId xmlns:a16="http://schemas.microsoft.com/office/drawing/2014/main" id="{CD04264E-1EFD-6FBF-4408-03765E27AB85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5297BAE4-0E23-9EB2-56CD-D914FEDB823F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8" name="Picture 14">
            <a:extLst>
              <a:ext uri="{FF2B5EF4-FFF2-40B4-BE49-F238E27FC236}">
                <a16:creationId xmlns:a16="http://schemas.microsoft.com/office/drawing/2014/main" id="{18F0C104-BA14-558A-024F-EE814968F2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B1122E9A-7DFB-51F0-C459-D8CF104BC1BD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21" name="Foliennummernplatzhalter 7">
            <a:extLst>
              <a:ext uri="{FF2B5EF4-FFF2-40B4-BE49-F238E27FC236}">
                <a16:creationId xmlns:a16="http://schemas.microsoft.com/office/drawing/2014/main" id="{A83B0838-9006-8A23-6106-003D80CAA16E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D24A8670-2060-4097-8626-CAD83991E13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256786" y="-423477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232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50000" decel="5000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2" presetClass="path" presetSubtype="0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3.95833E-6 1.38778E-17 L 0.09336 0.00463 " pathEditMode="relative" rAng="0" ptsTypes="AA">
                                      <p:cBhvr>
                                        <p:cTn id="17" dur="10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61" y="231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2" presetClass="entr" presetSubtype="8" accel="50000" decel="5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20" grpId="0" animBg="1"/>
      <p:bldP spid="21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yokütle Enerjisi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19" name="Foliennummernplatzhalter 7">
            <a:extLst>
              <a:ext uri="{FF2B5EF4-FFF2-40B4-BE49-F238E27FC236}">
                <a16:creationId xmlns:a16="http://schemas.microsoft.com/office/drawing/2014/main" id="{06D36905-B9CD-494F-9A62-D99527227A5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‹#›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9" name="Resim 8">
            <a:extLst>
              <a:ext uri="{FF2B5EF4-FFF2-40B4-BE49-F238E27FC236}">
                <a16:creationId xmlns:a16="http://schemas.microsoft.com/office/drawing/2014/main" id="{058CE788-7008-46C7-A65D-A8FB7D105986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66979" y="-447971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7982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ED Aydınlatma Fon S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966FD864-9170-A742-8CE2-20780E34E81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074C1E6-AB16-DD43-A2D2-0F782D117EFA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14" name="Picture 14">
            <a:extLst>
              <a:ext uri="{FF2B5EF4-FFF2-40B4-BE49-F238E27FC236}">
                <a16:creationId xmlns:a16="http://schemas.microsoft.com/office/drawing/2014/main" id="{E73B4395-BF9B-4747-85D3-5821474672B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998597C9-7E63-40FE-9E82-F753BB094DC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9175143" y="-398985"/>
            <a:ext cx="3510563" cy="1974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7619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2228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78" r:id="rId2"/>
    <p:sldLayoutId id="2147483663" r:id="rId3"/>
    <p:sldLayoutId id="2147483708" r:id="rId4"/>
    <p:sldLayoutId id="2147483683" r:id="rId5"/>
    <p:sldLayoutId id="2147483689" r:id="rId6"/>
    <p:sldLayoutId id="2147483690" r:id="rId7"/>
    <p:sldLayoutId id="2147483705" r:id="rId8"/>
    <p:sldLayoutId id="2147483701" r:id="rId9"/>
    <p:sldLayoutId id="2147483706" r:id="rId10"/>
    <p:sldLayoutId id="2147483702" r:id="rId11"/>
    <p:sldLayoutId id="2147483703" r:id="rId12"/>
    <p:sldLayoutId id="2147483704" r:id="rId13"/>
    <p:sldLayoutId id="2147483707" r:id="rId14"/>
    <p:sldLayoutId id="2147483693" r:id="rId15"/>
  </p:sldLayoutIdLst>
  <p:txStyles>
    <p:titleStyle>
      <a:lvl1pPr marL="0" algn="l" defTabSz="914400" rtl="0" eaLnBrk="1" latinLnBrk="0" hangingPunct="1">
        <a:lnSpc>
          <a:spcPct val="100000"/>
        </a:lnSpc>
        <a:spcBef>
          <a:spcPct val="0"/>
        </a:spcBef>
        <a:buNone/>
        <a:defRPr lang="en-US" sz="4400" b="1" kern="1200" baseline="0" dirty="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jpg"/><Relationship Id="rId4" Type="http://schemas.openxmlformats.org/officeDocument/2006/relationships/image" Target="../media/image9.png"/><Relationship Id="rId5" Type="http://schemas.openxmlformats.org/officeDocument/2006/relationships/image" Target="../media/image10.sv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5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6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7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8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79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1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0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411480" y="750965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261066" y="308512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Sorumluluk Dağılımı</a:t>
            </a:r>
          </a:p>
        </p:txBody>
      </p:sp>
      <p:pic>
        <p:nvPicPr>
          <p:cNvPr id="10" name="Picture 9" descr="FaFileSignatur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" y="1935862"/>
            <a:ext cx="210312" cy="210312"/>
          </a:xfrm>
          <a:prstGeom prst="rect">
            <a:avLst/>
          </a:prstGeom>
        </p:spPr>
      </p:pic>
      <p:pic>
        <p:nvPicPr>
          <p:cNvPr id="15" name="Picture 14" descr="FaKe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5236" y="2530222"/>
            <a:ext cx="210312" cy="210312"/>
          </a:xfrm>
          <a:prstGeom prst="rect">
            <a:avLst/>
          </a:prstGeom>
        </p:spPr>
      </p:pic>
      <p:sp>
        <p:nvSpPr>
          <p:cNvPr id="242" name="Rounded Rectangle 241"/>
          <p:cNvSpPr/>
          <p:nvPr/>
        </p:nvSpPr>
        <p:spPr>
          <a:xfrm>
            <a:off x="411480" y="1510666"/>
            <a:ext cx="556412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3" name="Rounded Rectangle 242"/>
          <p:cNvSpPr/>
          <p:nvPr/>
        </p:nvSpPr>
        <p:spPr>
          <a:xfrm>
            <a:off x="411480" y="1510666"/>
            <a:ext cx="5564124" cy="457200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411480" y="1858138"/>
            <a:ext cx="5564124" cy="109728"/>
          </a:xfrm>
          <a:prstGeom prst="rect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640080" y="151066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Verdana"/>
              </a:rPr>
              <a:t>Şenpiliç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640080" y="205016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222223"/>
                </a:solidFill>
                <a:latin typeface="Verdana"/>
              </a:rPr>
              <a:t>Sözleşme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tasarım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onayları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50" b="0" dirty="0" err="1">
                <a:solidFill>
                  <a:srgbClr val="5F6670"/>
                </a:solidFill>
                <a:latin typeface="Verdana"/>
              </a:rPr>
              <a:t>Sözleşme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imzası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;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detay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mühendislik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çıktılarının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onayı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48" name="Rounded Rectangle 247"/>
          <p:cNvSpPr/>
          <p:nvPr/>
        </p:nvSpPr>
        <p:spPr>
          <a:xfrm>
            <a:off x="4530852" y="210807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9" name="TextBox 248"/>
          <p:cNvSpPr txBox="1"/>
          <p:nvPr/>
        </p:nvSpPr>
        <p:spPr>
          <a:xfrm>
            <a:off x="4530852" y="210807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İmzalı sözleşme</a:t>
            </a:r>
          </a:p>
        </p:txBody>
      </p:sp>
      <p:cxnSp>
        <p:nvCxnSpPr>
          <p:cNvPr id="250" name="Connector 249"/>
          <p:cNvCxnSpPr/>
          <p:nvPr/>
        </p:nvCxnSpPr>
        <p:spPr>
          <a:xfrm>
            <a:off x="640080" y="2431162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TextBox 250"/>
          <p:cNvSpPr txBox="1"/>
          <p:nvPr/>
        </p:nvSpPr>
        <p:spPr>
          <a:xfrm>
            <a:off x="640080" y="2458594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Ruhsat ve izinler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İnşaat ruhsatı ve izinlerin zamanında alınması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4530852" y="2516506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3" name="TextBox 252"/>
          <p:cNvSpPr txBox="1"/>
          <p:nvPr/>
        </p:nvSpPr>
        <p:spPr>
          <a:xfrm>
            <a:off x="4530852" y="2516506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Ruhsat</a:t>
            </a:r>
          </a:p>
        </p:txBody>
      </p:sp>
      <p:cxnSp>
        <p:nvCxnSpPr>
          <p:cNvPr id="254" name="Connector 253"/>
          <p:cNvCxnSpPr/>
          <p:nvPr/>
        </p:nvCxnSpPr>
        <p:spPr>
          <a:xfrm>
            <a:off x="640080" y="2839594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TextBox 254"/>
          <p:cNvSpPr txBox="1"/>
          <p:nvPr/>
        </p:nvSpPr>
        <p:spPr>
          <a:xfrm>
            <a:off x="640080" y="2867025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>
                <a:solidFill>
                  <a:srgbClr val="222223"/>
                </a:solidFill>
                <a:latin typeface="Verdana"/>
              </a:rPr>
              <a:t>Zemin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temel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imalatları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50" b="0" dirty="0" err="1">
                <a:solidFill>
                  <a:srgbClr val="5F6670"/>
                </a:solidFill>
                <a:latin typeface="Verdana"/>
              </a:rPr>
              <a:t>Temellerin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imalatı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,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kontrolü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ve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kabulü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56" name="Rounded Rectangle 255"/>
          <p:cNvSpPr/>
          <p:nvPr/>
        </p:nvSpPr>
        <p:spPr>
          <a:xfrm>
            <a:off x="4530852" y="2924938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4530852" y="2924938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Saha teslimi</a:t>
            </a:r>
          </a:p>
        </p:txBody>
      </p:sp>
      <p:cxnSp>
        <p:nvCxnSpPr>
          <p:cNvPr id="258" name="Connector 257"/>
          <p:cNvCxnSpPr/>
          <p:nvPr/>
        </p:nvCxnSpPr>
        <p:spPr>
          <a:xfrm>
            <a:off x="640080" y="3248026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9" name="TextBox 258"/>
          <p:cNvSpPr txBox="1"/>
          <p:nvPr/>
        </p:nvSpPr>
        <p:spPr>
          <a:xfrm>
            <a:off x="640080" y="3275457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 dirty="0" err="1">
                <a:solidFill>
                  <a:srgbClr val="222223"/>
                </a:solidFill>
                <a:latin typeface="Verdana"/>
              </a:rPr>
              <a:t>Enerji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besleme</a:t>
            </a:r>
            <a:r>
              <a:rPr sz="1150" b="1" dirty="0">
                <a:solidFill>
                  <a:srgbClr val="222223"/>
                </a:solidFill>
                <a:latin typeface="Verdana"/>
              </a:rPr>
              <a:t> </a:t>
            </a:r>
            <a:r>
              <a:rPr sz="1150" b="1" dirty="0" err="1">
                <a:solidFill>
                  <a:srgbClr val="222223"/>
                </a:solidFill>
                <a:latin typeface="Verdana"/>
              </a:rPr>
              <a:t>noktaları</a:t>
            </a:r>
            <a:endParaRPr sz="105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950" b="0" dirty="0" err="1">
                <a:solidFill>
                  <a:srgbClr val="5F6670"/>
                </a:solidFill>
                <a:latin typeface="Verdana"/>
              </a:rPr>
              <a:t>Elektrik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ve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sıcak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su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/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buhar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besleme</a:t>
            </a:r>
            <a:r>
              <a:rPr sz="9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50" b="0" dirty="0" err="1">
                <a:solidFill>
                  <a:srgbClr val="5F6670"/>
                </a:solidFill>
                <a:latin typeface="Verdana"/>
              </a:rPr>
              <a:t>noktaları</a:t>
            </a:r>
            <a:endParaRPr sz="8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60" name="Rounded Rectangle 259"/>
          <p:cNvSpPr/>
          <p:nvPr/>
        </p:nvSpPr>
        <p:spPr>
          <a:xfrm>
            <a:off x="4530852" y="3333370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4530852" y="333337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Hazır bağlantılar</a:t>
            </a:r>
          </a:p>
        </p:txBody>
      </p:sp>
      <p:cxnSp>
        <p:nvCxnSpPr>
          <p:cNvPr id="262" name="Connector 261"/>
          <p:cNvCxnSpPr/>
          <p:nvPr/>
        </p:nvCxnSpPr>
        <p:spPr>
          <a:xfrm>
            <a:off x="640080" y="3656457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3" name="TextBox 262"/>
          <p:cNvSpPr txBox="1"/>
          <p:nvPr/>
        </p:nvSpPr>
        <p:spPr>
          <a:xfrm>
            <a:off x="640080" y="3683890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Kazanların planlı durdurulması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Kesimhane ve ileri işlem kazanları, entegrasyon için</a:t>
            </a:r>
          </a:p>
        </p:txBody>
      </p:sp>
      <p:sp>
        <p:nvSpPr>
          <p:cNvPr id="264" name="Rounded Rectangle 263"/>
          <p:cNvSpPr/>
          <p:nvPr/>
        </p:nvSpPr>
        <p:spPr>
          <a:xfrm>
            <a:off x="4530852" y="3741802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5" name="TextBox 264"/>
          <p:cNvSpPr txBox="1"/>
          <p:nvPr/>
        </p:nvSpPr>
        <p:spPr>
          <a:xfrm>
            <a:off x="4530852" y="3741802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Duruş penceresi</a:t>
            </a:r>
          </a:p>
        </p:txBody>
      </p:sp>
      <p:cxnSp>
        <p:nvCxnSpPr>
          <p:cNvPr id="266" name="Connector 265"/>
          <p:cNvCxnSpPr/>
          <p:nvPr/>
        </p:nvCxnSpPr>
        <p:spPr>
          <a:xfrm>
            <a:off x="640080" y="4064889"/>
            <a:ext cx="5198364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TextBox 266"/>
          <p:cNvSpPr txBox="1"/>
          <p:nvPr/>
        </p:nvSpPr>
        <p:spPr>
          <a:xfrm>
            <a:off x="640080" y="409232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Performans testi ve kabuller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Garanti testine eşlik; geçici ve nihai kabul</a:t>
            </a:r>
          </a:p>
        </p:txBody>
      </p:sp>
      <p:sp>
        <p:nvSpPr>
          <p:cNvPr id="268" name="Rounded Rectangle 267"/>
          <p:cNvSpPr/>
          <p:nvPr/>
        </p:nvSpPr>
        <p:spPr>
          <a:xfrm>
            <a:off x="4530852" y="415023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9" name="TextBox 268"/>
          <p:cNvSpPr txBox="1"/>
          <p:nvPr/>
        </p:nvSpPr>
        <p:spPr>
          <a:xfrm>
            <a:off x="4530852" y="415023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1F2F86"/>
                </a:solidFill>
                <a:latin typeface="Verdana"/>
              </a:rPr>
              <a:t>Kabul tutanakları</a:t>
            </a:r>
          </a:p>
        </p:txBody>
      </p:sp>
      <p:sp>
        <p:nvSpPr>
          <p:cNvPr id="270" name="Rounded Rectangle 269"/>
          <p:cNvSpPr/>
          <p:nvPr/>
        </p:nvSpPr>
        <p:spPr>
          <a:xfrm>
            <a:off x="6213348" y="1510666"/>
            <a:ext cx="5564124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1" name="Rounded Rectangle 270"/>
          <p:cNvSpPr/>
          <p:nvPr/>
        </p:nvSpPr>
        <p:spPr>
          <a:xfrm>
            <a:off x="6213348" y="1510666"/>
            <a:ext cx="5564124" cy="457200"/>
          </a:xfrm>
          <a:prstGeom prst="roundRect">
            <a:avLst>
              <a:gd name="adj" fmla="val 2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6213348" y="1858138"/>
            <a:ext cx="5564124" cy="109728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3" name="TextBox 272"/>
          <p:cNvSpPr txBox="1"/>
          <p:nvPr/>
        </p:nvSpPr>
        <p:spPr>
          <a:xfrm>
            <a:off x="6441948" y="1510666"/>
            <a:ext cx="237744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Verdana"/>
              </a:rPr>
              <a:t>Enerjisa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6441948" y="205016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Proje organizasyonu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İş paketlerinin ve alt yüklenicilerin yönetimi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10332719" y="210807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7" name="TextBox 276"/>
          <p:cNvSpPr txBox="1"/>
          <p:nvPr/>
        </p:nvSpPr>
        <p:spPr>
          <a:xfrm>
            <a:off x="10332719" y="210807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Organizasyon</a:t>
            </a:r>
          </a:p>
        </p:txBody>
      </p:sp>
      <p:cxnSp>
        <p:nvCxnSpPr>
          <p:cNvPr id="278" name="Connector 277"/>
          <p:cNvCxnSpPr/>
          <p:nvPr/>
        </p:nvCxnSpPr>
        <p:spPr>
          <a:xfrm>
            <a:off x="6441948" y="2431162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TextBox 278"/>
          <p:cNvSpPr txBox="1"/>
          <p:nvPr/>
        </p:nvSpPr>
        <p:spPr>
          <a:xfrm>
            <a:off x="6441948" y="2458594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Detay mühendislik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Hesaplar, P&amp;ID, yerleşim ve teknik şartnameler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10332719" y="2516506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1" name="TextBox 280"/>
          <p:cNvSpPr txBox="1"/>
          <p:nvPr/>
        </p:nvSpPr>
        <p:spPr>
          <a:xfrm>
            <a:off x="10332719" y="2516506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P&amp;ID · şartname</a:t>
            </a:r>
          </a:p>
        </p:txBody>
      </p:sp>
      <p:cxnSp>
        <p:nvCxnSpPr>
          <p:cNvPr id="282" name="Connector 281"/>
          <p:cNvCxnSpPr/>
          <p:nvPr/>
        </p:nvCxnSpPr>
        <p:spPr>
          <a:xfrm>
            <a:off x="6441948" y="2839594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6441948" y="2867025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Satınalma ve imalat takibi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11 ekipman paketi: sözleşme, imalat kontrolü, teslim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10332719" y="2924938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10332719" y="2924938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Sahaya teslim</a:t>
            </a:r>
          </a:p>
        </p:txBody>
      </p:sp>
      <p:cxnSp>
        <p:nvCxnSpPr>
          <p:cNvPr id="286" name="Connector 285"/>
          <p:cNvCxnSpPr/>
          <p:nvPr/>
        </p:nvCxnSpPr>
        <p:spPr>
          <a:xfrm>
            <a:off x="6441948" y="3248026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6441948" y="3275457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Montaj ve saha yönetimi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Mekanik, elektrik, otomasyon montajı; şantiye, İSG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10332719" y="3333370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89" name="TextBox 288"/>
          <p:cNvSpPr txBox="1"/>
          <p:nvPr/>
        </p:nvSpPr>
        <p:spPr>
          <a:xfrm>
            <a:off x="10332719" y="3333370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Montaj · NDT</a:t>
            </a:r>
          </a:p>
        </p:txBody>
      </p:sp>
      <p:cxnSp>
        <p:nvCxnSpPr>
          <p:cNvPr id="290" name="Connector 289"/>
          <p:cNvCxnSpPr/>
          <p:nvPr/>
        </p:nvCxnSpPr>
        <p:spPr>
          <a:xfrm>
            <a:off x="6441948" y="3656457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1" name="TextBox 290"/>
          <p:cNvSpPr txBox="1"/>
          <p:nvPr/>
        </p:nvSpPr>
        <p:spPr>
          <a:xfrm>
            <a:off x="6441948" y="3683890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Arayüz ve iletişim yönetimi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Alt yükleniciler arası arayüzler, raporlama, eskalasyon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10332719" y="3741802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3" name="TextBox 292"/>
          <p:cNvSpPr txBox="1"/>
          <p:nvPr/>
        </p:nvSpPr>
        <p:spPr>
          <a:xfrm>
            <a:off x="10332719" y="3741802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Haftalık rapor</a:t>
            </a:r>
          </a:p>
        </p:txBody>
      </p:sp>
      <p:cxnSp>
        <p:nvCxnSpPr>
          <p:cNvPr id="294" name="Connector 293"/>
          <p:cNvCxnSpPr/>
          <p:nvPr/>
        </p:nvCxnSpPr>
        <p:spPr>
          <a:xfrm>
            <a:off x="6441948" y="4064889"/>
            <a:ext cx="5198363" cy="0"/>
          </a:xfrm>
          <a:prstGeom prst="line">
            <a:avLst/>
          </a:prstGeom>
          <a:ln w="9525">
            <a:solidFill>
              <a:srgbClr val="ECED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5" name="TextBox 294"/>
          <p:cNvSpPr txBox="1"/>
          <p:nvPr/>
        </p:nvSpPr>
        <p:spPr>
          <a:xfrm>
            <a:off x="6441948" y="4092322"/>
            <a:ext cx="3781044" cy="35356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50" b="1">
                <a:solidFill>
                  <a:srgbClr val="222223"/>
                </a:solidFill>
                <a:latin typeface="Verdana"/>
              </a:rPr>
              <a:t>Devreye alma ve performans</a:t>
            </a:r>
          </a:p>
          <a:p>
            <a:pPr algn="l"/>
            <a:r>
              <a:rPr sz="950" b="0">
                <a:solidFill>
                  <a:srgbClr val="5F6670"/>
                </a:solidFill>
                <a:latin typeface="Verdana"/>
              </a:rPr>
              <a:t>Devreye alma, performans garantisi, dokümantasyon</a:t>
            </a:r>
          </a:p>
        </p:txBody>
      </p:sp>
      <p:sp>
        <p:nvSpPr>
          <p:cNvPr id="296" name="Rounded Rectangle 295"/>
          <p:cNvSpPr/>
          <p:nvPr/>
        </p:nvSpPr>
        <p:spPr>
          <a:xfrm>
            <a:off x="10332719" y="4150234"/>
            <a:ext cx="1307592" cy="237744"/>
          </a:xfrm>
          <a:prstGeom prst="roundRect">
            <a:avLst>
              <a:gd name="adj" fmla="val 50000"/>
            </a:avLst>
          </a:prstGeom>
          <a:solidFill>
            <a:srgbClr val="E3F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7" name="TextBox 296"/>
          <p:cNvSpPr txBox="1"/>
          <p:nvPr/>
        </p:nvSpPr>
        <p:spPr>
          <a:xfrm>
            <a:off x="10332719" y="4150234"/>
            <a:ext cx="130759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02B74F"/>
                </a:solidFill>
                <a:latin typeface="Verdana"/>
              </a:rPr>
              <a:t>As-built · O&amp;M</a:t>
            </a:r>
          </a:p>
        </p:txBody>
      </p:sp>
      <p:sp>
        <p:nvSpPr>
          <p:cNvPr id="298" name="Rounded Rectangle 297"/>
          <p:cNvSpPr/>
          <p:nvPr/>
        </p:nvSpPr>
        <p:spPr>
          <a:xfrm>
            <a:off x="411480" y="4665346"/>
            <a:ext cx="1874519" cy="914400"/>
          </a:xfrm>
          <a:prstGeom prst="roundRect">
            <a:avLst>
              <a:gd name="adj" fmla="val 11111"/>
            </a:avLst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99" name="TextBox 298"/>
          <p:cNvSpPr txBox="1"/>
          <p:nvPr/>
        </p:nvSpPr>
        <p:spPr>
          <a:xfrm>
            <a:off x="502920" y="4665346"/>
            <a:ext cx="173736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 dirty="0" err="1">
                <a:solidFill>
                  <a:srgbClr val="FFFFFF"/>
                </a:solidFill>
                <a:latin typeface="Verdana"/>
              </a:rPr>
              <a:t>Kritik</a:t>
            </a:r>
            <a:r>
              <a:rPr sz="1100" b="1" dirty="0">
                <a:solidFill>
                  <a:srgbClr val="FFFFFF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Verdana"/>
              </a:rPr>
              <a:t>teslim</a:t>
            </a:r>
            <a:r>
              <a:rPr sz="1100" b="1" dirty="0">
                <a:solidFill>
                  <a:srgbClr val="FFFFFF"/>
                </a:solidFill>
                <a:latin typeface="Verdana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Verdana"/>
              </a:rPr>
              <a:t>noktaları</a:t>
            </a:r>
            <a:endParaRPr sz="1000" b="1" dirty="0">
              <a:solidFill>
                <a:srgbClr val="FFFFFF"/>
              </a:solidFill>
              <a:latin typeface="Open Sans"/>
            </a:endParaRPr>
          </a:p>
          <a:p>
            <a:pPr algn="l"/>
            <a:r>
              <a:rPr sz="950" b="0" dirty="0" err="1">
                <a:solidFill>
                  <a:srgbClr val="C9CCD2"/>
                </a:solidFill>
                <a:latin typeface="Verdana"/>
              </a:rPr>
              <a:t>Şenpiliç</a:t>
            </a:r>
            <a:r>
              <a:rPr sz="950" b="0" dirty="0">
                <a:solidFill>
                  <a:srgbClr val="C9CCD2"/>
                </a:solidFill>
                <a:latin typeface="Verdana"/>
              </a:rPr>
              <a:t> → </a:t>
            </a:r>
            <a:r>
              <a:rPr sz="950" b="0" dirty="0" err="1">
                <a:solidFill>
                  <a:srgbClr val="C9CCD2"/>
                </a:solidFill>
                <a:latin typeface="Verdana"/>
              </a:rPr>
              <a:t>Enerjisa</a:t>
            </a:r>
            <a:endParaRPr sz="850" b="0" dirty="0">
              <a:solidFill>
                <a:srgbClr val="C9CCD2"/>
              </a:solidFill>
              <a:latin typeface="Open Sans"/>
            </a:endParaRPr>
          </a:p>
        </p:txBody>
      </p:sp>
      <p:sp>
        <p:nvSpPr>
          <p:cNvPr id="300" name="Pentagon 299"/>
          <p:cNvSpPr/>
          <p:nvPr/>
        </p:nvSpPr>
        <p:spPr>
          <a:xfrm>
            <a:off x="2395728" y="4665346"/>
            <a:ext cx="1898294" cy="914400"/>
          </a:xfrm>
          <a:prstGeom prst="homePlate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TextBox 300"/>
          <p:cNvSpPr txBox="1"/>
          <p:nvPr/>
        </p:nvSpPr>
        <p:spPr>
          <a:xfrm>
            <a:off x="2523744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1F2F86"/>
                </a:solidFill>
                <a:latin typeface="Verdana"/>
              </a:rPr>
              <a:t>Onaylı</a:t>
            </a:r>
            <a:r>
              <a:rPr sz="105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tasarım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Mühendislik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→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satınalma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900" b="1" dirty="0">
                <a:solidFill>
                  <a:srgbClr val="04883C"/>
                </a:solidFill>
                <a:latin typeface="Verdana"/>
              </a:rPr>
              <a:t>09.11.2026'ya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kadar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2" name="Chevron 301"/>
          <p:cNvSpPr/>
          <p:nvPr/>
        </p:nvSpPr>
        <p:spPr>
          <a:xfrm>
            <a:off x="4275734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DC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TextBox 302"/>
          <p:cNvSpPr txBox="1"/>
          <p:nvPr/>
        </p:nvSpPr>
        <p:spPr>
          <a:xfrm>
            <a:off x="4550054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 err="1">
                <a:solidFill>
                  <a:srgbClr val="1F2F86"/>
                </a:solidFill>
                <a:latin typeface="Verdana"/>
              </a:rPr>
              <a:t>Ruhsat</a:t>
            </a:r>
            <a:r>
              <a:rPr sz="105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ve</a:t>
            </a:r>
            <a:r>
              <a:rPr sz="105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izinler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Temel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imalatının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ön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şartı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900" b="1" dirty="0" err="1">
                <a:solidFill>
                  <a:srgbClr val="04883C"/>
                </a:solidFill>
                <a:latin typeface="Verdana"/>
              </a:rPr>
              <a:t>Temel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imalatı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öncesi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4" name="Chevron 303"/>
          <p:cNvSpPr/>
          <p:nvPr/>
        </p:nvSpPr>
        <p:spPr>
          <a:xfrm>
            <a:off x="6155740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430060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1F2F86"/>
                </a:solidFill>
                <a:latin typeface="Verdana"/>
              </a:rPr>
              <a:t>Saha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teslim</a:t>
            </a:r>
            <a:r>
              <a:rPr sz="1050" b="1" dirty="0">
                <a:solidFill>
                  <a:srgbClr val="1F2F86"/>
                </a:solidFill>
                <a:latin typeface="Verdana"/>
              </a:rPr>
              <a:t>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tutanağı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Temel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+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besleme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noktaları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900" b="1" dirty="0">
                <a:solidFill>
                  <a:srgbClr val="04883C"/>
                </a:solidFill>
                <a:latin typeface="Verdana"/>
              </a:rPr>
              <a:t>16.03.2027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öncesi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  <p:sp>
        <p:nvSpPr>
          <p:cNvPr id="306" name="Chevron 305"/>
          <p:cNvSpPr/>
          <p:nvPr/>
        </p:nvSpPr>
        <p:spPr>
          <a:xfrm>
            <a:off x="8035747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DCE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TextBox 306"/>
          <p:cNvSpPr txBox="1"/>
          <p:nvPr/>
        </p:nvSpPr>
        <p:spPr>
          <a:xfrm>
            <a:off x="8310067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1F2F86"/>
                </a:solidFill>
                <a:latin typeface="Verdana"/>
              </a:rPr>
              <a:t>Kazan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duruşu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Brülör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entegrasyonu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için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900" b="1" dirty="0" err="1">
                <a:solidFill>
                  <a:srgbClr val="04883C"/>
                </a:solidFill>
                <a:latin typeface="Verdana"/>
              </a:rPr>
              <a:t>Tem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–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Ağu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 2027 (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tahmini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)</a:t>
            </a:r>
          </a:p>
        </p:txBody>
      </p:sp>
      <p:sp>
        <p:nvSpPr>
          <p:cNvPr id="308" name="Chevron 307"/>
          <p:cNvSpPr/>
          <p:nvPr/>
        </p:nvSpPr>
        <p:spPr>
          <a:xfrm>
            <a:off x="9915753" y="4665346"/>
            <a:ext cx="1898294" cy="914400"/>
          </a:xfrm>
          <a:prstGeom prst="chevron">
            <a:avLst>
              <a:gd name="adj" fmla="val 28000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TextBox 308"/>
          <p:cNvSpPr txBox="1"/>
          <p:nvPr/>
        </p:nvSpPr>
        <p:spPr>
          <a:xfrm>
            <a:off x="10190073" y="4665346"/>
            <a:ext cx="1514246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50" b="1" dirty="0">
                <a:solidFill>
                  <a:srgbClr val="1F2F86"/>
                </a:solidFill>
                <a:latin typeface="Verdana"/>
              </a:rPr>
              <a:t>Kabul </a:t>
            </a:r>
            <a:r>
              <a:rPr sz="1050" b="1" dirty="0" err="1">
                <a:solidFill>
                  <a:srgbClr val="1F2F86"/>
                </a:solidFill>
                <a:latin typeface="Verdana"/>
              </a:rPr>
              <a:t>tutanakları</a:t>
            </a:r>
            <a:endParaRPr sz="950" b="1" dirty="0">
              <a:solidFill>
                <a:srgbClr val="1F2F86"/>
              </a:solidFill>
              <a:latin typeface="Open Sans"/>
            </a:endParaRPr>
          </a:p>
          <a:p>
            <a:pPr algn="l"/>
            <a:r>
              <a:rPr sz="900" b="0" dirty="0" err="1">
                <a:solidFill>
                  <a:srgbClr val="5F6670"/>
                </a:solidFill>
                <a:latin typeface="Verdana"/>
              </a:rPr>
              <a:t>Geçici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→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nihai</a:t>
            </a:r>
            <a:r>
              <a:rPr sz="90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900" b="0" dirty="0" err="1">
                <a:solidFill>
                  <a:srgbClr val="5F6670"/>
                </a:solidFill>
                <a:latin typeface="Verdana"/>
              </a:rPr>
              <a:t>kabul</a:t>
            </a:r>
            <a:endParaRPr sz="800" b="0" dirty="0">
              <a:solidFill>
                <a:srgbClr val="5F6670"/>
              </a:solidFill>
              <a:latin typeface="Open Sans"/>
            </a:endParaRPr>
          </a:p>
          <a:p>
            <a:pPr algn="l"/>
            <a:r>
              <a:rPr sz="900" b="1" dirty="0" err="1">
                <a:solidFill>
                  <a:srgbClr val="04883C"/>
                </a:solidFill>
                <a:latin typeface="Verdana"/>
              </a:rPr>
              <a:t>Performans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testi</a:t>
            </a:r>
            <a:r>
              <a:rPr sz="900" b="1" dirty="0">
                <a:solidFill>
                  <a:srgbClr val="04883C"/>
                </a:solidFill>
                <a:latin typeface="Verdana"/>
              </a:rPr>
              <a:t> </a:t>
            </a:r>
            <a:r>
              <a:rPr sz="900" b="1" dirty="0" err="1">
                <a:solidFill>
                  <a:srgbClr val="04883C"/>
                </a:solidFill>
                <a:latin typeface="Verdana"/>
              </a:rPr>
              <a:t>sonrası</a:t>
            </a:r>
            <a:endParaRPr sz="800" b="1" dirty="0">
              <a:solidFill>
                <a:srgbClr val="04883C"/>
              </a:solidFill>
              <a:latin typeface="Open Sans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76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77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8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79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80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2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81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389077" y="888749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287491" y="356550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Alt Yükleniciler 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411480" y="1024128"/>
            <a:ext cx="11384280" cy="1316736"/>
          </a:xfrm>
          <a:prstGeom prst="roundRect">
            <a:avLst>
              <a:gd name="adj" fmla="val 5633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4" name="Rounded Rectangle 233"/>
          <p:cNvSpPr/>
          <p:nvPr/>
        </p:nvSpPr>
        <p:spPr>
          <a:xfrm>
            <a:off x="411480" y="1024128"/>
            <a:ext cx="11384280" cy="365760"/>
          </a:xfrm>
          <a:prstGeom prst="roundRect">
            <a:avLst>
              <a:gd name="adj" fmla="val 2000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5" name="Rectangle 234"/>
          <p:cNvSpPr/>
          <p:nvPr/>
        </p:nvSpPr>
        <p:spPr>
          <a:xfrm>
            <a:off x="411480" y="1298447"/>
            <a:ext cx="11384280" cy="91440"/>
          </a:xfrm>
          <a:prstGeom prst="rect">
            <a:avLst/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594360" y="10241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Mühendislik Alt Yüklenici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594360" y="1458467"/>
            <a:ext cx="3520439" cy="82753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46505F"/>
                </a:solidFill>
                <a:latin typeface="Verdana"/>
              </a:rPr>
              <a:t>HESAPLAR VE TASARIM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Kütle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enerji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dengesi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hesapları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tasarımı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hacim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boyut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malzeme</a:t>
            </a:r>
            <a:r>
              <a:rPr sz="95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Zemin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etüdünün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yapılması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Temel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statik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yük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hesapları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projeleri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39" name="Connector 238"/>
          <p:cNvCxnSpPr/>
          <p:nvPr/>
        </p:nvCxnSpPr>
        <p:spPr>
          <a:xfrm>
            <a:off x="4229100" y="1481328"/>
            <a:ext cx="0" cy="749808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TextBox 239"/>
          <p:cNvSpPr txBox="1"/>
          <p:nvPr/>
        </p:nvSpPr>
        <p:spPr>
          <a:xfrm>
            <a:off x="4343400" y="1457355"/>
            <a:ext cx="3520439" cy="82864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46505F"/>
                </a:solidFill>
                <a:latin typeface="Verdana"/>
              </a:rPr>
              <a:t>PROSES VE EKİPMAN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P&amp;ID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proses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akış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şeması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(PFD)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Mekanik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detay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hesapları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yerleşimi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Boru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hattı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yerleşim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planı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41" name="Connector 240"/>
          <p:cNvCxnSpPr/>
          <p:nvPr/>
        </p:nvCxnSpPr>
        <p:spPr>
          <a:xfrm>
            <a:off x="7978140" y="1481328"/>
            <a:ext cx="0" cy="749808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TextBox 241"/>
          <p:cNvSpPr txBox="1"/>
          <p:nvPr/>
        </p:nvSpPr>
        <p:spPr>
          <a:xfrm>
            <a:off x="8092440" y="1457354"/>
            <a:ext cx="3520439" cy="828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46505F"/>
                </a:solidFill>
                <a:latin typeface="Verdana"/>
              </a:rPr>
              <a:t>ELEKTRİK VE ŞARTNAME</a:t>
            </a: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hat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şeması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otomasyon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mimarisi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Statik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yüklerin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yapıları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için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projelendirilmesi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46505F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Teknik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şartnamelerin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hazırlanması</a:t>
            </a:r>
            <a:endParaRPr sz="850" dirty="0">
              <a:solidFill>
                <a:srgbClr val="222223"/>
              </a:solidFill>
            </a:endParaRPr>
          </a:p>
        </p:txBody>
      </p:sp>
      <p:sp>
        <p:nvSpPr>
          <p:cNvPr id="243" name="Rounded Rectangle 242"/>
          <p:cNvSpPr/>
          <p:nvPr/>
        </p:nvSpPr>
        <p:spPr>
          <a:xfrm>
            <a:off x="411480" y="2414016"/>
            <a:ext cx="11384280" cy="1755648"/>
          </a:xfrm>
          <a:prstGeom prst="roundRect">
            <a:avLst>
              <a:gd name="adj" fmla="val 4347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Rounded Rectangle 243"/>
          <p:cNvSpPr/>
          <p:nvPr/>
        </p:nvSpPr>
        <p:spPr>
          <a:xfrm>
            <a:off x="411480" y="2414016"/>
            <a:ext cx="11384280" cy="365760"/>
          </a:xfrm>
          <a:prstGeom prst="roundRect">
            <a:avLst>
              <a:gd name="adj" fmla="val 2000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5" name="Rectangle 244"/>
          <p:cNvSpPr/>
          <p:nvPr/>
        </p:nvSpPr>
        <p:spPr>
          <a:xfrm>
            <a:off x="411480" y="2688336"/>
            <a:ext cx="11384280" cy="91440"/>
          </a:xfrm>
          <a:prstGeom prst="rect">
            <a:avLst/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6" name="TextBox 245"/>
          <p:cNvSpPr txBox="1"/>
          <p:nvPr/>
        </p:nvSpPr>
        <p:spPr>
          <a:xfrm>
            <a:off x="594360" y="24140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Mekanik Alt Yüklenici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94360" y="2871216"/>
            <a:ext cx="3520439" cy="124358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1F2F86"/>
                </a:solidFill>
                <a:latin typeface="Verdana"/>
              </a:rPr>
              <a:t>REAKTÖR MONTAJI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gövde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parçalarının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temele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yerleştirilmesi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Ankraj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cıvatalarının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sıkılması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tork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kontrolü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İç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ekipman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karıştırıcı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dağıtım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borusu</a:t>
            </a:r>
            <a:r>
              <a:rPr sz="95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Reaktör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kaplama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/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yalıtım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işleri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Merdiven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platform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korkuluk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49" name="Connector 248"/>
          <p:cNvCxnSpPr/>
          <p:nvPr/>
        </p:nvCxnSpPr>
        <p:spPr>
          <a:xfrm>
            <a:off x="4229100" y="2871216"/>
            <a:ext cx="0" cy="1188719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TextBox 249"/>
          <p:cNvSpPr txBox="1"/>
          <p:nvPr/>
        </p:nvSpPr>
        <p:spPr>
          <a:xfrm>
            <a:off x="4343400" y="2832009"/>
            <a:ext cx="3520439" cy="1282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1F2F86"/>
                </a:solidFill>
                <a:latin typeface="Verdana"/>
              </a:rPr>
              <a:t>BORU HATTI VE EKİPMAN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Pompa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karıştırıcı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ısı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eşanjörü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gaz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balonu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gaz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yakma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bacası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Desülfürizasyon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nem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tutucu</a:t>
            </a:r>
            <a:r>
              <a:rPr sz="950" dirty="0">
                <a:solidFill>
                  <a:srgbClr val="222223"/>
                </a:solidFill>
                <a:latin typeface="Verdana"/>
              </a:rPr>
              <a:t>/chiller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Proses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boru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hattı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kaynak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flanş</a:t>
            </a:r>
            <a:r>
              <a:rPr sz="950" dirty="0">
                <a:solidFill>
                  <a:srgbClr val="222223"/>
                </a:solidFill>
                <a:latin typeface="Verdana"/>
              </a:rPr>
              <a:t>);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vana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filtre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çek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valf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Kaynak NDT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kontrolü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izolasyon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boya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korozyon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koruma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Etiketleme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hidrotest</a:t>
            </a:r>
            <a:r>
              <a:rPr sz="950" dirty="0">
                <a:solidFill>
                  <a:srgbClr val="222223"/>
                </a:solidFill>
                <a:latin typeface="Verdana"/>
              </a:rPr>
              <a:t> /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basınç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testleri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51" name="Connector 250"/>
          <p:cNvCxnSpPr/>
          <p:nvPr/>
        </p:nvCxnSpPr>
        <p:spPr>
          <a:xfrm>
            <a:off x="7978140" y="2871216"/>
            <a:ext cx="0" cy="1188719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TextBox 251"/>
          <p:cNvSpPr txBox="1"/>
          <p:nvPr/>
        </p:nvSpPr>
        <p:spPr>
          <a:xfrm>
            <a:off x="8092440" y="2832009"/>
            <a:ext cx="3520439" cy="12827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1F2F86"/>
                </a:solidFill>
                <a:latin typeface="Verdana"/>
              </a:rPr>
              <a:t>KAZAN ENTEGRASYONU</a:t>
            </a: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Kesimhane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ileri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işlem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kazanlarının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sökümü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Çift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yakıtlı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brülörün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kazanlara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Biyogaz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doğalgaz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besleme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hatlarının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bağlanması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kontrol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kablolarının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bağlanması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1F2F86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Gaz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kaçak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testi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emniyet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kontrolleri</a:t>
            </a:r>
            <a:endParaRPr sz="850" dirty="0">
              <a:solidFill>
                <a:srgbClr val="222223"/>
              </a:solidFill>
            </a:endParaRPr>
          </a:p>
        </p:txBody>
      </p:sp>
      <p:sp>
        <p:nvSpPr>
          <p:cNvPr id="253" name="Rounded Rectangle 252"/>
          <p:cNvSpPr/>
          <p:nvPr/>
        </p:nvSpPr>
        <p:spPr>
          <a:xfrm>
            <a:off x="411480" y="4242816"/>
            <a:ext cx="11384280" cy="160934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ADD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4" name="Rounded Rectangle 253"/>
          <p:cNvSpPr/>
          <p:nvPr/>
        </p:nvSpPr>
        <p:spPr>
          <a:xfrm>
            <a:off x="411480" y="4242816"/>
            <a:ext cx="11384280" cy="365760"/>
          </a:xfrm>
          <a:prstGeom prst="roundRect">
            <a:avLst>
              <a:gd name="adj" fmla="val 2000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5" name="Rectangle 254"/>
          <p:cNvSpPr/>
          <p:nvPr/>
        </p:nvSpPr>
        <p:spPr>
          <a:xfrm>
            <a:off x="411480" y="4517136"/>
            <a:ext cx="11384280" cy="91440"/>
          </a:xfrm>
          <a:prstGeom prst="rect">
            <a:avLst/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56" name="TextBox 255"/>
          <p:cNvSpPr txBox="1"/>
          <p:nvPr/>
        </p:nvSpPr>
        <p:spPr>
          <a:xfrm>
            <a:off x="594360" y="42428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  <a:latin typeface="Verdana"/>
              </a:rPr>
              <a:t>Elektrik / Otomasyon Alt Yüklenici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594360" y="4677156"/>
            <a:ext cx="3520439" cy="11201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04883C"/>
                </a:solidFill>
                <a:latin typeface="Verdana"/>
              </a:rPr>
              <a:t>ELEKTRİK İŞLERİ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kanalı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tava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orta</a:t>
            </a:r>
            <a:r>
              <a:rPr sz="950" dirty="0">
                <a:solidFill>
                  <a:srgbClr val="222223"/>
                </a:solidFill>
                <a:latin typeface="Verdana"/>
              </a:rPr>
              <a:t>/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alçak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gerilim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çekimi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MCC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PLC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panolarının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yerleştirilmesi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Elektrik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bağlantıları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(motor,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pompa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vb.)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Topraklama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paratoner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ve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aydınlatma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sistemi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kurulumu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izolasyon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direnç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(megger)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testleri</a:t>
            </a:r>
            <a:endParaRPr sz="850" dirty="0">
              <a:solidFill>
                <a:srgbClr val="222223"/>
              </a:solidFill>
            </a:endParaRPr>
          </a:p>
        </p:txBody>
      </p:sp>
      <p:cxnSp>
        <p:nvCxnSpPr>
          <p:cNvPr id="259" name="Connector 258"/>
          <p:cNvCxnSpPr/>
          <p:nvPr/>
        </p:nvCxnSpPr>
        <p:spPr>
          <a:xfrm>
            <a:off x="4229100" y="4700016"/>
            <a:ext cx="0" cy="1042416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0" name="TextBox 259"/>
          <p:cNvSpPr txBox="1"/>
          <p:nvPr/>
        </p:nvSpPr>
        <p:spPr>
          <a:xfrm>
            <a:off x="4343400" y="4700016"/>
            <a:ext cx="35204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00" b="1" spc="60" dirty="0">
                <a:solidFill>
                  <a:srgbClr val="04883C"/>
                </a:solidFill>
                <a:latin typeface="Verdana"/>
              </a:rPr>
              <a:t>OTOMASYON VE ENSTRÜMAN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Saha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enstrümanları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montajı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seviye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basınç</a:t>
            </a:r>
            <a:r>
              <a:rPr sz="950" dirty="0">
                <a:solidFill>
                  <a:srgbClr val="222223"/>
                </a:solidFill>
                <a:latin typeface="Verdana"/>
              </a:rPr>
              <a:t>,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debi</a:t>
            </a:r>
            <a:r>
              <a:rPr sz="950" dirty="0">
                <a:solidFill>
                  <a:srgbClr val="222223"/>
                </a:solidFill>
                <a:latin typeface="Verdana"/>
              </a:rPr>
              <a:t>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 err="1">
                <a:solidFill>
                  <a:srgbClr val="222223"/>
                </a:solidFill>
                <a:latin typeface="Verdana"/>
              </a:rPr>
              <a:t>Enstrüman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kablo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bağlantıları</a:t>
            </a:r>
            <a:r>
              <a:rPr sz="950" dirty="0">
                <a:solidFill>
                  <a:srgbClr val="222223"/>
                </a:solidFill>
                <a:latin typeface="Verdana"/>
              </a:rPr>
              <a:t> (loop wiring)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PLC/SCADA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sisteminin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sahada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kurulumu</a:t>
            </a:r>
            <a:endParaRPr sz="850" dirty="0">
              <a:solidFill>
                <a:srgbClr val="222223"/>
              </a:solidFill>
            </a:endParaRP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sz="950" dirty="0">
                <a:solidFill>
                  <a:srgbClr val="222223"/>
                </a:solidFill>
                <a:latin typeface="Verdana"/>
              </a:rPr>
              <a:t>I/O loop check (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uçtan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uca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sinyal</a:t>
            </a:r>
            <a:r>
              <a:rPr sz="950" dirty="0">
                <a:solidFill>
                  <a:srgbClr val="222223"/>
                </a:solidFill>
                <a:latin typeface="Verdana"/>
              </a:rPr>
              <a:t> </a:t>
            </a:r>
            <a:r>
              <a:rPr sz="950" dirty="0" err="1">
                <a:solidFill>
                  <a:srgbClr val="222223"/>
                </a:solidFill>
                <a:latin typeface="Verdana"/>
              </a:rPr>
              <a:t>testi</a:t>
            </a:r>
            <a:r>
              <a:rPr sz="950" dirty="0">
                <a:solidFill>
                  <a:srgbClr val="222223"/>
                </a:solidFill>
                <a:latin typeface="Verdana"/>
              </a:rPr>
              <a:t>)</a:t>
            </a:r>
          </a:p>
        </p:txBody>
      </p:sp>
      <p:cxnSp>
        <p:nvCxnSpPr>
          <p:cNvPr id="261" name="Connector 260"/>
          <p:cNvCxnSpPr/>
          <p:nvPr/>
        </p:nvCxnSpPr>
        <p:spPr>
          <a:xfrm>
            <a:off x="7978140" y="4700016"/>
            <a:ext cx="0" cy="1042416"/>
          </a:xfrm>
          <a:prstGeom prst="line">
            <a:avLst/>
          </a:prstGeom>
          <a:ln w="9525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TextBox 261"/>
          <p:cNvSpPr txBox="1"/>
          <p:nvPr/>
        </p:nvSpPr>
        <p:spPr>
          <a:xfrm>
            <a:off x="8092440" y="4700016"/>
            <a:ext cx="3520439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lang="tr-TR" sz="1000" b="1" spc="60" dirty="0">
                <a:solidFill>
                  <a:srgbClr val="04883C"/>
                </a:solidFill>
                <a:latin typeface="Verdana"/>
              </a:rPr>
              <a:t>GÜVENLİK VE KONTROL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50" dirty="0">
                <a:solidFill>
                  <a:srgbClr val="222223"/>
                </a:solidFill>
                <a:latin typeface="Verdana"/>
              </a:rPr>
              <a:t>Kontrol vanası ve aktüatör montajı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50" dirty="0">
                <a:solidFill>
                  <a:srgbClr val="222223"/>
                </a:solidFill>
                <a:latin typeface="Verdana"/>
              </a:rPr>
              <a:t>Gaz dedektörü ve alarm sistemleri montajı</a:t>
            </a:r>
          </a:p>
          <a:p>
            <a:pPr marL="128016" indent="-128016">
              <a:spcAft>
                <a:spcPts val="150"/>
              </a:spcAft>
              <a:buClr>
                <a:srgbClr val="04883C"/>
              </a:buClr>
              <a:buFont typeface="Arial"/>
              <a:buChar char="•"/>
            </a:pPr>
            <a:r>
              <a:rPr lang="tr-TR" sz="950" dirty="0">
                <a:solidFill>
                  <a:srgbClr val="222223"/>
                </a:solidFill>
                <a:latin typeface="Verdana"/>
              </a:rPr>
              <a:t>Gaz analizörü montajı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Picture 9">
            <a:extLst>
              <a:ext uri="{FF2B5EF4-FFF2-40B4-BE49-F238E27FC236}">
                <a16:creationId xmlns:a16="http://schemas.microsoft.com/office/drawing/2014/main" id="{6FD0D8CA-8AA1-E24D-9A0D-E4DF546F808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0" y="3048"/>
            <a:ext cx="12192000" cy="6851904"/>
          </a:xfrm>
          <a:prstGeom prst="rect">
            <a:avLst/>
          </a:prstGeom>
        </p:spPr>
      </p:pic>
      <p:sp>
        <p:nvSpPr>
          <p:cNvPr id="57" name="Freeform 15">
            <a:extLst>
              <a:ext uri="{FF2B5EF4-FFF2-40B4-BE49-F238E27FC236}">
                <a16:creationId xmlns:a16="http://schemas.microsoft.com/office/drawing/2014/main" id="{474BA40B-36CC-ADAC-CF7C-0DCCAD17A89D}"/>
              </a:ext>
            </a:extLst>
          </p:cNvPr>
          <p:cNvSpPr/>
          <p:nvPr userDrawn="1"/>
        </p:nvSpPr>
        <p:spPr>
          <a:xfrm>
            <a:off x="0" y="5893180"/>
            <a:ext cx="12192000" cy="964820"/>
          </a:xfrm>
          <a:custGeom>
            <a:avLst/>
            <a:gdLst>
              <a:gd name="connsiteX0" fmla="*/ 10627753 w 12192000"/>
              <a:gd name="connsiteY0" fmla="*/ 0 h 964820"/>
              <a:gd name="connsiteX1" fmla="*/ 10644531 w 12192000"/>
              <a:gd name="connsiteY1" fmla="*/ 0 h 964820"/>
              <a:gd name="connsiteX2" fmla="*/ 12175222 w 12192000"/>
              <a:gd name="connsiteY2" fmla="*/ 0 h 964820"/>
              <a:gd name="connsiteX3" fmla="*/ 12192000 w 12192000"/>
              <a:gd name="connsiteY3" fmla="*/ 0 h 964820"/>
              <a:gd name="connsiteX4" fmla="*/ 12192000 w 12192000"/>
              <a:gd name="connsiteY4" fmla="*/ 40690 h 964820"/>
              <a:gd name="connsiteX5" fmla="*/ 12192000 w 12192000"/>
              <a:gd name="connsiteY5" fmla="*/ 924130 h 964820"/>
              <a:gd name="connsiteX6" fmla="*/ 12192000 w 12192000"/>
              <a:gd name="connsiteY6" fmla="*/ 964820 h 964820"/>
              <a:gd name="connsiteX7" fmla="*/ 12175222 w 12192000"/>
              <a:gd name="connsiteY7" fmla="*/ 964820 h 964820"/>
              <a:gd name="connsiteX8" fmla="*/ 0 w 12192000"/>
              <a:gd name="connsiteY8" fmla="*/ 964820 h 964820"/>
              <a:gd name="connsiteX9" fmla="*/ 0 w 12192000"/>
              <a:gd name="connsiteY9" fmla="*/ 309562 h 964820"/>
              <a:gd name="connsiteX10" fmla="*/ 917809 w 12192000"/>
              <a:gd name="connsiteY10" fmla="*/ 309562 h 964820"/>
              <a:gd name="connsiteX11" fmla="*/ 934587 w 12192000"/>
              <a:gd name="connsiteY11" fmla="*/ 309562 h 964820"/>
              <a:gd name="connsiteX12" fmla="*/ 1062070 w 12192000"/>
              <a:gd name="connsiteY12" fmla="*/ 309562 h 964820"/>
              <a:gd name="connsiteX13" fmla="*/ 1078848 w 12192000"/>
              <a:gd name="connsiteY13" fmla="*/ 309562 h 964820"/>
              <a:gd name="connsiteX14" fmla="*/ 10044335 w 12192000"/>
              <a:gd name="connsiteY14" fmla="*/ 309562 h 964820"/>
              <a:gd name="connsiteX15" fmla="*/ 10051769 w 12192000"/>
              <a:gd name="connsiteY15" fmla="*/ 309562 h 964820"/>
              <a:gd name="connsiteX16" fmla="*/ 10124685 w 12192000"/>
              <a:gd name="connsiteY16" fmla="*/ 297556 h 964820"/>
              <a:gd name="connsiteX17" fmla="*/ 10196772 w 12192000"/>
              <a:gd name="connsiteY17" fmla="*/ 260008 h 964820"/>
              <a:gd name="connsiteX18" fmla="*/ 10475317 w 12192000"/>
              <a:gd name="connsiteY18" fmla="*/ 50777 h 964820"/>
              <a:gd name="connsiteX19" fmla="*/ 10627753 w 12192000"/>
              <a:gd name="connsiteY19" fmla="*/ 0 h 9648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2192000" h="964820">
                <a:moveTo>
                  <a:pt x="10627753" y="0"/>
                </a:moveTo>
                <a:lnTo>
                  <a:pt x="10644531" y="0"/>
                </a:lnTo>
                <a:lnTo>
                  <a:pt x="12175222" y="0"/>
                </a:lnTo>
                <a:lnTo>
                  <a:pt x="12192000" y="0"/>
                </a:lnTo>
                <a:lnTo>
                  <a:pt x="12192000" y="40690"/>
                </a:lnTo>
                <a:lnTo>
                  <a:pt x="12192000" y="924130"/>
                </a:lnTo>
                <a:lnTo>
                  <a:pt x="12192000" y="964820"/>
                </a:lnTo>
                <a:lnTo>
                  <a:pt x="12175222" y="964820"/>
                </a:lnTo>
                <a:lnTo>
                  <a:pt x="0" y="964820"/>
                </a:lnTo>
                <a:lnTo>
                  <a:pt x="0" y="309562"/>
                </a:lnTo>
                <a:lnTo>
                  <a:pt x="917809" y="309562"/>
                </a:lnTo>
                <a:lnTo>
                  <a:pt x="934587" y="309562"/>
                </a:lnTo>
                <a:lnTo>
                  <a:pt x="1062070" y="309562"/>
                </a:lnTo>
                <a:lnTo>
                  <a:pt x="1078848" y="309562"/>
                </a:lnTo>
                <a:lnTo>
                  <a:pt x="10044335" y="309562"/>
                </a:lnTo>
                <a:lnTo>
                  <a:pt x="10051769" y="309562"/>
                </a:lnTo>
                <a:lnTo>
                  <a:pt x="10124685" y="297556"/>
                </a:lnTo>
                <a:cubicBezTo>
                  <a:pt x="10150550" y="288915"/>
                  <a:pt x="10175038" y="276220"/>
                  <a:pt x="10196772" y="260008"/>
                </a:cubicBezTo>
                <a:lnTo>
                  <a:pt x="10475317" y="50777"/>
                </a:lnTo>
                <a:cubicBezTo>
                  <a:pt x="10518783" y="18353"/>
                  <a:pt x="10573268" y="0"/>
                  <a:pt x="10627753" y="0"/>
                </a:cubicBezTo>
                <a:close/>
              </a:path>
            </a:pathLst>
          </a:custGeom>
          <a:solidFill>
            <a:srgbClr val="02B74F"/>
          </a:solidFill>
          <a:ln w="76200">
            <a:noFill/>
          </a:ln>
          <a:effectLst>
            <a:outerShdw blurRad="190500" dist="38100" dir="16200000" rotWithShape="0">
              <a:prstClr val="black">
                <a:alpha val="7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58" name="Freeform 16">
            <a:extLst>
              <a:ext uri="{FF2B5EF4-FFF2-40B4-BE49-F238E27FC236}">
                <a16:creationId xmlns:a16="http://schemas.microsoft.com/office/drawing/2014/main" id="{49931395-D932-15CD-F1CC-0AAF63CE483B}"/>
              </a:ext>
            </a:extLst>
          </p:cNvPr>
          <p:cNvSpPr/>
          <p:nvPr userDrawn="1"/>
        </p:nvSpPr>
        <p:spPr>
          <a:xfrm>
            <a:off x="0" y="5933870"/>
            <a:ext cx="12192000" cy="924130"/>
          </a:xfrm>
          <a:custGeom>
            <a:avLst/>
            <a:gdLst>
              <a:gd name="connsiteX0" fmla="*/ 12192000 w 12192000"/>
              <a:gd name="connsiteY0" fmla="*/ 0 h 924130"/>
              <a:gd name="connsiteX1" fmla="*/ 10644531 w 12192000"/>
              <a:gd name="connsiteY1" fmla="*/ 0 h 924130"/>
              <a:gd name="connsiteX2" fmla="*/ 10492095 w 12192000"/>
              <a:gd name="connsiteY2" fmla="*/ 50777 h 924130"/>
              <a:gd name="connsiteX3" fmla="*/ 10213550 w 12192000"/>
              <a:gd name="connsiteY3" fmla="*/ 260008 h 924130"/>
              <a:gd name="connsiteX4" fmla="*/ 10061113 w 12192000"/>
              <a:gd name="connsiteY4" fmla="*/ 310786 h 924130"/>
              <a:gd name="connsiteX5" fmla="*/ 10061113 w 12192000"/>
              <a:gd name="connsiteY5" fmla="*/ 309562 h 924130"/>
              <a:gd name="connsiteX6" fmla="*/ 1078848 w 12192000"/>
              <a:gd name="connsiteY6" fmla="*/ 309562 h 924130"/>
              <a:gd name="connsiteX7" fmla="*/ 934587 w 12192000"/>
              <a:gd name="connsiteY7" fmla="*/ 309562 h 924130"/>
              <a:gd name="connsiteX8" fmla="*/ 0 w 12192000"/>
              <a:gd name="connsiteY8" fmla="*/ 309562 h 924130"/>
              <a:gd name="connsiteX9" fmla="*/ 0 w 12192000"/>
              <a:gd name="connsiteY9" fmla="*/ 924130 h 924130"/>
              <a:gd name="connsiteX10" fmla="*/ 12192000 w 12192000"/>
              <a:gd name="connsiteY10" fmla="*/ 924130 h 92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2192000" h="924130">
                <a:moveTo>
                  <a:pt x="12192000" y="0"/>
                </a:moveTo>
                <a:lnTo>
                  <a:pt x="10644531" y="0"/>
                </a:lnTo>
                <a:cubicBezTo>
                  <a:pt x="10590046" y="0"/>
                  <a:pt x="10535561" y="18353"/>
                  <a:pt x="10492095" y="50777"/>
                </a:cubicBezTo>
                <a:lnTo>
                  <a:pt x="10213550" y="260008"/>
                </a:lnTo>
                <a:cubicBezTo>
                  <a:pt x="10170083" y="292432"/>
                  <a:pt x="10115598" y="310786"/>
                  <a:pt x="10061113" y="310786"/>
                </a:cubicBezTo>
                <a:lnTo>
                  <a:pt x="10061113" y="309562"/>
                </a:lnTo>
                <a:lnTo>
                  <a:pt x="1078848" y="309562"/>
                </a:lnTo>
                <a:lnTo>
                  <a:pt x="934587" y="309562"/>
                </a:lnTo>
                <a:lnTo>
                  <a:pt x="0" y="309562"/>
                </a:lnTo>
                <a:lnTo>
                  <a:pt x="0" y="924130"/>
                </a:lnTo>
                <a:lnTo>
                  <a:pt x="12192000" y="92413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9" name="Picture 14">
            <a:extLst>
              <a:ext uri="{FF2B5EF4-FFF2-40B4-BE49-F238E27FC236}">
                <a16:creationId xmlns:a16="http://schemas.microsoft.com/office/drawing/2014/main" id="{D1F96EE4-52D3-179B-A73E-6EC5C380B9F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0519788" y="6156921"/>
            <a:ext cx="1430030" cy="514810"/>
          </a:xfrm>
          <a:prstGeom prst="rect">
            <a:avLst/>
          </a:prstGeom>
        </p:spPr>
      </p:pic>
      <p:sp>
        <p:nvSpPr>
          <p:cNvPr id="60" name="Oval 19">
            <a:extLst>
              <a:ext uri="{FF2B5EF4-FFF2-40B4-BE49-F238E27FC236}">
                <a16:creationId xmlns:a16="http://schemas.microsoft.com/office/drawing/2014/main" id="{DCDD33CE-A21D-643C-5601-0C5727E0A9A9}"/>
              </a:ext>
            </a:extLst>
          </p:cNvPr>
          <p:cNvSpPr/>
          <p:nvPr userDrawn="1"/>
        </p:nvSpPr>
        <p:spPr>
          <a:xfrm>
            <a:off x="216891" y="6378575"/>
            <a:ext cx="344372" cy="344368"/>
          </a:xfrm>
          <a:prstGeom prst="ellipse">
            <a:avLst/>
          </a:prstGeom>
          <a:solidFill>
            <a:srgbClr val="02B7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x-none" spc="0"/>
          </a:p>
        </p:txBody>
      </p:sp>
      <p:sp>
        <p:nvSpPr>
          <p:cNvPr id="61" name="Foliennummernplatzhalter 7">
            <a:extLst>
              <a:ext uri="{FF2B5EF4-FFF2-40B4-BE49-F238E27FC236}">
                <a16:creationId xmlns:a16="http://schemas.microsoft.com/office/drawing/2014/main" id="{434BA301-7FEA-EA4E-FFAA-EC8B23F28AAA}"/>
              </a:ext>
            </a:extLst>
          </p:cNvPr>
          <p:cNvSpPr txBox="1">
            <a:spLocks/>
          </p:cNvSpPr>
          <p:nvPr userDrawn="1"/>
        </p:nvSpPr>
        <p:spPr>
          <a:xfrm>
            <a:off x="190639" y="6475159"/>
            <a:ext cx="396876" cy="151200"/>
          </a:xfrm>
          <a:prstGeom prst="rect">
            <a:avLst/>
          </a:prstGeom>
        </p:spPr>
        <p:txBody>
          <a:bodyPr lIns="0" tIns="0" rIns="0" bIns="0" anchor="ctr" anchorCtr="0"/>
          <a:lstStyle>
            <a:defPPr>
              <a:defRPr lang="de-DE"/>
            </a:defPPr>
            <a:lvl1pPr marL="0" algn="ctr" defTabSz="914400" rtl="0" eaLnBrk="1" latinLnBrk="0" hangingPunct="1">
              <a:defRPr sz="11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2EA1D04-CA53-4DE3-84A8-2B63E41036C9}" type="slidenum">
              <a:rPr lang="de-DE" spc="0" smtClean="0">
                <a:solidFill>
                  <a:schemeClr val="bg1">
                    <a:lumMod val="95000"/>
                  </a:schemeClr>
                </a:solidFill>
              </a:rPr>
              <a:pPr/>
              <a:t>3</a:t>
            </a:fld>
            <a:endParaRPr lang="de-DE" spc="0" dirty="0">
              <a:solidFill>
                <a:schemeClr val="bg1">
                  <a:lumMod val="95000"/>
                </a:schemeClr>
              </a:solidFill>
            </a:endParaRPr>
          </a:p>
        </p:txBody>
      </p:sp>
      <p:pic>
        <p:nvPicPr>
          <p:cNvPr id="62" name="Resim 8">
            <a:extLst>
              <a:ext uri="{FF2B5EF4-FFF2-40B4-BE49-F238E27FC236}">
                <a16:creationId xmlns:a16="http://schemas.microsoft.com/office/drawing/2014/main" id="{3E5397C5-3E25-4C34-967D-455048AE182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9273115" y="-415313"/>
            <a:ext cx="3510563" cy="1974692"/>
          </a:xfrm>
          <a:prstGeom prst="rect">
            <a:avLst/>
          </a:prstGeom>
        </p:spPr>
      </p:pic>
      <p:cxnSp>
        <p:nvCxnSpPr>
          <p:cNvPr id="2" name="Straight Connector 67">
            <a:extLst>
              <a:ext uri="{FF2B5EF4-FFF2-40B4-BE49-F238E27FC236}">
                <a16:creationId xmlns:a16="http://schemas.microsoft.com/office/drawing/2014/main" id="{CAEA4F33-456D-4188-BF69-B449B85264E9}"/>
              </a:ext>
            </a:extLst>
          </p:cNvPr>
          <p:cNvCxnSpPr>
            <a:cxnSpLocks/>
          </p:cNvCxnSpPr>
          <p:nvPr/>
        </p:nvCxnSpPr>
        <p:spPr>
          <a:xfrm>
            <a:off x="261066" y="966386"/>
            <a:ext cx="4178461" cy="0"/>
          </a:xfrm>
          <a:prstGeom prst="line">
            <a:avLst/>
          </a:prstGeom>
          <a:ln w="44450" cap="rnd">
            <a:solidFill>
              <a:srgbClr val="02B7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5">
            <a:extLst>
              <a:ext uri="{FF2B5EF4-FFF2-40B4-BE49-F238E27FC236}">
                <a16:creationId xmlns:a16="http://schemas.microsoft.com/office/drawing/2014/main" id="{78FBA911-E5FE-4659-8C40-23DA700EF5EA}"/>
              </a:ext>
            </a:extLst>
          </p:cNvPr>
          <p:cNvSpPr txBox="1"/>
          <p:nvPr/>
        </p:nvSpPr>
        <p:spPr>
          <a:xfrm>
            <a:off x="114971" y="324924"/>
            <a:ext cx="10116872" cy="415498"/>
          </a:xfrm>
          <a:prstGeom prst="rect">
            <a:avLst/>
          </a:prstGeom>
          <a:noFill/>
        </p:spPr>
        <p:txBody>
          <a:bodyPr wrap="square" rtlCol="0" anchor="t" anchorCtr="0">
            <a:spAutoFit/>
          </a:bodyPr>
          <a:lstStyle/>
          <a:p>
            <a:r>
              <a:rPr lang="tr-TR" sz="2100" b="1" dirty="0">
                <a:solidFill>
                  <a:srgbClr val="222223"/>
                </a:solidFill>
                <a:effectLst>
                  <a:outerShdw dist="63500" dir="3300000" algn="ctr" rotWithShape="0">
                    <a:srgbClr val="000000">
                      <a:alpha val="15000"/>
                    </a:srgbClr>
                  </a:outerShdw>
                </a:effectLst>
                <a:latin typeface="Verdana"/>
                <a:ea typeface="Verdana" panose="020B0604030504040204" pitchFamily="34" charset="0"/>
                <a:cs typeface="Verdana" panose="020B0604030504040204" pitchFamily="34" charset="0"/>
              </a:rPr>
              <a:t>Proje Takvimi ve Kritik Tarihler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880360" y="1170432"/>
            <a:ext cx="2735329" cy="219456"/>
          </a:xfrm>
          <a:prstGeom prst="rect">
            <a:avLst/>
          </a:prstGeom>
          <a:solidFill>
            <a:srgbClr val="2222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4" name="TextBox 173"/>
          <p:cNvSpPr txBox="1"/>
          <p:nvPr/>
        </p:nvSpPr>
        <p:spPr>
          <a:xfrm>
            <a:off x="2880360" y="1170432"/>
            <a:ext cx="2753617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Verdana"/>
              </a:rPr>
              <a:t>2026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5633977" y="1170432"/>
            <a:ext cx="6161782" cy="219456"/>
          </a:xfrm>
          <a:prstGeom prst="rect">
            <a:avLst/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5633977" y="1170432"/>
            <a:ext cx="6161782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50" b="1">
                <a:solidFill>
                  <a:srgbClr val="FFFFFF"/>
                </a:solidFill>
                <a:latin typeface="Verdana"/>
              </a:rPr>
              <a:t>2027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2880360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8" name="TextBox 177"/>
          <p:cNvSpPr txBox="1"/>
          <p:nvPr/>
        </p:nvSpPr>
        <p:spPr>
          <a:xfrm>
            <a:off x="2880360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Eyl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557478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0" name="TextBox 179"/>
          <p:cNvSpPr txBox="1"/>
          <p:nvPr/>
        </p:nvSpPr>
        <p:spPr>
          <a:xfrm>
            <a:off x="3557478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Eki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4257168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4257168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Kas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4934287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4" name="TextBox 183"/>
          <p:cNvSpPr txBox="1"/>
          <p:nvPr/>
        </p:nvSpPr>
        <p:spPr>
          <a:xfrm>
            <a:off x="4934287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Ara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5633977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5633977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Oca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6333666" y="1408176"/>
            <a:ext cx="613689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8" name="TextBox 187"/>
          <p:cNvSpPr txBox="1"/>
          <p:nvPr/>
        </p:nvSpPr>
        <p:spPr>
          <a:xfrm>
            <a:off x="6333666" y="1408176"/>
            <a:ext cx="63197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Şub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6965644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0" name="TextBox 189"/>
          <p:cNvSpPr txBox="1"/>
          <p:nvPr/>
        </p:nvSpPr>
        <p:spPr>
          <a:xfrm>
            <a:off x="6965644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Mar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7665334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2" name="TextBox 191"/>
          <p:cNvSpPr txBox="1"/>
          <p:nvPr/>
        </p:nvSpPr>
        <p:spPr>
          <a:xfrm>
            <a:off x="7665334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Nis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8342453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4" name="TextBox 193"/>
          <p:cNvSpPr txBox="1"/>
          <p:nvPr/>
        </p:nvSpPr>
        <p:spPr>
          <a:xfrm>
            <a:off x="8342453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May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9042142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9042142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Haz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9719261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98" name="TextBox 197"/>
          <p:cNvSpPr txBox="1"/>
          <p:nvPr/>
        </p:nvSpPr>
        <p:spPr>
          <a:xfrm>
            <a:off x="9719261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Tem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10418951" y="1408176"/>
            <a:ext cx="681401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0" name="TextBox 199"/>
          <p:cNvSpPr txBox="1"/>
          <p:nvPr/>
        </p:nvSpPr>
        <p:spPr>
          <a:xfrm>
            <a:off x="10418951" y="1408176"/>
            <a:ext cx="699689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Ağu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11118641" y="1408176"/>
            <a:ext cx="658830" cy="237744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2" name="TextBox 201"/>
          <p:cNvSpPr txBox="1"/>
          <p:nvPr/>
        </p:nvSpPr>
        <p:spPr>
          <a:xfrm>
            <a:off x="11118641" y="1408176"/>
            <a:ext cx="677118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900" b="1">
                <a:solidFill>
                  <a:srgbClr val="5F6670"/>
                </a:solidFill>
                <a:latin typeface="Verdana"/>
              </a:rPr>
              <a:t>Eyl</a:t>
            </a:r>
          </a:p>
        </p:txBody>
      </p:sp>
      <p:cxnSp>
        <p:nvCxnSpPr>
          <p:cNvPr id="203" name="Connector 202"/>
          <p:cNvCxnSpPr/>
          <p:nvPr/>
        </p:nvCxnSpPr>
        <p:spPr>
          <a:xfrm>
            <a:off x="2880360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3557478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4257168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4934287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5633977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6333666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6965644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7665334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8342453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042142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1926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041895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118641" y="1719072"/>
            <a:ext cx="0" cy="2596896"/>
          </a:xfrm>
          <a:prstGeom prst="line">
            <a:avLst/>
          </a:prstGeom>
          <a:ln w="6350">
            <a:solidFill>
              <a:srgbClr val="E4E6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411480" y="1737360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 dirty="0" err="1">
                <a:solidFill>
                  <a:srgbClr val="222223"/>
                </a:solidFill>
                <a:latin typeface="Verdana"/>
              </a:rPr>
              <a:t>Mühendislik</a:t>
            </a:r>
            <a:r>
              <a:rPr sz="1000" b="1" dirty="0">
                <a:solidFill>
                  <a:srgbClr val="222223"/>
                </a:solidFill>
                <a:latin typeface="Verdana"/>
              </a:rPr>
              <a:t> alt </a:t>
            </a:r>
            <a:r>
              <a:rPr sz="1000" b="1" dirty="0" err="1">
                <a:solidFill>
                  <a:srgbClr val="222223"/>
                </a:solidFill>
                <a:latin typeface="Verdana"/>
              </a:rPr>
              <a:t>yüklenici</a:t>
            </a:r>
            <a:endParaRPr sz="900" b="1" dirty="0">
              <a:solidFill>
                <a:srgbClr val="222223"/>
              </a:solidFill>
              <a:latin typeface="Open Sans"/>
            </a:endParaRPr>
          </a:p>
          <a:p>
            <a:pPr algn="l"/>
            <a:r>
              <a:rPr sz="850" b="0" dirty="0" err="1">
                <a:solidFill>
                  <a:srgbClr val="5F6670"/>
                </a:solidFill>
                <a:latin typeface="Verdana"/>
              </a:rPr>
              <a:t>Detay</a:t>
            </a:r>
            <a:r>
              <a:rPr sz="850" b="0" dirty="0">
                <a:solidFill>
                  <a:srgbClr val="5F6670"/>
                </a:solidFill>
                <a:latin typeface="Verdana"/>
              </a:rPr>
              <a:t> </a:t>
            </a:r>
            <a:r>
              <a:rPr sz="850" b="0" dirty="0" err="1">
                <a:solidFill>
                  <a:srgbClr val="5F6670"/>
                </a:solidFill>
                <a:latin typeface="Verdana"/>
              </a:rPr>
              <a:t>mühendislik</a:t>
            </a:r>
            <a:endParaRPr sz="750" b="0" dirty="0">
              <a:solidFill>
                <a:srgbClr val="5F6670"/>
              </a:solidFill>
              <a:latin typeface="Open Sans"/>
            </a:endParaRPr>
          </a:p>
        </p:txBody>
      </p:sp>
      <p:sp>
        <p:nvSpPr>
          <p:cNvPr id="217" name="Rounded Rectangle 216"/>
          <p:cNvSpPr/>
          <p:nvPr/>
        </p:nvSpPr>
        <p:spPr>
          <a:xfrm>
            <a:off x="3264060" y="1783080"/>
            <a:ext cx="1173672" cy="237744"/>
          </a:xfrm>
          <a:prstGeom prst="roundRect">
            <a:avLst>
              <a:gd name="adj" fmla="val 19230"/>
            </a:avLst>
          </a:prstGeom>
          <a:solidFill>
            <a:srgbClr val="5A64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4510885" y="1783080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22223"/>
                </a:solidFill>
                <a:latin typeface="Verdana"/>
              </a:rPr>
              <a:t>18.09 – 09.11.2026 · 37 iş günü</a:t>
            </a:r>
          </a:p>
        </p:txBody>
      </p:sp>
      <p:sp>
        <p:nvSpPr>
          <p:cNvPr id="219" name="TextBox 218"/>
          <p:cNvSpPr txBox="1"/>
          <p:nvPr/>
        </p:nvSpPr>
        <p:spPr>
          <a:xfrm>
            <a:off x="411480" y="2112264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Ekipman satınalma ve imalat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11 paket · Enerjisa takibi</a:t>
            </a:r>
          </a:p>
        </p:txBody>
      </p:sp>
      <p:sp>
        <p:nvSpPr>
          <p:cNvPr id="220" name="Rounded Rectangle 219"/>
          <p:cNvSpPr/>
          <p:nvPr/>
        </p:nvSpPr>
        <p:spPr>
          <a:xfrm>
            <a:off x="4437733" y="2157984"/>
            <a:ext cx="2866470" cy="237744"/>
          </a:xfrm>
          <a:prstGeom prst="roundRect">
            <a:avLst>
              <a:gd name="adj" fmla="val 19230"/>
            </a:avLst>
          </a:prstGeom>
          <a:solidFill>
            <a:srgbClr val="E3F6EA"/>
          </a:solidFill>
          <a:ln w="12700">
            <a:solidFill>
              <a:srgbClr val="02B74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4510885" y="2157984"/>
            <a:ext cx="275674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04883C"/>
                </a:solidFill>
                <a:latin typeface="Verdana"/>
              </a:rPr>
              <a:t>Mühendislik sonrası, montaj öncesi</a:t>
            </a:r>
          </a:p>
        </p:txBody>
      </p:sp>
      <p:sp>
        <p:nvSpPr>
          <p:cNvPr id="222" name="TextBox 221"/>
          <p:cNvSpPr txBox="1"/>
          <p:nvPr/>
        </p:nvSpPr>
        <p:spPr>
          <a:xfrm>
            <a:off x="411480" y="2487168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Ruhsat, zemin ve temeller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Şenpiliç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4437733" y="2532887"/>
            <a:ext cx="2866470" cy="237744"/>
          </a:xfrm>
          <a:prstGeom prst="roundRect">
            <a:avLst>
              <a:gd name="adj" fmla="val 19230"/>
            </a:avLst>
          </a:prstGeom>
          <a:solidFill>
            <a:srgbClr val="E8EBF7"/>
          </a:solidFill>
          <a:ln w="12700">
            <a:solidFill>
              <a:srgbClr val="1F2F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4" name="TextBox 223"/>
          <p:cNvSpPr txBox="1"/>
          <p:nvPr/>
        </p:nvSpPr>
        <p:spPr>
          <a:xfrm>
            <a:off x="4510885" y="2532887"/>
            <a:ext cx="275674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1F2F86"/>
                </a:solidFill>
                <a:latin typeface="Verdana"/>
              </a:rPr>
              <a:t>Saha teslimi 16.03.2027 öncesi</a:t>
            </a:r>
          </a:p>
        </p:txBody>
      </p:sp>
      <p:sp>
        <p:nvSpPr>
          <p:cNvPr id="225" name="TextBox 224"/>
          <p:cNvSpPr txBox="1"/>
          <p:nvPr/>
        </p:nvSpPr>
        <p:spPr>
          <a:xfrm>
            <a:off x="411480" y="2862072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Mekanik alt yüklenici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Montaj ve kazan entegrasyonu</a:t>
            </a:r>
          </a:p>
        </p:txBody>
      </p:sp>
      <p:sp>
        <p:nvSpPr>
          <p:cNvPr id="226" name="Rounded Rectangle 225"/>
          <p:cNvSpPr/>
          <p:nvPr/>
        </p:nvSpPr>
        <p:spPr>
          <a:xfrm>
            <a:off x="7304204" y="2907791"/>
            <a:ext cx="3769295" cy="237744"/>
          </a:xfrm>
          <a:prstGeom prst="roundRect">
            <a:avLst>
              <a:gd name="adj" fmla="val 19230"/>
            </a:avLst>
          </a:prstGeom>
          <a:solidFill>
            <a:srgbClr val="1F2F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7377356" y="2907791"/>
            <a:ext cx="3659567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  <a:latin typeface="Verdana"/>
              </a:rPr>
              <a:t>16.03 – 30.08.2027 · 120 iş günü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411480" y="3236976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Elektrik / otomasyon alt yüklenici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Montaj ve devreye alma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8771295" y="3282696"/>
            <a:ext cx="1241384" cy="237744"/>
          </a:xfrm>
          <a:prstGeom prst="roundRect">
            <a:avLst>
              <a:gd name="adj" fmla="val 19230"/>
            </a:avLst>
          </a:prstGeom>
          <a:solidFill>
            <a:srgbClr val="02B7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0" name="TextBox 229"/>
          <p:cNvSpPr txBox="1"/>
          <p:nvPr/>
        </p:nvSpPr>
        <p:spPr>
          <a:xfrm>
            <a:off x="10085832" y="3282696"/>
            <a:ext cx="2377440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22223"/>
                </a:solidFill>
                <a:latin typeface="Verdana"/>
              </a:rPr>
              <a:t>20.05 – 14.07.2027</a:t>
            </a:r>
          </a:p>
        </p:txBody>
      </p:sp>
      <p:sp>
        <p:nvSpPr>
          <p:cNvPr id="231" name="TextBox 230"/>
          <p:cNvSpPr txBox="1"/>
          <p:nvPr/>
        </p:nvSpPr>
        <p:spPr>
          <a:xfrm>
            <a:off x="411480" y="3611879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Kazan duruşu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Şenpiliç · tahmini pencere</a:t>
            </a:r>
          </a:p>
        </p:txBody>
      </p:sp>
      <p:sp>
        <p:nvSpPr>
          <p:cNvPr id="232" name="Rounded Rectangle 231"/>
          <p:cNvSpPr/>
          <p:nvPr/>
        </p:nvSpPr>
        <p:spPr>
          <a:xfrm>
            <a:off x="10012680" y="3657599"/>
            <a:ext cx="1060819" cy="237744"/>
          </a:xfrm>
          <a:prstGeom prst="roundRect">
            <a:avLst>
              <a:gd name="adj" fmla="val 19230"/>
            </a:avLst>
          </a:prstGeom>
          <a:solidFill>
            <a:srgbClr val="E8EBF7"/>
          </a:solidFill>
          <a:ln w="12700">
            <a:solidFill>
              <a:srgbClr val="1F2F8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10085832" y="3657599"/>
            <a:ext cx="951091" cy="2377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850" b="1">
                <a:solidFill>
                  <a:srgbClr val="1F2F86"/>
                </a:solidFill>
                <a:latin typeface="Verdana"/>
              </a:rPr>
              <a:t>Tem – Ağu 2027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1480" y="3986783"/>
            <a:ext cx="2450592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222223"/>
                </a:solidFill>
                <a:latin typeface="Verdana"/>
              </a:rPr>
              <a:t>Performans testi ve kabuller</a:t>
            </a:r>
          </a:p>
          <a:p>
            <a:pPr algn="l"/>
            <a:r>
              <a:rPr sz="850" b="0">
                <a:solidFill>
                  <a:srgbClr val="5F6670"/>
                </a:solidFill>
                <a:latin typeface="Verdana"/>
              </a:rPr>
              <a:t>Enerjisa · Şenpiliç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1073499" y="4032503"/>
            <a:ext cx="722260" cy="237744"/>
          </a:xfrm>
          <a:prstGeom prst="roundRect">
            <a:avLst>
              <a:gd name="adj" fmla="val 19230"/>
            </a:avLst>
          </a:prstGeom>
          <a:solidFill>
            <a:srgbClr val="E6E8EC"/>
          </a:solidFill>
          <a:ln w="12700">
            <a:solidFill>
              <a:srgbClr val="222223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6" name="TextBox 235"/>
          <p:cNvSpPr txBox="1"/>
          <p:nvPr/>
        </p:nvSpPr>
        <p:spPr>
          <a:xfrm>
            <a:off x="11146651" y="4032503"/>
            <a:ext cx="612532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900" b="1">
                <a:solidFill>
                  <a:srgbClr val="222223"/>
                </a:solidFill>
                <a:latin typeface="Verdana"/>
              </a:rPr>
              <a:t>14 gün</a:t>
            </a:r>
          </a:p>
        </p:txBody>
      </p:sp>
      <p:sp>
        <p:nvSpPr>
          <p:cNvPr id="237" name="Diamond 236"/>
          <p:cNvSpPr/>
          <p:nvPr/>
        </p:nvSpPr>
        <p:spPr>
          <a:xfrm>
            <a:off x="7212764" y="2578608"/>
            <a:ext cx="182880" cy="182880"/>
          </a:xfrm>
          <a:prstGeom prst="diamond">
            <a:avLst/>
          </a:prstGeom>
          <a:solidFill>
            <a:srgbClr val="1F2F86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TextBox 237"/>
          <p:cNvSpPr txBox="1"/>
          <p:nvPr/>
        </p:nvSpPr>
        <p:spPr>
          <a:xfrm>
            <a:off x="411480" y="4425696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222223"/>
                </a:solidFill>
                <a:latin typeface="Verdana"/>
              </a:rPr>
              <a:t>Şenpiliç'ten onay beklenen tarihler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41148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0" name="TextBox 239"/>
          <p:cNvSpPr txBox="1"/>
          <p:nvPr/>
        </p:nvSpPr>
        <p:spPr>
          <a:xfrm>
            <a:off x="594360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2F86"/>
                </a:solidFill>
                <a:latin typeface="Verdana"/>
              </a:rPr>
              <a:t>Tasarım onayları</a:t>
            </a:r>
          </a:p>
          <a:p>
            <a:pPr algn="l"/>
            <a:r>
              <a:rPr sz="1000" b="1">
                <a:solidFill>
                  <a:srgbClr val="04883C"/>
                </a:solidFill>
                <a:latin typeface="Verdana"/>
              </a:rPr>
              <a:t>09.11.2026'ya kadar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22223"/>
                </a:solidFill>
                <a:latin typeface="Verdana"/>
              </a:rPr>
              <a:t>Mühendislik bu tarihte tamamlanıyor; onaylar satınalma ve imalatı başlatır.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426720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2" name="TextBox 241"/>
          <p:cNvSpPr txBox="1"/>
          <p:nvPr/>
        </p:nvSpPr>
        <p:spPr>
          <a:xfrm>
            <a:off x="4450080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2F86"/>
                </a:solidFill>
                <a:latin typeface="Verdana"/>
              </a:rPr>
              <a:t>Ruhsat, temel ve saha teslimi</a:t>
            </a:r>
          </a:p>
          <a:p>
            <a:pPr algn="l"/>
            <a:r>
              <a:rPr sz="1000" b="1">
                <a:solidFill>
                  <a:srgbClr val="04883C"/>
                </a:solidFill>
                <a:latin typeface="Verdana"/>
              </a:rPr>
              <a:t>16.03.2027 öncesi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22223"/>
                </a:solidFill>
                <a:latin typeface="Verdana"/>
              </a:rPr>
              <a:t>Mekanik montaj bu tarihte başlıyor; elektrik besleme noktaları 20.05.2027 öncesi hazır olmalı.</a:t>
            </a:r>
          </a:p>
        </p:txBody>
      </p:sp>
      <p:sp>
        <p:nvSpPr>
          <p:cNvPr id="243" name="Rounded Rectangle 242"/>
          <p:cNvSpPr/>
          <p:nvPr/>
        </p:nvSpPr>
        <p:spPr>
          <a:xfrm>
            <a:off x="8122920" y="4700016"/>
            <a:ext cx="3672840" cy="896112"/>
          </a:xfrm>
          <a:prstGeom prst="roundRect">
            <a:avLst>
              <a:gd name="adj" fmla="val 8163"/>
            </a:avLst>
          </a:prstGeom>
          <a:solidFill>
            <a:srgbClr val="E8EB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44" name="TextBox 243"/>
          <p:cNvSpPr txBox="1"/>
          <p:nvPr/>
        </p:nvSpPr>
        <p:spPr>
          <a:xfrm>
            <a:off x="8305799" y="4727448"/>
            <a:ext cx="3307080" cy="8412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1">
                <a:solidFill>
                  <a:srgbClr val="1F2F86"/>
                </a:solidFill>
                <a:latin typeface="Verdana"/>
              </a:rPr>
              <a:t>Kazan duruş penceresi</a:t>
            </a:r>
          </a:p>
          <a:p>
            <a:pPr algn="l"/>
            <a:r>
              <a:rPr sz="1000" b="1">
                <a:solidFill>
                  <a:srgbClr val="04883C"/>
                </a:solidFill>
                <a:latin typeface="Verdana"/>
              </a:rPr>
              <a:t>Tem – Ağu 2027 · kesinleşecek</a:t>
            </a:r>
          </a:p>
          <a:p>
            <a:pPr algn="l">
              <a:spcBef>
                <a:spcPts val="200"/>
              </a:spcBef>
            </a:pPr>
            <a:r>
              <a:rPr sz="950" b="0">
                <a:solidFill>
                  <a:srgbClr val="222223"/>
                </a:solidFill>
                <a:latin typeface="Verdana"/>
              </a:rPr>
              <a:t>Kesimhane ve ileri işlem kazanlarının duruş tarihi ve süresinin üretim planıyla birlikte onayı.</a:t>
            </a:r>
          </a:p>
        </p:txBody>
      </p:sp>
    </p:spTree>
  </p:cSld>
  <p:clrMapOvr>
    <a:masterClrMapping/>
  </p:clrMapOvr>
  <p:transition spd="med"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İTUSGUID" val="6266f24b-403f-4e33-bd6a-92b03421e793"/>
  <p:tag name="CLASSIFICATION" val="I4886p293727nO8"/>
</p:tagLst>
</file>

<file path=ppt/theme/theme1.xml><?xml version="1.0" encoding="utf-8"?>
<a:theme xmlns:a="http://schemas.openxmlformats.org/drawingml/2006/main" name="Enerjisa">
  <a:themeElements>
    <a:clrScheme name="ENERJISA">
      <a:dk1>
        <a:srgbClr val="000000"/>
      </a:dk1>
      <a:lt1>
        <a:srgbClr val="FFFFFF"/>
      </a:lt1>
      <a:dk2>
        <a:srgbClr val="FFFB00"/>
      </a:dk2>
      <a:lt2>
        <a:srgbClr val="FFA300"/>
      </a:lt2>
      <a:accent1>
        <a:srgbClr val="00888A"/>
      </a:accent1>
      <a:accent2>
        <a:srgbClr val="45A789"/>
      </a:accent2>
      <a:accent3>
        <a:srgbClr val="93BC4F"/>
      </a:accent3>
      <a:accent4>
        <a:srgbClr val="D7DF23"/>
      </a:accent4>
      <a:accent5>
        <a:srgbClr val="F3C522"/>
      </a:accent5>
      <a:accent6>
        <a:srgbClr val="24C6D0"/>
      </a:accent6>
      <a:hlink>
        <a:srgbClr val="0563C1"/>
      </a:hlink>
      <a:folHlink>
        <a:srgbClr val="954F72"/>
      </a:folHlink>
    </a:clrScheme>
    <a:fontScheme name="Consolas-Verdana">
      <a:majorFont>
        <a:latin typeface="Consolas" panose="020B0609020204030204"/>
        <a:ea typeface=""/>
        <a:cs typeface=""/>
        <a:font script="Jpan" typeface="HG丸ｺﾞｼｯｸM-PRO"/>
        <a:font script="Hang" typeface="HY중고딕"/>
        <a:font script="Hans" typeface="华文楷体"/>
        <a:font script="Hant" typeface="新細明體"/>
        <a:font script="Arab" typeface="Tahoma"/>
        <a:font script="Hebr" typeface="Levenim MT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Verdana" panose="020B060403050404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 err="1" smtClean="0">
            <a:solidFill>
              <a:schemeClr val="bg1"/>
            </a:solidFill>
            <a:latin typeface="Praxis Com" pitchFamily="2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nerjisa" id="{34568B0C-E18E-6E43-999D-2576DA2F719B}" vid="{764E53E1-B55E-8246-A4F1-C9FFFA1B23AF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titus xmlns="http://schemas.titus.com/TitusProperties/">
  <TitusGUID xmlns="">6266f24b-403f-4e33-bd6a-92b03421e793</TitusGUID>
  <TitusMetadata xmlns="">eyJucyI6IkVORVJKSVNBIiwicHJvcHMiOlt7Im4iOiJDTEFTU0lGSUNBVElPTiIsInZhbHMiOlt7InZhbHVlIjoiSTQ4ODZwMjkzNzI3bk84In1dfSx7Im4iOiJTSU5JUkxJUEFZTEFTSU0iLCJ2YWxzIjpbXX0seyJuIjoiU0lSS0VUSUNJS1VMTEFOSU0iLCJ2YWxzIjpbXX1dfQ==</TitusMetadata>
</titu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Belge" ma:contentTypeID="0x01010030115890377A484C80C354744C69C8B5" ma:contentTypeVersion="2" ma:contentTypeDescription="Yeni belge oluşturun." ma:contentTypeScope="" ma:versionID="506441a1d85ca9d48903720c2e7472a6">
  <xsd:schema xmlns:xsd="http://www.w3.org/2001/XMLSchema" xmlns:xs="http://www.w3.org/2001/XMLSchema" xmlns:p="http://schemas.microsoft.com/office/2006/metadata/properties" xmlns:ns2="855facfb-1180-49c0-8f99-af85aa4ac21f" targetNamespace="http://schemas.microsoft.com/office/2006/metadata/properties" ma:root="true" ma:fieldsID="0a3ac419a6c163e66e1a096a6e9614d7" ns2:_="">
    <xsd:import namespace="855facfb-1180-49c0-8f99-af85aa4ac21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5facfb-1180-49c0-8f99-af85aa4ac21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ylaşılanla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Ayrıntıları ile Paylaşıld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İçerik Türü"/>
        <xsd:element ref="dc:title" minOccurs="0" maxOccurs="1" ma:index="4" ma:displayName="Başlık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C4EA22-F385-43BA-BCD4-ECEE2B25B25A}">
  <ds:schemaRefs>
    <ds:schemaRef ds:uri="http://schemas.titus.com/TitusProperties/"/>
    <ds:schemaRef ds:uri=""/>
  </ds:schemaRefs>
</ds:datastoreItem>
</file>

<file path=customXml/itemProps2.xml><?xml version="1.0" encoding="utf-8"?>
<ds:datastoreItem xmlns:ds="http://schemas.openxmlformats.org/officeDocument/2006/customXml" ds:itemID="{1EA03B42-154F-43D7-84CB-C241E8769B1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A0DBCE4-DD54-4DCF-A593-EECE27145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55facfb-1180-49c0-8f99-af85aa4ac21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B557A2DB-28F0-43F3-8774-AF969E4EEF07}">
  <ds:schemaRefs>
    <ds:schemaRef ds:uri="http://purl.org/dc/terms/"/>
    <ds:schemaRef ds:uri="http://purl.org/dc/dcmitype/"/>
    <ds:schemaRef ds:uri="855facfb-1180-49c0-8f99-af85aa4ac21f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Enerjisa</Template>
  <TotalTime>51845</TotalTime>
  <Words>852</Words>
  <Application>Microsoft Office PowerPoint</Application>
  <PresentationFormat>Geniş ekran</PresentationFormat>
  <Paragraphs>159</Paragraphs>
  <Slides>3</Slides>
  <Notes>3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3</vt:i4>
      </vt:variant>
    </vt:vector>
  </HeadingPairs>
  <TitlesOfParts>
    <vt:vector size="8" baseType="lpstr">
      <vt:lpstr>Arial</vt:lpstr>
      <vt:lpstr>Calibri</vt:lpstr>
      <vt:lpstr>Open Sans</vt:lpstr>
      <vt:lpstr>Verdana</vt:lpstr>
      <vt:lpstr>Enerjisa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keywords>CLASSIFICATION=I4886p293727nO8</cp:keywords>
  <cp:lastModifiedBy>Atife COBANOGLU</cp:lastModifiedBy>
  <cp:revision>2397</cp:revision>
  <cp:lastPrinted>2019-02-09T19:24:13Z</cp:lastPrinted>
  <dcterms:created xsi:type="dcterms:W3CDTF">2019-02-09T19:23:12Z</dcterms:created>
  <dcterms:modified xsi:type="dcterms:W3CDTF">2026-09-25T12:58:10Z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itusGUID">
    <vt:lpwstr>6266f24b-403f-4e33-bd6a-92b03421e793</vt:lpwstr>
  </property>
  <property fmtid="{D5CDD505-2E9C-101B-9397-08002B2CF9AE}" pid="3" name="FirstClassifierName">
    <vt:lpwstr>Pelin ARSLAN</vt:lpwstr>
  </property>
  <property fmtid="{D5CDD505-2E9C-101B-9397-08002B2CF9AE}" pid="4" name="FirstClassifiedDate">
    <vt:lpwstr>28.9.2020, 17:01</vt:lpwstr>
  </property>
  <property fmtid="{D5CDD505-2E9C-101B-9397-08002B2CF9AE}" pid="5" name="LastClassifiedDate">
    <vt:lpwstr>28.9.2020, 17:01</vt:lpwstr>
  </property>
  <property fmtid="{D5CDD505-2E9C-101B-9397-08002B2CF9AE}" pid="6" name="LastClassifierName">
    <vt:lpwstr>Pelin ARSLAN</vt:lpwstr>
  </property>
  <property fmtid="{D5CDD505-2E9C-101B-9397-08002B2CF9AE}" pid="7" name="CLASSIFICATION">
    <vt:lpwstr>I4886p293727nO8</vt:lpwstr>
  </property>
  <property fmtid="{D5CDD505-2E9C-101B-9397-08002B2CF9AE}" pid="8" name="ContentTypeId">
    <vt:lpwstr>0x01010030115890377A484C80C354744C69C8B5</vt:lpwstr>
  </property>
  <property fmtid="{D5CDD505-2E9C-101B-9397-08002B2CF9AE}" pid="9" name="IsMyDocuments">
    <vt:bool>true</vt:bool>
  </property>
</Properties>
</file>