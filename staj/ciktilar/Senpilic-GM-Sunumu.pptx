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5"/>
  </p:sldMasterIdLst>
  <p:notesMasterIdLst>
    <p:notesMasterId r:id="rId8"/>
  </p:notesMasterIdLst>
  <p:sldIdLst>
    <p:sldId id="531" r:id="rId15"/>
    <p:sldId id="532" r:id="rId16"/>
    <p:sldId id="533" r:id="rId17"/>
    <p:sldId id="534" r:id="rId1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ERJISA" id="{1C079F34-DEF7-C24F-B537-01D2228D2BF9}">
          <p14:sldIdLst>
            <p14:sldId id="525"/>
            <p14:sldId id="530"/>
          </p14:sldIdLst>
        </p14:section>
      </p14:sectionLst>
    </p:ex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2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Idil Su TERZI" initials="IST" lastIdx="15" clrIdx="6">
    <p:extLst>
      <p:ext uri="{19B8F6BF-5375-455C-9EA6-DF929625EA0E}">
        <p15:presenceInfo xmlns:p15="http://schemas.microsoft.com/office/powerpoint/2012/main" userId="S::Idilsu.TERZI@enerjisa.com::336e32a8-b80d-42f5-83f7-171e5961c7ed" providerId="AD"/>
      </p:ext>
    </p:extLst>
  </p:cmAuthor>
  <p:cmAuthor id="1" name="Pelin ARSLAN" initials="PA" lastIdx="10" clrIdx="0">
    <p:extLst>
      <p:ext uri="{19B8F6BF-5375-455C-9EA6-DF929625EA0E}">
        <p15:presenceInfo xmlns:p15="http://schemas.microsoft.com/office/powerpoint/2012/main" userId="S-1-5-21-4268076034-2944419680-2427932543-49543" providerId="AD"/>
      </p:ext>
    </p:extLst>
  </p:cmAuthor>
  <p:cmAuthor id="2" name="Alican DAGDELEN" initials="AD" lastIdx="17" clrIdx="1">
    <p:extLst>
      <p:ext uri="{19B8F6BF-5375-455C-9EA6-DF929625EA0E}">
        <p15:presenceInfo xmlns:p15="http://schemas.microsoft.com/office/powerpoint/2012/main" userId="S-1-5-21-4268076034-2944419680-2427932543-120382" providerId="AD"/>
      </p:ext>
    </p:extLst>
  </p:cmAuthor>
  <p:cmAuthor id="3" name="Hatice Elif BAYAZITLI" initials="HEB" lastIdx="20" clrIdx="2">
    <p:extLst>
      <p:ext uri="{19B8F6BF-5375-455C-9EA6-DF929625EA0E}">
        <p15:presenceInfo xmlns:p15="http://schemas.microsoft.com/office/powerpoint/2012/main" userId="S::HaticeElif.BAYAZITLI@enerjisa.com::a120db75-44bf-44b9-95b0-e4a9088fb1c7" providerId="AD"/>
      </p:ext>
    </p:extLst>
  </p:cmAuthor>
  <p:cmAuthor id="4" name="Emine GUVEN" initials="EG" lastIdx="68" clrIdx="3">
    <p:extLst>
      <p:ext uri="{19B8F6BF-5375-455C-9EA6-DF929625EA0E}">
        <p15:presenceInfo xmlns:p15="http://schemas.microsoft.com/office/powerpoint/2012/main" userId="S::Emine.GUVEN@enerjisa.com::3e995701-13f1-4de0-8457-592f11ee796c" providerId="AD"/>
      </p:ext>
    </p:extLst>
  </p:cmAuthor>
  <p:cmAuthor id="5" name="Alican DAGDELEN" initials="AD [2]" lastIdx="8" clrIdx="4">
    <p:extLst>
      <p:ext uri="{19B8F6BF-5375-455C-9EA6-DF929625EA0E}">
        <p15:presenceInfo xmlns:p15="http://schemas.microsoft.com/office/powerpoint/2012/main" userId="S::Alican.DAGDELEN@enerjisa.com::84e4fe7a-397f-46e0-bf6d-1cff4c002fda" providerId="AD"/>
      </p:ext>
    </p:extLst>
  </p:cmAuthor>
  <p:cmAuthor id="6" name="Ceylanpinar ATAY" initials="CA" lastIdx="1" clrIdx="5">
    <p:extLst>
      <p:ext uri="{19B8F6BF-5375-455C-9EA6-DF929625EA0E}">
        <p15:presenceInfo xmlns:p15="http://schemas.microsoft.com/office/powerpoint/2012/main" userId="S::Ceylanpinar.ATAY@enerjisa.com::a2db63f3-49ed-4290-9141-3d3dfaf5e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AEAEA"/>
    <a:srgbClr val="02B74F"/>
    <a:srgbClr val="EBEBEB"/>
    <a:srgbClr val="EEEEEE"/>
    <a:srgbClr val="F0F0F0"/>
    <a:srgbClr val="E0E0E0"/>
    <a:srgbClr val="00539F"/>
    <a:srgbClr val="222223"/>
    <a:srgbClr val="EB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789" autoAdjust="0"/>
    <p:restoredTop sz="94582" autoAdjust="0"/>
  </p:normalViewPr>
  <p:slideViewPr>
    <p:cSldViewPr snapToGrid="0" snapToObjects="1">
      <p:cViewPr varScale="1">
        <p:scale>
          <a:sx n="61" d="100"/>
          <a:sy n="61" d="100"/>
        </p:scale>
        <p:origin x="88" y="340"/>
      </p:cViewPr>
      <p:guideLst>
        <p:guide pos="3749"/>
        <p:guide orient="horz" pos="123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_rels/viewProps.xml.rels><?xml version='1.0' encoding='UTF-8' standalone='yes'?>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B9CA6-B745-2F43-9604-D19898B32A6A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tr-TR"/>
              <a:t>Asıl metin stillerini düzenlemek için tıklayın
İkinci düzey
Üçüncü düzey
Dördüncü düzey
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E8DFF-6852-1446-B682-2406FC1DC5B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2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E8DFF-6852-1446-B682-2406FC1DC5B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1281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Solda Şenpiliç'in, sağda Enerjisa'nın sorumlulukları. Şenpiliç maddeleri proje planındaki Şenpiliç kaynaklı işlerden alınmıştır; Enerjisa tarafı özet olarak verilmiştir.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Solda organizasyon: Şenpiliç yalnız Enerjisa ile muhataptır, alt yükleniciler Enerjisa'ya bağlıdır. Sağda Enerjisa'ya verilen beş sorumluluk ve her birini nasıl yöneteceğimiz.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 planındaki işlerin fazlara göre dağılımı; tarih verilmemiştir. Her sütun bir fazdır, satırlar o fazda kimin ne yaptığını gösterir. Saha hazırlığı mühendislik tamamlanmadan paralel başlar.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Sıralama proje planına göredir: devreye alma, geçici kabul, kazan entegrasyonu, stabilizasyon ve performans garanti testi, nihai kabul. Performans garanti testi koşulları sözleşme maddelerinden alınmıştır.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microsoft.com/office/2007/relationships/hdphoto" Target="../media/hdphoto1.wdp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04631E-6 3.51709E-6 L -4.04631E-6 0.05468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875E-6 2.96296E-6 L -0.075 2.96296E-6 " pathEditMode="relative" rAng="0" ptsTypes="AA">
                                      <p:cBhvr>
                                        <p:cTn id="4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5E-6 -2.59259E-6 L 0.07851 -2.59259E-6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61AA553A-5BB9-0343-92E2-2796DB80B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549" y="265994"/>
            <a:ext cx="1247423" cy="1247423"/>
          </a:xfrm>
          <a:prstGeom prst="rect">
            <a:avLst/>
          </a:prstGeom>
          <a:effectLst>
            <a:outerShdw blurRad="299924" dist="38100" dir="5400000" algn="t" rotWithShape="0">
              <a:schemeClr val="accent5">
                <a:alpha val="78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7B43A-1809-B34D-9ACD-F416390DFB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99" y="0"/>
            <a:ext cx="12193197" cy="6852577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6DB86F81-D0FD-7844-9496-E4343A796D18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E37EE3F-A192-BF49-96E7-9245713A27D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2A879C-D7FA-F84D-A224-47588390C7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C88972-932B-4445-8571-EB46A6501C4C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8" name="Foliennummernplatzhalter 7">
            <a:extLst>
              <a:ext uri="{FF2B5EF4-FFF2-40B4-BE49-F238E27FC236}">
                <a16:creationId xmlns:a16="http://schemas.microsoft.com/office/drawing/2014/main" id="{1753C43F-9ED4-4F40-AE6B-A811A8382DB9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0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7" grpId="0" animBg="1"/>
      <p:bldP spid="3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7C75BDF-5A91-9646-98AA-FD36E60B5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4692E9-9E70-354E-BFD4-3DD15E7B8E57}"/>
              </a:ext>
            </a:extLst>
          </p:cNvPr>
          <p:cNvGrpSpPr/>
          <p:nvPr userDrawn="1"/>
        </p:nvGrpSpPr>
        <p:grpSpPr>
          <a:xfrm>
            <a:off x="0" y="5893180"/>
            <a:ext cx="12192000" cy="964820"/>
            <a:chOff x="0" y="5893180"/>
            <a:chExt cx="12192000" cy="96482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8F32F3-0DEE-014A-AAA1-0DE32A146D12}"/>
                </a:ext>
              </a:extLst>
            </p:cNvPr>
            <p:cNvSpPr/>
            <p:nvPr userDrawn="1"/>
          </p:nvSpPr>
          <p:spPr>
            <a:xfrm>
              <a:off x="0" y="5893180"/>
              <a:ext cx="12192000" cy="964820"/>
            </a:xfrm>
            <a:custGeom>
              <a:avLst/>
              <a:gdLst>
                <a:gd name="connsiteX0" fmla="*/ 10627753 w 12192000"/>
                <a:gd name="connsiteY0" fmla="*/ 0 h 964820"/>
                <a:gd name="connsiteX1" fmla="*/ 10644531 w 12192000"/>
                <a:gd name="connsiteY1" fmla="*/ 0 h 964820"/>
                <a:gd name="connsiteX2" fmla="*/ 12175222 w 12192000"/>
                <a:gd name="connsiteY2" fmla="*/ 0 h 964820"/>
                <a:gd name="connsiteX3" fmla="*/ 12192000 w 12192000"/>
                <a:gd name="connsiteY3" fmla="*/ 0 h 964820"/>
                <a:gd name="connsiteX4" fmla="*/ 12192000 w 12192000"/>
                <a:gd name="connsiteY4" fmla="*/ 40690 h 964820"/>
                <a:gd name="connsiteX5" fmla="*/ 12192000 w 12192000"/>
                <a:gd name="connsiteY5" fmla="*/ 924130 h 964820"/>
                <a:gd name="connsiteX6" fmla="*/ 12192000 w 12192000"/>
                <a:gd name="connsiteY6" fmla="*/ 964820 h 964820"/>
                <a:gd name="connsiteX7" fmla="*/ 12175222 w 12192000"/>
                <a:gd name="connsiteY7" fmla="*/ 964820 h 964820"/>
                <a:gd name="connsiteX8" fmla="*/ 0 w 12192000"/>
                <a:gd name="connsiteY8" fmla="*/ 964820 h 964820"/>
                <a:gd name="connsiteX9" fmla="*/ 0 w 12192000"/>
                <a:gd name="connsiteY9" fmla="*/ 309562 h 964820"/>
                <a:gd name="connsiteX10" fmla="*/ 917809 w 12192000"/>
                <a:gd name="connsiteY10" fmla="*/ 309562 h 964820"/>
                <a:gd name="connsiteX11" fmla="*/ 934587 w 12192000"/>
                <a:gd name="connsiteY11" fmla="*/ 309562 h 964820"/>
                <a:gd name="connsiteX12" fmla="*/ 1062070 w 12192000"/>
                <a:gd name="connsiteY12" fmla="*/ 309562 h 964820"/>
                <a:gd name="connsiteX13" fmla="*/ 1078848 w 12192000"/>
                <a:gd name="connsiteY13" fmla="*/ 309562 h 964820"/>
                <a:gd name="connsiteX14" fmla="*/ 10044335 w 12192000"/>
                <a:gd name="connsiteY14" fmla="*/ 309562 h 964820"/>
                <a:gd name="connsiteX15" fmla="*/ 10051769 w 12192000"/>
                <a:gd name="connsiteY15" fmla="*/ 309562 h 964820"/>
                <a:gd name="connsiteX16" fmla="*/ 10124685 w 12192000"/>
                <a:gd name="connsiteY16" fmla="*/ 297556 h 964820"/>
                <a:gd name="connsiteX17" fmla="*/ 10196772 w 12192000"/>
                <a:gd name="connsiteY17" fmla="*/ 260008 h 964820"/>
                <a:gd name="connsiteX18" fmla="*/ 10475317 w 12192000"/>
                <a:gd name="connsiteY18" fmla="*/ 50777 h 964820"/>
                <a:gd name="connsiteX19" fmla="*/ 10627753 w 12192000"/>
                <a:gd name="connsiteY19" fmla="*/ 0 h 96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000" h="964820">
                  <a:moveTo>
                    <a:pt x="10627753" y="0"/>
                  </a:moveTo>
                  <a:lnTo>
                    <a:pt x="10644531" y="0"/>
                  </a:lnTo>
                  <a:lnTo>
                    <a:pt x="12175222" y="0"/>
                  </a:lnTo>
                  <a:lnTo>
                    <a:pt x="12192000" y="0"/>
                  </a:lnTo>
                  <a:lnTo>
                    <a:pt x="12192000" y="40690"/>
                  </a:lnTo>
                  <a:lnTo>
                    <a:pt x="12192000" y="924130"/>
                  </a:lnTo>
                  <a:lnTo>
                    <a:pt x="12192000" y="964820"/>
                  </a:lnTo>
                  <a:lnTo>
                    <a:pt x="12175222" y="964820"/>
                  </a:lnTo>
                  <a:lnTo>
                    <a:pt x="0" y="964820"/>
                  </a:lnTo>
                  <a:lnTo>
                    <a:pt x="0" y="309562"/>
                  </a:lnTo>
                  <a:lnTo>
                    <a:pt x="917809" y="309562"/>
                  </a:lnTo>
                  <a:lnTo>
                    <a:pt x="934587" y="309562"/>
                  </a:lnTo>
                  <a:lnTo>
                    <a:pt x="1062070" y="309562"/>
                  </a:lnTo>
                  <a:lnTo>
                    <a:pt x="1078848" y="309562"/>
                  </a:lnTo>
                  <a:lnTo>
                    <a:pt x="10044335" y="309562"/>
                  </a:lnTo>
                  <a:lnTo>
                    <a:pt x="10051769" y="309562"/>
                  </a:lnTo>
                  <a:lnTo>
                    <a:pt x="10124685" y="297556"/>
                  </a:lnTo>
                  <a:cubicBezTo>
                    <a:pt x="10150550" y="288915"/>
                    <a:pt x="10175038" y="276220"/>
                    <a:pt x="10196772" y="260008"/>
                  </a:cubicBezTo>
                  <a:lnTo>
                    <a:pt x="10475317" y="50777"/>
                  </a:lnTo>
                  <a:cubicBezTo>
                    <a:pt x="10518783" y="18353"/>
                    <a:pt x="10573268" y="0"/>
                    <a:pt x="10627753" y="0"/>
                  </a:cubicBezTo>
                  <a:close/>
                </a:path>
              </a:pathLst>
            </a:custGeom>
            <a:solidFill>
              <a:srgbClr val="02B74F"/>
            </a:solidFill>
            <a:ln w="76200">
              <a:noFill/>
            </a:ln>
            <a:effectLst>
              <a:outerShdw blurRad="190500" dist="38100" dir="16200000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487CE2-F3A0-004D-B7F2-5A9504E335AF}"/>
                </a:ext>
              </a:extLst>
            </p:cNvPr>
            <p:cNvSpPr/>
            <p:nvPr userDrawn="1"/>
          </p:nvSpPr>
          <p:spPr>
            <a:xfrm>
              <a:off x="0" y="5933870"/>
              <a:ext cx="12192000" cy="924130"/>
            </a:xfrm>
            <a:custGeom>
              <a:avLst/>
              <a:gdLst>
                <a:gd name="connsiteX0" fmla="*/ 12192000 w 12192000"/>
                <a:gd name="connsiteY0" fmla="*/ 0 h 924130"/>
                <a:gd name="connsiteX1" fmla="*/ 10644531 w 12192000"/>
                <a:gd name="connsiteY1" fmla="*/ 0 h 924130"/>
                <a:gd name="connsiteX2" fmla="*/ 10492095 w 12192000"/>
                <a:gd name="connsiteY2" fmla="*/ 50777 h 924130"/>
                <a:gd name="connsiteX3" fmla="*/ 10213550 w 12192000"/>
                <a:gd name="connsiteY3" fmla="*/ 260008 h 924130"/>
                <a:gd name="connsiteX4" fmla="*/ 10061113 w 12192000"/>
                <a:gd name="connsiteY4" fmla="*/ 310786 h 924130"/>
                <a:gd name="connsiteX5" fmla="*/ 10061113 w 12192000"/>
                <a:gd name="connsiteY5" fmla="*/ 309562 h 924130"/>
                <a:gd name="connsiteX6" fmla="*/ 1078848 w 12192000"/>
                <a:gd name="connsiteY6" fmla="*/ 309562 h 924130"/>
                <a:gd name="connsiteX7" fmla="*/ 934587 w 12192000"/>
                <a:gd name="connsiteY7" fmla="*/ 309562 h 924130"/>
                <a:gd name="connsiteX8" fmla="*/ 0 w 12192000"/>
                <a:gd name="connsiteY8" fmla="*/ 309562 h 924130"/>
                <a:gd name="connsiteX9" fmla="*/ 0 w 12192000"/>
                <a:gd name="connsiteY9" fmla="*/ 924130 h 924130"/>
                <a:gd name="connsiteX10" fmla="*/ 12192000 w 12192000"/>
                <a:gd name="connsiteY10" fmla="*/ 924130 h 92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924130">
                  <a:moveTo>
                    <a:pt x="12192000" y="0"/>
                  </a:moveTo>
                  <a:lnTo>
                    <a:pt x="10644531" y="0"/>
                  </a:lnTo>
                  <a:cubicBezTo>
                    <a:pt x="10590046" y="0"/>
                    <a:pt x="10535561" y="18353"/>
                    <a:pt x="10492095" y="50777"/>
                  </a:cubicBezTo>
                  <a:lnTo>
                    <a:pt x="10213550" y="260008"/>
                  </a:lnTo>
                  <a:cubicBezTo>
                    <a:pt x="10170083" y="292432"/>
                    <a:pt x="10115598" y="310786"/>
                    <a:pt x="10061113" y="310786"/>
                  </a:cubicBezTo>
                  <a:lnTo>
                    <a:pt x="10061113" y="309562"/>
                  </a:lnTo>
                  <a:lnTo>
                    <a:pt x="1078848" y="309562"/>
                  </a:lnTo>
                  <a:lnTo>
                    <a:pt x="934587" y="309562"/>
                  </a:lnTo>
                  <a:lnTo>
                    <a:pt x="0" y="309562"/>
                  </a:lnTo>
                  <a:lnTo>
                    <a:pt x="0" y="924130"/>
                  </a:lnTo>
                  <a:lnTo>
                    <a:pt x="12192000" y="9241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91CF0-C895-5E48-BD02-6AEF29EBC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519788" y="6156921"/>
              <a:ext cx="1430030" cy="51481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0B76DCD-DBB0-D04C-B660-EE98DFAAAF3B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E299935C-DF63-2B4E-A7B9-3BAB1398B011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A94B9F8-825C-446B-B2DA-7E7CFB065C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62853" y="-444750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784ECC5-A026-EE09-20E1-4AC4F0B78EC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A6640-1BCB-8E56-13B5-0A8737E13848}"/>
              </a:ext>
            </a:extLst>
          </p:cNvPr>
          <p:cNvSpPr txBox="1"/>
          <p:nvPr userDrawn="1"/>
        </p:nvSpPr>
        <p:spPr>
          <a:xfrm>
            <a:off x="7736050" y="1784231"/>
            <a:ext cx="3047924" cy="545886"/>
          </a:xfrm>
          <a:custGeom>
            <a:avLst/>
            <a:gdLst/>
            <a:ahLst/>
            <a:cxnLst/>
            <a:rect l="l" t="t" r="r" b="b"/>
            <a:pathLst>
              <a:path w="1150011" h="205968">
                <a:moveTo>
                  <a:pt x="413309" y="105384"/>
                </a:moveTo>
                <a:lnTo>
                  <a:pt x="400050" y="114071"/>
                </a:lnTo>
                <a:cubicBezTo>
                  <a:pt x="397459" y="115747"/>
                  <a:pt x="395783" y="117881"/>
                  <a:pt x="395021" y="120472"/>
                </a:cubicBezTo>
                <a:cubicBezTo>
                  <a:pt x="394259" y="123063"/>
                  <a:pt x="393878" y="127406"/>
                  <a:pt x="393878" y="133502"/>
                </a:cubicBezTo>
                <a:cubicBezTo>
                  <a:pt x="393878" y="142036"/>
                  <a:pt x="396012" y="146304"/>
                  <a:pt x="400279" y="146304"/>
                </a:cubicBezTo>
                <a:cubicBezTo>
                  <a:pt x="403784" y="146304"/>
                  <a:pt x="408127" y="144094"/>
                  <a:pt x="413309" y="139674"/>
                </a:cubicBezTo>
                <a:close/>
                <a:moveTo>
                  <a:pt x="815569" y="66522"/>
                </a:moveTo>
                <a:cubicBezTo>
                  <a:pt x="808863" y="66522"/>
                  <a:pt x="805510" y="70408"/>
                  <a:pt x="805510" y="78181"/>
                </a:cubicBezTo>
                <a:lnTo>
                  <a:pt x="805510" y="92583"/>
                </a:lnTo>
                <a:lnTo>
                  <a:pt x="824941" y="92583"/>
                </a:lnTo>
                <a:lnTo>
                  <a:pt x="824941" y="78181"/>
                </a:lnTo>
                <a:cubicBezTo>
                  <a:pt x="824941" y="70408"/>
                  <a:pt x="821817" y="66522"/>
                  <a:pt x="815569" y="66522"/>
                </a:cubicBezTo>
                <a:close/>
                <a:moveTo>
                  <a:pt x="625069" y="66522"/>
                </a:moveTo>
                <a:cubicBezTo>
                  <a:pt x="618363" y="66522"/>
                  <a:pt x="615010" y="70408"/>
                  <a:pt x="615010" y="78181"/>
                </a:cubicBezTo>
                <a:lnTo>
                  <a:pt x="615010" y="92583"/>
                </a:lnTo>
                <a:lnTo>
                  <a:pt x="634441" y="92583"/>
                </a:lnTo>
                <a:lnTo>
                  <a:pt x="634441" y="78181"/>
                </a:lnTo>
                <a:cubicBezTo>
                  <a:pt x="634441" y="70408"/>
                  <a:pt x="631317" y="66522"/>
                  <a:pt x="625069" y="66522"/>
                </a:cubicBezTo>
                <a:close/>
                <a:moveTo>
                  <a:pt x="311430" y="65608"/>
                </a:moveTo>
                <a:cubicBezTo>
                  <a:pt x="304114" y="65608"/>
                  <a:pt x="300457" y="70256"/>
                  <a:pt x="300457" y="79552"/>
                </a:cubicBezTo>
                <a:lnTo>
                  <a:pt x="300457" y="131902"/>
                </a:lnTo>
                <a:cubicBezTo>
                  <a:pt x="300457" y="140589"/>
                  <a:pt x="304038" y="144932"/>
                  <a:pt x="311201" y="144932"/>
                </a:cubicBezTo>
                <a:cubicBezTo>
                  <a:pt x="318669" y="144932"/>
                  <a:pt x="322402" y="140512"/>
                  <a:pt x="322402" y="131673"/>
                </a:cubicBezTo>
                <a:lnTo>
                  <a:pt x="322402" y="80010"/>
                </a:lnTo>
                <a:cubicBezTo>
                  <a:pt x="322402" y="70408"/>
                  <a:pt x="318745" y="65608"/>
                  <a:pt x="311430" y="65608"/>
                </a:cubicBezTo>
                <a:close/>
                <a:moveTo>
                  <a:pt x="1122579" y="47320"/>
                </a:moveTo>
                <a:lnTo>
                  <a:pt x="1150011" y="47320"/>
                </a:lnTo>
                <a:lnTo>
                  <a:pt x="1150011" y="164363"/>
                </a:lnTo>
                <a:lnTo>
                  <a:pt x="1122579" y="164363"/>
                </a:lnTo>
                <a:close/>
                <a:moveTo>
                  <a:pt x="989229" y="47320"/>
                </a:moveTo>
                <a:lnTo>
                  <a:pt x="1016661" y="47320"/>
                </a:lnTo>
                <a:lnTo>
                  <a:pt x="1016661" y="164363"/>
                </a:lnTo>
                <a:lnTo>
                  <a:pt x="989229" y="164363"/>
                </a:lnTo>
                <a:close/>
                <a:moveTo>
                  <a:pt x="198425" y="47320"/>
                </a:moveTo>
                <a:lnTo>
                  <a:pt x="262890" y="47320"/>
                </a:lnTo>
                <a:lnTo>
                  <a:pt x="262890" y="69494"/>
                </a:lnTo>
                <a:lnTo>
                  <a:pt x="222199" y="141503"/>
                </a:lnTo>
                <a:lnTo>
                  <a:pt x="264719" y="141503"/>
                </a:lnTo>
                <a:lnTo>
                  <a:pt x="264719" y="164363"/>
                </a:lnTo>
                <a:lnTo>
                  <a:pt x="194082" y="164363"/>
                </a:lnTo>
                <a:lnTo>
                  <a:pt x="194082" y="141503"/>
                </a:lnTo>
                <a:lnTo>
                  <a:pt x="235001" y="69494"/>
                </a:lnTo>
                <a:lnTo>
                  <a:pt x="198425" y="69494"/>
                </a:lnTo>
                <a:close/>
                <a:moveTo>
                  <a:pt x="103404" y="47320"/>
                </a:moveTo>
                <a:lnTo>
                  <a:pt x="130607" y="47320"/>
                </a:lnTo>
                <a:lnTo>
                  <a:pt x="130607" y="131673"/>
                </a:lnTo>
                <a:cubicBezTo>
                  <a:pt x="130607" y="140970"/>
                  <a:pt x="133960" y="145618"/>
                  <a:pt x="140665" y="145618"/>
                </a:cubicBezTo>
                <a:cubicBezTo>
                  <a:pt x="147676" y="145618"/>
                  <a:pt x="151181" y="140436"/>
                  <a:pt x="151181" y="130073"/>
                </a:cubicBezTo>
                <a:lnTo>
                  <a:pt x="151181" y="47320"/>
                </a:lnTo>
                <a:lnTo>
                  <a:pt x="178613" y="47320"/>
                </a:lnTo>
                <a:lnTo>
                  <a:pt x="178613" y="164363"/>
                </a:lnTo>
                <a:lnTo>
                  <a:pt x="151181" y="164363"/>
                </a:lnTo>
                <a:lnTo>
                  <a:pt x="151181" y="154990"/>
                </a:lnTo>
                <a:cubicBezTo>
                  <a:pt x="141732" y="162610"/>
                  <a:pt x="133350" y="166420"/>
                  <a:pt x="126035" y="166420"/>
                </a:cubicBezTo>
                <a:cubicBezTo>
                  <a:pt x="113538" y="166420"/>
                  <a:pt x="106223" y="160401"/>
                  <a:pt x="104089" y="148361"/>
                </a:cubicBezTo>
                <a:cubicBezTo>
                  <a:pt x="103632" y="145770"/>
                  <a:pt x="103404" y="141503"/>
                  <a:pt x="103404" y="135559"/>
                </a:cubicBezTo>
                <a:close/>
                <a:moveTo>
                  <a:pt x="941832" y="47091"/>
                </a:moveTo>
                <a:lnTo>
                  <a:pt x="969036" y="47091"/>
                </a:lnTo>
                <a:lnTo>
                  <a:pt x="969036" y="175336"/>
                </a:lnTo>
                <a:cubicBezTo>
                  <a:pt x="969036" y="187375"/>
                  <a:pt x="966140" y="195605"/>
                  <a:pt x="960349" y="200025"/>
                </a:cubicBezTo>
                <a:cubicBezTo>
                  <a:pt x="956234" y="203073"/>
                  <a:pt x="949757" y="204597"/>
                  <a:pt x="940918" y="204597"/>
                </a:cubicBezTo>
                <a:cubicBezTo>
                  <a:pt x="936041" y="204597"/>
                  <a:pt x="932307" y="204368"/>
                  <a:pt x="929716" y="203911"/>
                </a:cubicBezTo>
                <a:lnTo>
                  <a:pt x="929716" y="181279"/>
                </a:lnTo>
                <a:cubicBezTo>
                  <a:pt x="935203" y="181432"/>
                  <a:pt x="938708" y="180365"/>
                  <a:pt x="940232" y="178079"/>
                </a:cubicBezTo>
                <a:cubicBezTo>
                  <a:pt x="941299" y="176555"/>
                  <a:pt x="941832" y="172974"/>
                  <a:pt x="941832" y="167335"/>
                </a:cubicBezTo>
                <a:close/>
                <a:moveTo>
                  <a:pt x="928650" y="45262"/>
                </a:moveTo>
                <a:lnTo>
                  <a:pt x="928650" y="72237"/>
                </a:lnTo>
                <a:cubicBezTo>
                  <a:pt x="924992" y="71018"/>
                  <a:pt x="921944" y="70408"/>
                  <a:pt x="919506" y="70408"/>
                </a:cubicBezTo>
                <a:cubicBezTo>
                  <a:pt x="911886" y="70408"/>
                  <a:pt x="906780" y="73456"/>
                  <a:pt x="904189" y="79552"/>
                </a:cubicBezTo>
                <a:cubicBezTo>
                  <a:pt x="902665" y="82905"/>
                  <a:pt x="901903" y="88239"/>
                  <a:pt x="901903" y="95554"/>
                </a:cubicBezTo>
                <a:lnTo>
                  <a:pt x="901903" y="164363"/>
                </a:lnTo>
                <a:lnTo>
                  <a:pt x="874929" y="164363"/>
                </a:lnTo>
                <a:lnTo>
                  <a:pt x="874929" y="47320"/>
                </a:lnTo>
                <a:lnTo>
                  <a:pt x="902132" y="47320"/>
                </a:lnTo>
                <a:lnTo>
                  <a:pt x="901903" y="62179"/>
                </a:lnTo>
                <a:cubicBezTo>
                  <a:pt x="908304" y="50596"/>
                  <a:pt x="917220" y="44958"/>
                  <a:pt x="928650" y="45262"/>
                </a:cubicBezTo>
                <a:close/>
                <a:moveTo>
                  <a:pt x="519075" y="45262"/>
                </a:moveTo>
                <a:lnTo>
                  <a:pt x="519075" y="72237"/>
                </a:lnTo>
                <a:cubicBezTo>
                  <a:pt x="515417" y="71018"/>
                  <a:pt x="512369" y="70408"/>
                  <a:pt x="509931" y="70408"/>
                </a:cubicBezTo>
                <a:cubicBezTo>
                  <a:pt x="502311" y="70408"/>
                  <a:pt x="497205" y="73456"/>
                  <a:pt x="494614" y="79552"/>
                </a:cubicBezTo>
                <a:cubicBezTo>
                  <a:pt x="493090" y="82905"/>
                  <a:pt x="492328" y="88239"/>
                  <a:pt x="492328" y="95554"/>
                </a:cubicBezTo>
                <a:lnTo>
                  <a:pt x="492328" y="164363"/>
                </a:lnTo>
                <a:lnTo>
                  <a:pt x="465354" y="164363"/>
                </a:lnTo>
                <a:lnTo>
                  <a:pt x="465354" y="47320"/>
                </a:lnTo>
                <a:lnTo>
                  <a:pt x="492557" y="47320"/>
                </a:lnTo>
                <a:lnTo>
                  <a:pt x="492328" y="62179"/>
                </a:lnTo>
                <a:cubicBezTo>
                  <a:pt x="498729" y="50596"/>
                  <a:pt x="507645" y="44958"/>
                  <a:pt x="519075" y="45262"/>
                </a:cubicBezTo>
                <a:close/>
                <a:moveTo>
                  <a:pt x="735178" y="45034"/>
                </a:moveTo>
                <a:cubicBezTo>
                  <a:pt x="743103" y="45034"/>
                  <a:pt x="749351" y="47625"/>
                  <a:pt x="753923" y="52806"/>
                </a:cubicBezTo>
                <a:cubicBezTo>
                  <a:pt x="757581" y="57073"/>
                  <a:pt x="759409" y="63779"/>
                  <a:pt x="759409" y="72923"/>
                </a:cubicBezTo>
                <a:lnTo>
                  <a:pt x="759409" y="164363"/>
                </a:lnTo>
                <a:lnTo>
                  <a:pt x="732663" y="164363"/>
                </a:lnTo>
                <a:lnTo>
                  <a:pt x="732663" y="78409"/>
                </a:lnTo>
                <a:cubicBezTo>
                  <a:pt x="732663" y="68961"/>
                  <a:pt x="729463" y="64236"/>
                  <a:pt x="723062" y="64236"/>
                </a:cubicBezTo>
                <a:cubicBezTo>
                  <a:pt x="715442" y="64236"/>
                  <a:pt x="711632" y="69494"/>
                  <a:pt x="711632" y="80010"/>
                </a:cubicBezTo>
                <a:lnTo>
                  <a:pt x="711632" y="164363"/>
                </a:lnTo>
                <a:lnTo>
                  <a:pt x="684429" y="164363"/>
                </a:lnTo>
                <a:lnTo>
                  <a:pt x="684429" y="47320"/>
                </a:lnTo>
                <a:lnTo>
                  <a:pt x="712089" y="47320"/>
                </a:lnTo>
                <a:lnTo>
                  <a:pt x="711632" y="56007"/>
                </a:lnTo>
                <a:cubicBezTo>
                  <a:pt x="719252" y="48691"/>
                  <a:pt x="727101" y="45034"/>
                  <a:pt x="735178" y="45034"/>
                </a:cubicBezTo>
                <a:close/>
                <a:moveTo>
                  <a:pt x="298171" y="45034"/>
                </a:moveTo>
                <a:cubicBezTo>
                  <a:pt x="306096" y="45034"/>
                  <a:pt x="314249" y="48920"/>
                  <a:pt x="322631" y="56692"/>
                </a:cubicBezTo>
                <a:lnTo>
                  <a:pt x="322631" y="47320"/>
                </a:lnTo>
                <a:lnTo>
                  <a:pt x="349834" y="47320"/>
                </a:lnTo>
                <a:lnTo>
                  <a:pt x="349834" y="168478"/>
                </a:lnTo>
                <a:cubicBezTo>
                  <a:pt x="349834" y="178689"/>
                  <a:pt x="348158" y="186461"/>
                  <a:pt x="344805" y="191795"/>
                </a:cubicBezTo>
                <a:cubicBezTo>
                  <a:pt x="338862" y="201244"/>
                  <a:pt x="327355" y="205968"/>
                  <a:pt x="310287" y="205968"/>
                </a:cubicBezTo>
                <a:cubicBezTo>
                  <a:pt x="294894" y="205968"/>
                  <a:pt x="284455" y="202006"/>
                  <a:pt x="278968" y="194081"/>
                </a:cubicBezTo>
                <a:cubicBezTo>
                  <a:pt x="275920" y="189661"/>
                  <a:pt x="274320" y="182956"/>
                  <a:pt x="274168" y="173964"/>
                </a:cubicBezTo>
                <a:lnTo>
                  <a:pt x="301143" y="173964"/>
                </a:lnTo>
                <a:cubicBezTo>
                  <a:pt x="301143" y="182194"/>
                  <a:pt x="304648" y="186309"/>
                  <a:pt x="311658" y="186309"/>
                </a:cubicBezTo>
                <a:cubicBezTo>
                  <a:pt x="318973" y="186309"/>
                  <a:pt x="322631" y="181660"/>
                  <a:pt x="322631" y="172364"/>
                </a:cubicBezTo>
                <a:lnTo>
                  <a:pt x="322631" y="154305"/>
                </a:lnTo>
                <a:cubicBezTo>
                  <a:pt x="315773" y="161925"/>
                  <a:pt x="307848" y="165735"/>
                  <a:pt x="298857" y="165735"/>
                </a:cubicBezTo>
                <a:cubicBezTo>
                  <a:pt x="281940" y="165735"/>
                  <a:pt x="273482" y="155981"/>
                  <a:pt x="273482" y="136474"/>
                </a:cubicBezTo>
                <a:lnTo>
                  <a:pt x="273482" y="74523"/>
                </a:lnTo>
                <a:cubicBezTo>
                  <a:pt x="273482" y="54864"/>
                  <a:pt x="281712" y="45034"/>
                  <a:pt x="298171" y="45034"/>
                </a:cubicBezTo>
                <a:close/>
                <a:moveTo>
                  <a:pt x="1070001" y="44805"/>
                </a:moveTo>
                <a:cubicBezTo>
                  <a:pt x="1092251" y="44805"/>
                  <a:pt x="1103376" y="53797"/>
                  <a:pt x="1103376" y="71780"/>
                </a:cubicBezTo>
                <a:lnTo>
                  <a:pt x="1103376" y="84582"/>
                </a:lnTo>
                <a:lnTo>
                  <a:pt x="1079830" y="84582"/>
                </a:lnTo>
                <a:cubicBezTo>
                  <a:pt x="1079830" y="76657"/>
                  <a:pt x="1079450" y="71475"/>
                  <a:pt x="1078687" y="69037"/>
                </a:cubicBezTo>
                <a:cubicBezTo>
                  <a:pt x="1077316" y="65379"/>
                  <a:pt x="1074420" y="63550"/>
                  <a:pt x="1070001" y="63550"/>
                </a:cubicBezTo>
                <a:cubicBezTo>
                  <a:pt x="1063600" y="63550"/>
                  <a:pt x="1060399" y="67056"/>
                  <a:pt x="1060400" y="74066"/>
                </a:cubicBezTo>
                <a:cubicBezTo>
                  <a:pt x="1060399" y="78943"/>
                  <a:pt x="1062990" y="83210"/>
                  <a:pt x="1068172" y="86868"/>
                </a:cubicBezTo>
                <a:lnTo>
                  <a:pt x="1093089" y="104470"/>
                </a:lnTo>
                <a:cubicBezTo>
                  <a:pt x="1096595" y="106908"/>
                  <a:pt x="1099109" y="109499"/>
                  <a:pt x="1100633" y="112242"/>
                </a:cubicBezTo>
                <a:cubicBezTo>
                  <a:pt x="1103224" y="115900"/>
                  <a:pt x="1104519" y="121996"/>
                  <a:pt x="1104519" y="130530"/>
                </a:cubicBezTo>
                <a:cubicBezTo>
                  <a:pt x="1104519" y="141503"/>
                  <a:pt x="1102995" y="149352"/>
                  <a:pt x="1099947" y="154076"/>
                </a:cubicBezTo>
                <a:cubicBezTo>
                  <a:pt x="1094766" y="162458"/>
                  <a:pt x="1084250" y="166649"/>
                  <a:pt x="1068400" y="166649"/>
                </a:cubicBezTo>
                <a:cubicBezTo>
                  <a:pt x="1044778" y="166649"/>
                  <a:pt x="1032967" y="156286"/>
                  <a:pt x="1032967" y="135559"/>
                </a:cubicBezTo>
                <a:lnTo>
                  <a:pt x="1032967" y="123215"/>
                </a:lnTo>
                <a:lnTo>
                  <a:pt x="1058113" y="123215"/>
                </a:lnTo>
                <a:cubicBezTo>
                  <a:pt x="1058113" y="132816"/>
                  <a:pt x="1058571" y="138912"/>
                  <a:pt x="1059485" y="141503"/>
                </a:cubicBezTo>
                <a:cubicBezTo>
                  <a:pt x="1060704" y="145313"/>
                  <a:pt x="1063828" y="147218"/>
                  <a:pt x="1068858" y="147218"/>
                </a:cubicBezTo>
                <a:cubicBezTo>
                  <a:pt x="1075868" y="147218"/>
                  <a:pt x="1079373" y="142951"/>
                  <a:pt x="1079373" y="134416"/>
                </a:cubicBezTo>
                <a:cubicBezTo>
                  <a:pt x="1079373" y="130606"/>
                  <a:pt x="1078992" y="127863"/>
                  <a:pt x="1078230" y="126187"/>
                </a:cubicBezTo>
                <a:cubicBezTo>
                  <a:pt x="1077164" y="123901"/>
                  <a:pt x="1074877" y="121539"/>
                  <a:pt x="1071372" y="119100"/>
                </a:cubicBezTo>
                <a:lnTo>
                  <a:pt x="1048741" y="103098"/>
                </a:lnTo>
                <a:cubicBezTo>
                  <a:pt x="1046455" y="101422"/>
                  <a:pt x="1043940" y="98983"/>
                  <a:pt x="1041197" y="95783"/>
                </a:cubicBezTo>
                <a:cubicBezTo>
                  <a:pt x="1036930" y="90754"/>
                  <a:pt x="1034796" y="83820"/>
                  <a:pt x="1034796" y="74980"/>
                </a:cubicBezTo>
                <a:cubicBezTo>
                  <a:pt x="1034796" y="54864"/>
                  <a:pt x="1046531" y="44805"/>
                  <a:pt x="1070001" y="44805"/>
                </a:cubicBezTo>
                <a:close/>
                <a:moveTo>
                  <a:pt x="815569" y="44805"/>
                </a:moveTo>
                <a:cubicBezTo>
                  <a:pt x="827608" y="44805"/>
                  <a:pt x="837057" y="48234"/>
                  <a:pt x="843915" y="55092"/>
                </a:cubicBezTo>
                <a:cubicBezTo>
                  <a:pt x="849249" y="60426"/>
                  <a:pt x="851916" y="68199"/>
                  <a:pt x="851916" y="78409"/>
                </a:cubicBezTo>
                <a:lnTo>
                  <a:pt x="851916" y="111785"/>
                </a:lnTo>
                <a:lnTo>
                  <a:pt x="805282" y="111785"/>
                </a:lnTo>
                <a:lnTo>
                  <a:pt x="805282" y="130987"/>
                </a:lnTo>
                <a:cubicBezTo>
                  <a:pt x="805282" y="140589"/>
                  <a:pt x="808635" y="145389"/>
                  <a:pt x="815340" y="145389"/>
                </a:cubicBezTo>
                <a:cubicBezTo>
                  <a:pt x="818541" y="145389"/>
                  <a:pt x="820941" y="144322"/>
                  <a:pt x="822541" y="142189"/>
                </a:cubicBezTo>
                <a:cubicBezTo>
                  <a:pt x="824141" y="140055"/>
                  <a:pt x="824941" y="134569"/>
                  <a:pt x="824941" y="125730"/>
                </a:cubicBezTo>
                <a:lnTo>
                  <a:pt x="851459" y="125730"/>
                </a:lnTo>
                <a:lnTo>
                  <a:pt x="851459" y="135102"/>
                </a:lnTo>
                <a:cubicBezTo>
                  <a:pt x="851459" y="156133"/>
                  <a:pt x="839572" y="166649"/>
                  <a:pt x="815797" y="166649"/>
                </a:cubicBezTo>
                <a:cubicBezTo>
                  <a:pt x="790804" y="166649"/>
                  <a:pt x="778307" y="154152"/>
                  <a:pt x="778307" y="129159"/>
                </a:cubicBezTo>
                <a:lnTo>
                  <a:pt x="778307" y="79781"/>
                </a:lnTo>
                <a:cubicBezTo>
                  <a:pt x="778307" y="66827"/>
                  <a:pt x="782498" y="57454"/>
                  <a:pt x="790880" y="51663"/>
                </a:cubicBezTo>
                <a:cubicBezTo>
                  <a:pt x="797433" y="47091"/>
                  <a:pt x="805663" y="44805"/>
                  <a:pt x="815569" y="44805"/>
                </a:cubicBezTo>
                <a:close/>
                <a:moveTo>
                  <a:pt x="625069" y="44805"/>
                </a:moveTo>
                <a:cubicBezTo>
                  <a:pt x="637108" y="44805"/>
                  <a:pt x="646557" y="48234"/>
                  <a:pt x="653415" y="55092"/>
                </a:cubicBezTo>
                <a:cubicBezTo>
                  <a:pt x="658749" y="60426"/>
                  <a:pt x="661416" y="68199"/>
                  <a:pt x="661416" y="78409"/>
                </a:cubicBezTo>
                <a:lnTo>
                  <a:pt x="661416" y="111785"/>
                </a:lnTo>
                <a:lnTo>
                  <a:pt x="614782" y="111785"/>
                </a:lnTo>
                <a:lnTo>
                  <a:pt x="614782" y="130987"/>
                </a:lnTo>
                <a:cubicBezTo>
                  <a:pt x="614782" y="140589"/>
                  <a:pt x="618135" y="145389"/>
                  <a:pt x="624840" y="145389"/>
                </a:cubicBezTo>
                <a:cubicBezTo>
                  <a:pt x="628041" y="145389"/>
                  <a:pt x="630441" y="144322"/>
                  <a:pt x="632041" y="142189"/>
                </a:cubicBezTo>
                <a:cubicBezTo>
                  <a:pt x="633641" y="140055"/>
                  <a:pt x="634441" y="134569"/>
                  <a:pt x="634441" y="125730"/>
                </a:cubicBezTo>
                <a:lnTo>
                  <a:pt x="660959" y="125730"/>
                </a:lnTo>
                <a:lnTo>
                  <a:pt x="660959" y="135102"/>
                </a:lnTo>
                <a:cubicBezTo>
                  <a:pt x="660959" y="156133"/>
                  <a:pt x="649072" y="166649"/>
                  <a:pt x="625297" y="166649"/>
                </a:cubicBezTo>
                <a:cubicBezTo>
                  <a:pt x="600304" y="166649"/>
                  <a:pt x="587807" y="154152"/>
                  <a:pt x="587807" y="129159"/>
                </a:cubicBezTo>
                <a:lnTo>
                  <a:pt x="587807" y="79781"/>
                </a:lnTo>
                <a:cubicBezTo>
                  <a:pt x="587807" y="66827"/>
                  <a:pt x="591998" y="57454"/>
                  <a:pt x="600380" y="51663"/>
                </a:cubicBezTo>
                <a:cubicBezTo>
                  <a:pt x="606933" y="47091"/>
                  <a:pt x="615163" y="44805"/>
                  <a:pt x="625069" y="44805"/>
                </a:cubicBezTo>
                <a:close/>
                <a:moveTo>
                  <a:pt x="405765" y="44805"/>
                </a:moveTo>
                <a:cubicBezTo>
                  <a:pt x="413995" y="44805"/>
                  <a:pt x="420929" y="46253"/>
                  <a:pt x="426568" y="49149"/>
                </a:cubicBezTo>
                <a:cubicBezTo>
                  <a:pt x="435864" y="53873"/>
                  <a:pt x="440512" y="61036"/>
                  <a:pt x="440512" y="70637"/>
                </a:cubicBezTo>
                <a:lnTo>
                  <a:pt x="440512" y="135788"/>
                </a:lnTo>
                <a:cubicBezTo>
                  <a:pt x="440512" y="145542"/>
                  <a:pt x="440741" y="151866"/>
                  <a:pt x="441198" y="154762"/>
                </a:cubicBezTo>
                <a:cubicBezTo>
                  <a:pt x="441808" y="159334"/>
                  <a:pt x="443332" y="162534"/>
                  <a:pt x="445770" y="164363"/>
                </a:cubicBezTo>
                <a:lnTo>
                  <a:pt x="417195" y="164363"/>
                </a:lnTo>
                <a:cubicBezTo>
                  <a:pt x="415214" y="162229"/>
                  <a:pt x="414147" y="158800"/>
                  <a:pt x="413995" y="154076"/>
                </a:cubicBezTo>
                <a:cubicBezTo>
                  <a:pt x="410337" y="158343"/>
                  <a:pt x="407213" y="161315"/>
                  <a:pt x="404622" y="162991"/>
                </a:cubicBezTo>
                <a:cubicBezTo>
                  <a:pt x="400660" y="165582"/>
                  <a:pt x="395935" y="166878"/>
                  <a:pt x="390449" y="166878"/>
                </a:cubicBezTo>
                <a:cubicBezTo>
                  <a:pt x="380391" y="166878"/>
                  <a:pt x="373685" y="162915"/>
                  <a:pt x="370332" y="154990"/>
                </a:cubicBezTo>
                <a:cubicBezTo>
                  <a:pt x="368351" y="150571"/>
                  <a:pt x="367360" y="143789"/>
                  <a:pt x="367360" y="134645"/>
                </a:cubicBezTo>
                <a:cubicBezTo>
                  <a:pt x="367360" y="123215"/>
                  <a:pt x="368122" y="115671"/>
                  <a:pt x="369646" y="112014"/>
                </a:cubicBezTo>
                <a:cubicBezTo>
                  <a:pt x="371628" y="107137"/>
                  <a:pt x="376809" y="102641"/>
                  <a:pt x="385191" y="98526"/>
                </a:cubicBezTo>
                <a:lnTo>
                  <a:pt x="413538" y="84353"/>
                </a:lnTo>
                <a:cubicBezTo>
                  <a:pt x="413538" y="76428"/>
                  <a:pt x="413461" y="72085"/>
                  <a:pt x="413309" y="71323"/>
                </a:cubicBezTo>
                <a:cubicBezTo>
                  <a:pt x="412852" y="66141"/>
                  <a:pt x="409728" y="63550"/>
                  <a:pt x="403936" y="63550"/>
                </a:cubicBezTo>
                <a:cubicBezTo>
                  <a:pt x="399517" y="63550"/>
                  <a:pt x="396774" y="65074"/>
                  <a:pt x="395707" y="68122"/>
                </a:cubicBezTo>
                <a:cubicBezTo>
                  <a:pt x="394945" y="70256"/>
                  <a:pt x="394564" y="75361"/>
                  <a:pt x="394564" y="83439"/>
                </a:cubicBezTo>
                <a:lnTo>
                  <a:pt x="369646" y="83439"/>
                </a:lnTo>
                <a:cubicBezTo>
                  <a:pt x="369646" y="73685"/>
                  <a:pt x="369951" y="67360"/>
                  <a:pt x="370561" y="64465"/>
                </a:cubicBezTo>
                <a:cubicBezTo>
                  <a:pt x="371170" y="60350"/>
                  <a:pt x="372999" y="56769"/>
                  <a:pt x="376047" y="53721"/>
                </a:cubicBezTo>
                <a:cubicBezTo>
                  <a:pt x="381991" y="47777"/>
                  <a:pt x="391897" y="44805"/>
                  <a:pt x="405765" y="44805"/>
                </a:cubicBezTo>
                <a:close/>
                <a:moveTo>
                  <a:pt x="29718" y="26060"/>
                </a:moveTo>
                <a:lnTo>
                  <a:pt x="29718" y="70180"/>
                </a:lnTo>
                <a:lnTo>
                  <a:pt x="45263" y="70180"/>
                </a:lnTo>
                <a:cubicBezTo>
                  <a:pt x="51359" y="70180"/>
                  <a:pt x="55321" y="68580"/>
                  <a:pt x="57150" y="65379"/>
                </a:cubicBezTo>
                <a:cubicBezTo>
                  <a:pt x="58369" y="63550"/>
                  <a:pt x="58979" y="59969"/>
                  <a:pt x="58979" y="54635"/>
                </a:cubicBezTo>
                <a:lnTo>
                  <a:pt x="58979" y="39319"/>
                </a:lnTo>
                <a:cubicBezTo>
                  <a:pt x="58979" y="33375"/>
                  <a:pt x="57531" y="29489"/>
                  <a:pt x="54636" y="27660"/>
                </a:cubicBezTo>
                <a:cubicBezTo>
                  <a:pt x="52959" y="26593"/>
                  <a:pt x="49835" y="26060"/>
                  <a:pt x="45263" y="26060"/>
                </a:cubicBezTo>
                <a:close/>
                <a:moveTo>
                  <a:pt x="390220" y="2971"/>
                </a:moveTo>
                <a:lnTo>
                  <a:pt x="419710" y="2971"/>
                </a:lnTo>
                <a:lnTo>
                  <a:pt x="439369" y="33147"/>
                </a:lnTo>
                <a:lnTo>
                  <a:pt x="415366" y="33147"/>
                </a:lnTo>
                <a:lnTo>
                  <a:pt x="405308" y="16687"/>
                </a:lnTo>
                <a:lnTo>
                  <a:pt x="394335" y="33147"/>
                </a:lnTo>
                <a:lnTo>
                  <a:pt x="370561" y="33147"/>
                </a:lnTo>
                <a:close/>
                <a:moveTo>
                  <a:pt x="1122579" y="2743"/>
                </a:moveTo>
                <a:lnTo>
                  <a:pt x="1149782" y="2743"/>
                </a:lnTo>
                <a:lnTo>
                  <a:pt x="1149782" y="30403"/>
                </a:lnTo>
                <a:lnTo>
                  <a:pt x="1122579" y="30403"/>
                </a:lnTo>
                <a:close/>
                <a:moveTo>
                  <a:pt x="989229" y="2743"/>
                </a:moveTo>
                <a:lnTo>
                  <a:pt x="1016432" y="2743"/>
                </a:lnTo>
                <a:lnTo>
                  <a:pt x="1016432" y="30403"/>
                </a:lnTo>
                <a:lnTo>
                  <a:pt x="989229" y="30403"/>
                </a:lnTo>
                <a:close/>
                <a:moveTo>
                  <a:pt x="941832" y="2743"/>
                </a:moveTo>
                <a:lnTo>
                  <a:pt x="969036" y="2743"/>
                </a:lnTo>
                <a:lnTo>
                  <a:pt x="969036" y="30175"/>
                </a:lnTo>
                <a:lnTo>
                  <a:pt x="941832" y="30175"/>
                </a:lnTo>
                <a:close/>
                <a:moveTo>
                  <a:pt x="0" y="2743"/>
                </a:moveTo>
                <a:lnTo>
                  <a:pt x="59436" y="2743"/>
                </a:lnTo>
                <a:cubicBezTo>
                  <a:pt x="72238" y="2743"/>
                  <a:pt x="80696" y="6629"/>
                  <a:pt x="84811" y="14401"/>
                </a:cubicBezTo>
                <a:cubicBezTo>
                  <a:pt x="87249" y="18821"/>
                  <a:pt x="88468" y="26365"/>
                  <a:pt x="88468" y="37033"/>
                </a:cubicBezTo>
                <a:lnTo>
                  <a:pt x="88468" y="54406"/>
                </a:lnTo>
                <a:cubicBezTo>
                  <a:pt x="88468" y="64008"/>
                  <a:pt x="86792" y="70713"/>
                  <a:pt x="83439" y="74523"/>
                </a:cubicBezTo>
                <a:cubicBezTo>
                  <a:pt x="80848" y="77724"/>
                  <a:pt x="75591" y="80162"/>
                  <a:pt x="67666" y="81838"/>
                </a:cubicBezTo>
                <a:cubicBezTo>
                  <a:pt x="82296" y="85648"/>
                  <a:pt x="89611" y="94945"/>
                  <a:pt x="89611" y="109728"/>
                </a:cubicBezTo>
                <a:lnTo>
                  <a:pt x="89611" y="142646"/>
                </a:lnTo>
                <a:cubicBezTo>
                  <a:pt x="89611" y="153466"/>
                  <a:pt x="91897" y="160705"/>
                  <a:pt x="96469" y="164363"/>
                </a:cubicBezTo>
                <a:lnTo>
                  <a:pt x="63780" y="164363"/>
                </a:lnTo>
                <a:cubicBezTo>
                  <a:pt x="60884" y="159181"/>
                  <a:pt x="59436" y="153238"/>
                  <a:pt x="59436" y="146532"/>
                </a:cubicBezTo>
                <a:lnTo>
                  <a:pt x="59436" y="112014"/>
                </a:lnTo>
                <a:cubicBezTo>
                  <a:pt x="59436" y="105156"/>
                  <a:pt x="58827" y="100660"/>
                  <a:pt x="57607" y="98526"/>
                </a:cubicBezTo>
                <a:cubicBezTo>
                  <a:pt x="55474" y="95021"/>
                  <a:pt x="50902" y="93268"/>
                  <a:pt x="43891" y="93268"/>
                </a:cubicBezTo>
                <a:lnTo>
                  <a:pt x="29718" y="93268"/>
                </a:lnTo>
                <a:lnTo>
                  <a:pt x="29718" y="164363"/>
                </a:lnTo>
                <a:lnTo>
                  <a:pt x="0" y="164363"/>
                </a:lnTo>
                <a:close/>
                <a:moveTo>
                  <a:pt x="147295" y="0"/>
                </a:moveTo>
                <a:lnTo>
                  <a:pt x="174498" y="0"/>
                </a:lnTo>
                <a:lnTo>
                  <a:pt x="174498" y="28346"/>
                </a:lnTo>
                <a:lnTo>
                  <a:pt x="147295" y="28346"/>
                </a:lnTo>
                <a:close/>
                <a:moveTo>
                  <a:pt x="105461" y="0"/>
                </a:moveTo>
                <a:lnTo>
                  <a:pt x="132664" y="0"/>
                </a:lnTo>
                <a:lnTo>
                  <a:pt x="132664" y="28346"/>
                </a:lnTo>
                <a:lnTo>
                  <a:pt x="105461" y="283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1ED2-BCDF-5DC2-6EE7-35EE0C51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C305E-A103-5F11-D0E5-5C53060A4C20}"/>
              </a:ext>
            </a:extLst>
          </p:cNvPr>
          <p:cNvSpPr txBox="1"/>
          <p:nvPr userDrawn="1"/>
        </p:nvSpPr>
        <p:spPr>
          <a:xfrm>
            <a:off x="7725686" y="2526191"/>
            <a:ext cx="2098472" cy="538886"/>
          </a:xfrm>
          <a:custGeom>
            <a:avLst/>
            <a:gdLst>
              <a:gd name="connsiteX0" fmla="*/ 1192378 w 2098472"/>
              <a:gd name="connsiteY0" fmla="*/ 273710 h 538886"/>
              <a:gd name="connsiteX1" fmla="*/ 1157021 w 2098472"/>
              <a:gd name="connsiteY1" fmla="*/ 296875 h 538886"/>
              <a:gd name="connsiteX2" fmla="*/ 1143610 w 2098472"/>
              <a:gd name="connsiteY2" fmla="*/ 313944 h 538886"/>
              <a:gd name="connsiteX3" fmla="*/ 1140562 w 2098472"/>
              <a:gd name="connsiteY3" fmla="*/ 348691 h 538886"/>
              <a:gd name="connsiteX4" fmla="*/ 1157631 w 2098472"/>
              <a:gd name="connsiteY4" fmla="*/ 382829 h 538886"/>
              <a:gd name="connsiteX5" fmla="*/ 1192378 w 2098472"/>
              <a:gd name="connsiteY5" fmla="*/ 365150 h 538886"/>
              <a:gd name="connsiteX6" fmla="*/ 354178 w 2098472"/>
              <a:gd name="connsiteY6" fmla="*/ 273710 h 538886"/>
              <a:gd name="connsiteX7" fmla="*/ 318821 w 2098472"/>
              <a:gd name="connsiteY7" fmla="*/ 296875 h 538886"/>
              <a:gd name="connsiteX8" fmla="*/ 305410 w 2098472"/>
              <a:gd name="connsiteY8" fmla="*/ 313944 h 538886"/>
              <a:gd name="connsiteX9" fmla="*/ 302362 w 2098472"/>
              <a:gd name="connsiteY9" fmla="*/ 348691 h 538886"/>
              <a:gd name="connsiteX10" fmla="*/ 319431 w 2098472"/>
              <a:gd name="connsiteY10" fmla="*/ 382829 h 538886"/>
              <a:gd name="connsiteX11" fmla="*/ 354178 w 2098472"/>
              <a:gd name="connsiteY11" fmla="*/ 365150 h 538886"/>
              <a:gd name="connsiteX12" fmla="*/ 2001546 w 2098472"/>
              <a:gd name="connsiteY12" fmla="*/ 170078 h 538886"/>
              <a:gd name="connsiteX13" fmla="*/ 1974723 w 2098472"/>
              <a:gd name="connsiteY13" fmla="*/ 201168 h 538886"/>
              <a:gd name="connsiteX14" fmla="*/ 1974723 w 2098472"/>
              <a:gd name="connsiteY14" fmla="*/ 239573 h 538886"/>
              <a:gd name="connsiteX15" fmla="*/ 2026539 w 2098472"/>
              <a:gd name="connsiteY15" fmla="*/ 239573 h 538886"/>
              <a:gd name="connsiteX16" fmla="*/ 2026539 w 2098472"/>
              <a:gd name="connsiteY16" fmla="*/ 201168 h 538886"/>
              <a:gd name="connsiteX17" fmla="*/ 2001546 w 2098472"/>
              <a:gd name="connsiteY17" fmla="*/ 170078 h 538886"/>
              <a:gd name="connsiteX18" fmla="*/ 1536726 w 2098472"/>
              <a:gd name="connsiteY18" fmla="*/ 118872 h 538886"/>
              <a:gd name="connsiteX19" fmla="*/ 1608659 w 2098472"/>
              <a:gd name="connsiteY19" fmla="*/ 118872 h 538886"/>
              <a:gd name="connsiteX20" fmla="*/ 1648892 w 2098472"/>
              <a:gd name="connsiteY20" fmla="*/ 319430 h 538886"/>
              <a:gd name="connsiteX21" fmla="*/ 1679982 w 2098472"/>
              <a:gd name="connsiteY21" fmla="*/ 118872 h 538886"/>
              <a:gd name="connsiteX22" fmla="*/ 1751305 w 2098472"/>
              <a:gd name="connsiteY22" fmla="*/ 118872 h 538886"/>
              <a:gd name="connsiteX23" fmla="*/ 1679982 w 2098472"/>
              <a:gd name="connsiteY23" fmla="*/ 452933 h 538886"/>
              <a:gd name="connsiteX24" fmla="*/ 1653159 w 2098472"/>
              <a:gd name="connsiteY24" fmla="*/ 519379 h 538886"/>
              <a:gd name="connsiteX25" fmla="*/ 1594028 w 2098472"/>
              <a:gd name="connsiteY25" fmla="*/ 538886 h 538886"/>
              <a:gd name="connsiteX26" fmla="*/ 1545870 w 2098472"/>
              <a:gd name="connsiteY26" fmla="*/ 533400 h 538886"/>
              <a:gd name="connsiteX27" fmla="*/ 1556233 w 2098472"/>
              <a:gd name="connsiteY27" fmla="*/ 476098 h 538886"/>
              <a:gd name="connsiteX28" fmla="*/ 1584884 w 2098472"/>
              <a:gd name="connsiteY28" fmla="*/ 480365 h 538886"/>
              <a:gd name="connsiteX29" fmla="*/ 1612926 w 2098472"/>
              <a:gd name="connsiteY29" fmla="*/ 456590 h 538886"/>
              <a:gd name="connsiteX30" fmla="*/ 1617802 w 2098472"/>
              <a:gd name="connsiteY30" fmla="*/ 430987 h 538886"/>
              <a:gd name="connsiteX31" fmla="*/ 1439114 w 2098472"/>
              <a:gd name="connsiteY31" fmla="*/ 118872 h 538886"/>
              <a:gd name="connsiteX32" fmla="*/ 1512266 w 2098472"/>
              <a:gd name="connsiteY32" fmla="*/ 118872 h 538886"/>
              <a:gd name="connsiteX33" fmla="*/ 1512266 w 2098472"/>
              <a:gd name="connsiteY33" fmla="*/ 430987 h 538886"/>
              <a:gd name="connsiteX34" fmla="*/ 1439114 w 2098472"/>
              <a:gd name="connsiteY34" fmla="*/ 430987 h 538886"/>
              <a:gd name="connsiteX35" fmla="*/ 1039444 w 2098472"/>
              <a:gd name="connsiteY35" fmla="*/ 113386 h 538886"/>
              <a:gd name="connsiteX36" fmla="*/ 1039444 w 2098472"/>
              <a:gd name="connsiteY36" fmla="*/ 185318 h 538886"/>
              <a:gd name="connsiteX37" fmla="*/ 1015060 w 2098472"/>
              <a:gd name="connsiteY37" fmla="*/ 180442 h 538886"/>
              <a:gd name="connsiteX38" fmla="*/ 974217 w 2098472"/>
              <a:gd name="connsiteY38" fmla="*/ 204826 h 538886"/>
              <a:gd name="connsiteX39" fmla="*/ 968121 w 2098472"/>
              <a:gd name="connsiteY39" fmla="*/ 247498 h 538886"/>
              <a:gd name="connsiteX40" fmla="*/ 968121 w 2098472"/>
              <a:gd name="connsiteY40" fmla="*/ 430987 h 538886"/>
              <a:gd name="connsiteX41" fmla="*/ 896188 w 2098472"/>
              <a:gd name="connsiteY41" fmla="*/ 430987 h 538886"/>
              <a:gd name="connsiteX42" fmla="*/ 896188 w 2098472"/>
              <a:gd name="connsiteY42" fmla="*/ 118872 h 538886"/>
              <a:gd name="connsiteX43" fmla="*/ 968731 w 2098472"/>
              <a:gd name="connsiteY43" fmla="*/ 118872 h 538886"/>
              <a:gd name="connsiteX44" fmla="*/ 968121 w 2098472"/>
              <a:gd name="connsiteY44" fmla="*/ 158496 h 538886"/>
              <a:gd name="connsiteX45" fmla="*/ 1039444 w 2098472"/>
              <a:gd name="connsiteY45" fmla="*/ 113386 h 538886"/>
              <a:gd name="connsiteX46" fmla="*/ 612420 w 2098472"/>
              <a:gd name="connsiteY46" fmla="*/ 112776 h 538886"/>
              <a:gd name="connsiteX47" fmla="*/ 662407 w 2098472"/>
              <a:gd name="connsiteY47" fmla="*/ 133502 h 538886"/>
              <a:gd name="connsiteX48" fmla="*/ 677037 w 2098472"/>
              <a:gd name="connsiteY48" fmla="*/ 187147 h 538886"/>
              <a:gd name="connsiteX49" fmla="*/ 677037 w 2098472"/>
              <a:gd name="connsiteY49" fmla="*/ 430987 h 538886"/>
              <a:gd name="connsiteX50" fmla="*/ 605714 w 2098472"/>
              <a:gd name="connsiteY50" fmla="*/ 430987 h 538886"/>
              <a:gd name="connsiteX51" fmla="*/ 605714 w 2098472"/>
              <a:gd name="connsiteY51" fmla="*/ 201778 h 538886"/>
              <a:gd name="connsiteX52" fmla="*/ 580111 w 2098472"/>
              <a:gd name="connsiteY52" fmla="*/ 163982 h 538886"/>
              <a:gd name="connsiteX53" fmla="*/ 549631 w 2098472"/>
              <a:gd name="connsiteY53" fmla="*/ 206045 h 538886"/>
              <a:gd name="connsiteX54" fmla="*/ 549631 w 2098472"/>
              <a:gd name="connsiteY54" fmla="*/ 430987 h 538886"/>
              <a:gd name="connsiteX55" fmla="*/ 477089 w 2098472"/>
              <a:gd name="connsiteY55" fmla="*/ 430987 h 538886"/>
              <a:gd name="connsiteX56" fmla="*/ 477089 w 2098472"/>
              <a:gd name="connsiteY56" fmla="*/ 118872 h 538886"/>
              <a:gd name="connsiteX57" fmla="*/ 550850 w 2098472"/>
              <a:gd name="connsiteY57" fmla="*/ 118872 h 538886"/>
              <a:gd name="connsiteX58" fmla="*/ 549631 w 2098472"/>
              <a:gd name="connsiteY58" fmla="*/ 142037 h 538886"/>
              <a:gd name="connsiteX59" fmla="*/ 612420 w 2098472"/>
              <a:gd name="connsiteY59" fmla="*/ 112776 h 538886"/>
              <a:gd name="connsiteX60" fmla="*/ 2001546 w 2098472"/>
              <a:gd name="connsiteY60" fmla="*/ 112166 h 538886"/>
              <a:gd name="connsiteX61" fmla="*/ 2077136 w 2098472"/>
              <a:gd name="connsiteY61" fmla="*/ 139598 h 538886"/>
              <a:gd name="connsiteX62" fmla="*/ 2098472 w 2098472"/>
              <a:gd name="connsiteY62" fmla="*/ 201778 h 538886"/>
              <a:gd name="connsiteX63" fmla="*/ 2098472 w 2098472"/>
              <a:gd name="connsiteY63" fmla="*/ 290779 h 538886"/>
              <a:gd name="connsiteX64" fmla="*/ 1974114 w 2098472"/>
              <a:gd name="connsiteY64" fmla="*/ 290779 h 538886"/>
              <a:gd name="connsiteX65" fmla="*/ 1974114 w 2098472"/>
              <a:gd name="connsiteY65" fmla="*/ 341986 h 538886"/>
              <a:gd name="connsiteX66" fmla="*/ 2000936 w 2098472"/>
              <a:gd name="connsiteY66" fmla="*/ 380390 h 538886"/>
              <a:gd name="connsiteX67" fmla="*/ 2020138 w 2098472"/>
              <a:gd name="connsiteY67" fmla="*/ 371856 h 538886"/>
              <a:gd name="connsiteX68" fmla="*/ 2026539 w 2098472"/>
              <a:gd name="connsiteY68" fmla="*/ 327965 h 538886"/>
              <a:gd name="connsiteX69" fmla="*/ 2097253 w 2098472"/>
              <a:gd name="connsiteY69" fmla="*/ 327965 h 538886"/>
              <a:gd name="connsiteX70" fmla="*/ 2097253 w 2098472"/>
              <a:gd name="connsiteY70" fmla="*/ 352958 h 538886"/>
              <a:gd name="connsiteX71" fmla="*/ 2002155 w 2098472"/>
              <a:gd name="connsiteY71" fmla="*/ 437083 h 538886"/>
              <a:gd name="connsiteX72" fmla="*/ 1902181 w 2098472"/>
              <a:gd name="connsiteY72" fmla="*/ 337109 h 538886"/>
              <a:gd name="connsiteX73" fmla="*/ 1902181 w 2098472"/>
              <a:gd name="connsiteY73" fmla="*/ 205435 h 538886"/>
              <a:gd name="connsiteX74" fmla="*/ 1935709 w 2098472"/>
              <a:gd name="connsiteY74" fmla="*/ 130454 h 538886"/>
              <a:gd name="connsiteX75" fmla="*/ 2001546 w 2098472"/>
              <a:gd name="connsiteY75" fmla="*/ 112166 h 538886"/>
              <a:gd name="connsiteX76" fmla="*/ 1172261 w 2098472"/>
              <a:gd name="connsiteY76" fmla="*/ 112166 h 538886"/>
              <a:gd name="connsiteX77" fmla="*/ 1227735 w 2098472"/>
              <a:gd name="connsiteY77" fmla="*/ 123749 h 538886"/>
              <a:gd name="connsiteX78" fmla="*/ 1264920 w 2098472"/>
              <a:gd name="connsiteY78" fmla="*/ 181051 h 538886"/>
              <a:gd name="connsiteX79" fmla="*/ 1264920 w 2098472"/>
              <a:gd name="connsiteY79" fmla="*/ 354787 h 538886"/>
              <a:gd name="connsiteX80" fmla="*/ 1266749 w 2098472"/>
              <a:gd name="connsiteY80" fmla="*/ 405384 h 538886"/>
              <a:gd name="connsiteX81" fmla="*/ 1278941 w 2098472"/>
              <a:gd name="connsiteY81" fmla="*/ 430987 h 538886"/>
              <a:gd name="connsiteX82" fmla="*/ 1202741 w 2098472"/>
              <a:gd name="connsiteY82" fmla="*/ 430987 h 538886"/>
              <a:gd name="connsiteX83" fmla="*/ 1194207 w 2098472"/>
              <a:gd name="connsiteY83" fmla="*/ 403555 h 538886"/>
              <a:gd name="connsiteX84" fmla="*/ 1169213 w 2098472"/>
              <a:gd name="connsiteY84" fmla="*/ 427330 h 538886"/>
              <a:gd name="connsiteX85" fmla="*/ 1131418 w 2098472"/>
              <a:gd name="connsiteY85" fmla="*/ 437693 h 538886"/>
              <a:gd name="connsiteX86" fmla="*/ 1077773 w 2098472"/>
              <a:gd name="connsiteY86" fmla="*/ 405994 h 538886"/>
              <a:gd name="connsiteX87" fmla="*/ 1069848 w 2098472"/>
              <a:gd name="connsiteY87" fmla="*/ 351739 h 538886"/>
              <a:gd name="connsiteX88" fmla="*/ 1075944 w 2098472"/>
              <a:gd name="connsiteY88" fmla="*/ 291389 h 538886"/>
              <a:gd name="connsiteX89" fmla="*/ 1117397 w 2098472"/>
              <a:gd name="connsiteY89" fmla="*/ 255422 h 538886"/>
              <a:gd name="connsiteX90" fmla="*/ 1192988 w 2098472"/>
              <a:gd name="connsiteY90" fmla="*/ 217627 h 538886"/>
              <a:gd name="connsiteX91" fmla="*/ 1192378 w 2098472"/>
              <a:gd name="connsiteY91" fmla="*/ 182880 h 538886"/>
              <a:gd name="connsiteX92" fmla="*/ 1167384 w 2098472"/>
              <a:gd name="connsiteY92" fmla="*/ 162154 h 538886"/>
              <a:gd name="connsiteX93" fmla="*/ 1145439 w 2098472"/>
              <a:gd name="connsiteY93" fmla="*/ 174346 h 538886"/>
              <a:gd name="connsiteX94" fmla="*/ 1142391 w 2098472"/>
              <a:gd name="connsiteY94" fmla="*/ 215189 h 538886"/>
              <a:gd name="connsiteX95" fmla="*/ 1075944 w 2098472"/>
              <a:gd name="connsiteY95" fmla="*/ 215189 h 538886"/>
              <a:gd name="connsiteX96" fmla="*/ 1078383 w 2098472"/>
              <a:gd name="connsiteY96" fmla="*/ 164592 h 538886"/>
              <a:gd name="connsiteX97" fmla="*/ 1093013 w 2098472"/>
              <a:gd name="connsiteY97" fmla="*/ 135941 h 538886"/>
              <a:gd name="connsiteX98" fmla="*/ 1172261 w 2098472"/>
              <a:gd name="connsiteY98" fmla="*/ 112166 h 538886"/>
              <a:gd name="connsiteX99" fmla="*/ 334061 w 2098472"/>
              <a:gd name="connsiteY99" fmla="*/ 112166 h 538886"/>
              <a:gd name="connsiteX100" fmla="*/ 389535 w 2098472"/>
              <a:gd name="connsiteY100" fmla="*/ 123749 h 538886"/>
              <a:gd name="connsiteX101" fmla="*/ 426720 w 2098472"/>
              <a:gd name="connsiteY101" fmla="*/ 181051 h 538886"/>
              <a:gd name="connsiteX102" fmla="*/ 426720 w 2098472"/>
              <a:gd name="connsiteY102" fmla="*/ 354787 h 538886"/>
              <a:gd name="connsiteX103" fmla="*/ 428549 w 2098472"/>
              <a:gd name="connsiteY103" fmla="*/ 405384 h 538886"/>
              <a:gd name="connsiteX104" fmla="*/ 440741 w 2098472"/>
              <a:gd name="connsiteY104" fmla="*/ 430987 h 538886"/>
              <a:gd name="connsiteX105" fmla="*/ 364541 w 2098472"/>
              <a:gd name="connsiteY105" fmla="*/ 430987 h 538886"/>
              <a:gd name="connsiteX106" fmla="*/ 356007 w 2098472"/>
              <a:gd name="connsiteY106" fmla="*/ 403555 h 538886"/>
              <a:gd name="connsiteX107" fmla="*/ 331013 w 2098472"/>
              <a:gd name="connsiteY107" fmla="*/ 427330 h 538886"/>
              <a:gd name="connsiteX108" fmla="*/ 293218 w 2098472"/>
              <a:gd name="connsiteY108" fmla="*/ 437693 h 538886"/>
              <a:gd name="connsiteX109" fmla="*/ 239573 w 2098472"/>
              <a:gd name="connsiteY109" fmla="*/ 405994 h 538886"/>
              <a:gd name="connsiteX110" fmla="*/ 231648 w 2098472"/>
              <a:gd name="connsiteY110" fmla="*/ 351739 h 538886"/>
              <a:gd name="connsiteX111" fmla="*/ 237744 w 2098472"/>
              <a:gd name="connsiteY111" fmla="*/ 291389 h 538886"/>
              <a:gd name="connsiteX112" fmla="*/ 279197 w 2098472"/>
              <a:gd name="connsiteY112" fmla="*/ 255422 h 538886"/>
              <a:gd name="connsiteX113" fmla="*/ 354788 w 2098472"/>
              <a:gd name="connsiteY113" fmla="*/ 217627 h 538886"/>
              <a:gd name="connsiteX114" fmla="*/ 354178 w 2098472"/>
              <a:gd name="connsiteY114" fmla="*/ 182880 h 538886"/>
              <a:gd name="connsiteX115" fmla="*/ 329184 w 2098472"/>
              <a:gd name="connsiteY115" fmla="*/ 162154 h 538886"/>
              <a:gd name="connsiteX116" fmla="*/ 307239 w 2098472"/>
              <a:gd name="connsiteY116" fmla="*/ 174346 h 538886"/>
              <a:gd name="connsiteX117" fmla="*/ 304191 w 2098472"/>
              <a:gd name="connsiteY117" fmla="*/ 215189 h 538886"/>
              <a:gd name="connsiteX118" fmla="*/ 237744 w 2098472"/>
              <a:gd name="connsiteY118" fmla="*/ 215189 h 538886"/>
              <a:gd name="connsiteX119" fmla="*/ 240183 w 2098472"/>
              <a:gd name="connsiteY119" fmla="*/ 164592 h 538886"/>
              <a:gd name="connsiteX120" fmla="*/ 254813 w 2098472"/>
              <a:gd name="connsiteY120" fmla="*/ 135941 h 538886"/>
              <a:gd name="connsiteX121" fmla="*/ 334061 w 2098472"/>
              <a:gd name="connsiteY121" fmla="*/ 112166 h 538886"/>
              <a:gd name="connsiteX122" fmla="*/ 98756 w 2098472"/>
              <a:gd name="connsiteY122" fmla="*/ 112166 h 538886"/>
              <a:gd name="connsiteX123" fmla="*/ 187757 w 2098472"/>
              <a:gd name="connsiteY123" fmla="*/ 184099 h 538886"/>
              <a:gd name="connsiteX124" fmla="*/ 187757 w 2098472"/>
              <a:gd name="connsiteY124" fmla="*/ 218237 h 538886"/>
              <a:gd name="connsiteX125" fmla="*/ 124968 w 2098472"/>
              <a:gd name="connsiteY125" fmla="*/ 218237 h 538886"/>
              <a:gd name="connsiteX126" fmla="*/ 121920 w 2098472"/>
              <a:gd name="connsiteY126" fmla="*/ 176784 h 538886"/>
              <a:gd name="connsiteX127" fmla="*/ 98756 w 2098472"/>
              <a:gd name="connsiteY127" fmla="*/ 162154 h 538886"/>
              <a:gd name="connsiteX128" fmla="*/ 73152 w 2098472"/>
              <a:gd name="connsiteY128" fmla="*/ 190195 h 538886"/>
              <a:gd name="connsiteX129" fmla="*/ 93879 w 2098472"/>
              <a:gd name="connsiteY129" fmla="*/ 224333 h 538886"/>
              <a:gd name="connsiteX130" fmla="*/ 160325 w 2098472"/>
              <a:gd name="connsiteY130" fmla="*/ 271272 h 538886"/>
              <a:gd name="connsiteX131" fmla="*/ 180442 w 2098472"/>
              <a:gd name="connsiteY131" fmla="*/ 291998 h 538886"/>
              <a:gd name="connsiteX132" fmla="*/ 190805 w 2098472"/>
              <a:gd name="connsiteY132" fmla="*/ 340766 h 538886"/>
              <a:gd name="connsiteX133" fmla="*/ 178613 w 2098472"/>
              <a:gd name="connsiteY133" fmla="*/ 403555 h 538886"/>
              <a:gd name="connsiteX134" fmla="*/ 94488 w 2098472"/>
              <a:gd name="connsiteY134" fmla="*/ 437083 h 538886"/>
              <a:gd name="connsiteX135" fmla="*/ 0 w 2098472"/>
              <a:gd name="connsiteY135" fmla="*/ 354178 h 538886"/>
              <a:gd name="connsiteX136" fmla="*/ 0 w 2098472"/>
              <a:gd name="connsiteY136" fmla="*/ 321259 h 538886"/>
              <a:gd name="connsiteX137" fmla="*/ 67056 w 2098472"/>
              <a:gd name="connsiteY137" fmla="*/ 321259 h 538886"/>
              <a:gd name="connsiteX138" fmla="*/ 70714 w 2098472"/>
              <a:gd name="connsiteY138" fmla="*/ 370027 h 538886"/>
              <a:gd name="connsiteX139" fmla="*/ 95708 w 2098472"/>
              <a:gd name="connsiteY139" fmla="*/ 385267 h 538886"/>
              <a:gd name="connsiteX140" fmla="*/ 123749 w 2098472"/>
              <a:gd name="connsiteY140" fmla="*/ 351130 h 538886"/>
              <a:gd name="connsiteX141" fmla="*/ 120701 w 2098472"/>
              <a:gd name="connsiteY141" fmla="*/ 329184 h 538886"/>
              <a:gd name="connsiteX142" fmla="*/ 102413 w 2098472"/>
              <a:gd name="connsiteY142" fmla="*/ 310286 h 538886"/>
              <a:gd name="connsiteX143" fmla="*/ 42063 w 2098472"/>
              <a:gd name="connsiteY143" fmla="*/ 267614 h 538886"/>
              <a:gd name="connsiteX144" fmla="*/ 21946 w 2098472"/>
              <a:gd name="connsiteY144" fmla="*/ 248107 h 538886"/>
              <a:gd name="connsiteX145" fmla="*/ 4877 w 2098472"/>
              <a:gd name="connsiteY145" fmla="*/ 192634 h 538886"/>
              <a:gd name="connsiteX146" fmla="*/ 98756 w 2098472"/>
              <a:gd name="connsiteY146" fmla="*/ 112166 h 538886"/>
              <a:gd name="connsiteX147" fmla="*/ 750723 w 2098472"/>
              <a:gd name="connsiteY147" fmla="*/ 6096 h 538886"/>
              <a:gd name="connsiteX148" fmla="*/ 823265 w 2098472"/>
              <a:gd name="connsiteY148" fmla="*/ 6096 h 538886"/>
              <a:gd name="connsiteX149" fmla="*/ 823265 w 2098472"/>
              <a:gd name="connsiteY149" fmla="*/ 118872 h 538886"/>
              <a:gd name="connsiteX150" fmla="*/ 866547 w 2098472"/>
              <a:gd name="connsiteY150" fmla="*/ 118872 h 538886"/>
              <a:gd name="connsiteX151" fmla="*/ 866547 w 2098472"/>
              <a:gd name="connsiteY151" fmla="*/ 167030 h 538886"/>
              <a:gd name="connsiteX152" fmla="*/ 822655 w 2098472"/>
              <a:gd name="connsiteY152" fmla="*/ 167030 h 538886"/>
              <a:gd name="connsiteX153" fmla="*/ 822655 w 2098472"/>
              <a:gd name="connsiteY153" fmla="*/ 345034 h 538886"/>
              <a:gd name="connsiteX154" fmla="*/ 828142 w 2098472"/>
              <a:gd name="connsiteY154" fmla="*/ 369418 h 538886"/>
              <a:gd name="connsiteX155" fmla="*/ 855574 w 2098472"/>
              <a:gd name="connsiteY155" fmla="*/ 379171 h 538886"/>
              <a:gd name="connsiteX156" fmla="*/ 862280 w 2098472"/>
              <a:gd name="connsiteY156" fmla="*/ 378562 h 538886"/>
              <a:gd name="connsiteX157" fmla="*/ 868376 w 2098472"/>
              <a:gd name="connsiteY157" fmla="*/ 378562 h 538886"/>
              <a:gd name="connsiteX158" fmla="*/ 868376 w 2098472"/>
              <a:gd name="connsiteY158" fmla="*/ 430378 h 538886"/>
              <a:gd name="connsiteX159" fmla="*/ 829971 w 2098472"/>
              <a:gd name="connsiteY159" fmla="*/ 434035 h 538886"/>
              <a:gd name="connsiteX160" fmla="*/ 765353 w 2098472"/>
              <a:gd name="connsiteY160" fmla="*/ 416357 h 538886"/>
              <a:gd name="connsiteX161" fmla="*/ 751332 w 2098472"/>
              <a:gd name="connsiteY161" fmla="*/ 368808 h 538886"/>
              <a:gd name="connsiteX162" fmla="*/ 751332 w 2098472"/>
              <a:gd name="connsiteY162" fmla="*/ 167030 h 538886"/>
              <a:gd name="connsiteX163" fmla="*/ 711708 w 2098472"/>
              <a:gd name="connsiteY163" fmla="*/ 167030 h 538886"/>
              <a:gd name="connsiteX164" fmla="*/ 711708 w 2098472"/>
              <a:gd name="connsiteY164" fmla="*/ 118872 h 538886"/>
              <a:gd name="connsiteX165" fmla="*/ 750723 w 2098472"/>
              <a:gd name="connsiteY165" fmla="*/ 118872 h 538886"/>
              <a:gd name="connsiteX166" fmla="*/ 1782014 w 2098472"/>
              <a:gd name="connsiteY166" fmla="*/ 610 h 538886"/>
              <a:gd name="connsiteX167" fmla="*/ 1855166 w 2098472"/>
              <a:gd name="connsiteY167" fmla="*/ 610 h 538886"/>
              <a:gd name="connsiteX168" fmla="*/ 1855166 w 2098472"/>
              <a:gd name="connsiteY168" fmla="*/ 430987 h 538886"/>
              <a:gd name="connsiteX169" fmla="*/ 1782014 w 2098472"/>
              <a:gd name="connsiteY169" fmla="*/ 430987 h 538886"/>
              <a:gd name="connsiteX170" fmla="*/ 1315288 w 2098472"/>
              <a:gd name="connsiteY170" fmla="*/ 610 h 538886"/>
              <a:gd name="connsiteX171" fmla="*/ 1388440 w 2098472"/>
              <a:gd name="connsiteY171" fmla="*/ 610 h 538886"/>
              <a:gd name="connsiteX172" fmla="*/ 1388440 w 2098472"/>
              <a:gd name="connsiteY172" fmla="*/ 430987 h 538886"/>
              <a:gd name="connsiteX173" fmla="*/ 1315288 w 2098472"/>
              <a:gd name="connsiteY173" fmla="*/ 430987 h 538886"/>
              <a:gd name="connsiteX174" fmla="*/ 1439114 w 2098472"/>
              <a:gd name="connsiteY174" fmla="*/ 0 h 538886"/>
              <a:gd name="connsiteX175" fmla="*/ 1511656 w 2098472"/>
              <a:gd name="connsiteY175" fmla="*/ 0 h 538886"/>
              <a:gd name="connsiteX176" fmla="*/ 1511656 w 2098472"/>
              <a:gd name="connsiteY176" fmla="*/ 73762 h 538886"/>
              <a:gd name="connsiteX177" fmla="*/ 1439114 w 2098472"/>
              <a:gd name="connsiteY177" fmla="*/ 73762 h 53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6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50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6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50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2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2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59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8"/>
                  <a:pt x="1545870" y="533400"/>
                </a:cubicBezTo>
                <a:lnTo>
                  <a:pt x="1556233" y="476098"/>
                </a:lnTo>
                <a:cubicBezTo>
                  <a:pt x="1564767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2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4" y="113386"/>
                </a:moveTo>
                <a:lnTo>
                  <a:pt x="1039444" y="185318"/>
                </a:lnTo>
                <a:cubicBezTo>
                  <a:pt x="1029691" y="182067"/>
                  <a:pt x="1021563" y="180442"/>
                  <a:pt x="1015060" y="180442"/>
                </a:cubicBezTo>
                <a:cubicBezTo>
                  <a:pt x="994740" y="180442"/>
                  <a:pt x="981126" y="188570"/>
                  <a:pt x="974217" y="204826"/>
                </a:cubicBezTo>
                <a:cubicBezTo>
                  <a:pt x="970153" y="213766"/>
                  <a:pt x="968121" y="227990"/>
                  <a:pt x="968121" y="247498"/>
                </a:cubicBezTo>
                <a:lnTo>
                  <a:pt x="968121" y="430987"/>
                </a:lnTo>
                <a:lnTo>
                  <a:pt x="896188" y="430987"/>
                </a:lnTo>
                <a:lnTo>
                  <a:pt x="896188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10"/>
                  <a:pt x="1008964" y="112573"/>
                  <a:pt x="1039444" y="113386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2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8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30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8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6"/>
                </a:lnTo>
                <a:cubicBezTo>
                  <a:pt x="1974114" y="367589"/>
                  <a:pt x="1983054" y="380390"/>
                  <a:pt x="2000936" y="380390"/>
                </a:cubicBezTo>
                <a:cubicBezTo>
                  <a:pt x="2009470" y="380390"/>
                  <a:pt x="2015871" y="377546"/>
                  <a:pt x="2020138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2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8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6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4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8"/>
                  <a:pt x="1194613" y="416154"/>
                  <a:pt x="1194207" y="403555"/>
                </a:cubicBezTo>
                <a:cubicBezTo>
                  <a:pt x="1184453" y="414934"/>
                  <a:pt x="1176122" y="422859"/>
                  <a:pt x="1169213" y="427330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4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7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4"/>
                  <a:pt x="1167384" y="162154"/>
                </a:cubicBezTo>
                <a:cubicBezTo>
                  <a:pt x="1155599" y="162154"/>
                  <a:pt x="1148284" y="166218"/>
                  <a:pt x="1145439" y="174346"/>
                </a:cubicBezTo>
                <a:cubicBezTo>
                  <a:pt x="1143407" y="180035"/>
                  <a:pt x="1142391" y="193650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4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8"/>
                  <a:pt x="356413" y="416154"/>
                  <a:pt x="356007" y="403555"/>
                </a:cubicBezTo>
                <a:cubicBezTo>
                  <a:pt x="346253" y="414934"/>
                  <a:pt x="337922" y="422859"/>
                  <a:pt x="331013" y="427330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4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4"/>
                  <a:pt x="329184" y="162154"/>
                </a:cubicBezTo>
                <a:cubicBezTo>
                  <a:pt x="317399" y="162154"/>
                  <a:pt x="310084" y="166218"/>
                  <a:pt x="307239" y="174346"/>
                </a:cubicBezTo>
                <a:cubicBezTo>
                  <a:pt x="305207" y="180035"/>
                  <a:pt x="304191" y="193650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4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4"/>
                  <a:pt x="98756" y="162154"/>
                </a:cubicBezTo>
                <a:cubicBezTo>
                  <a:pt x="81687" y="162154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8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30"/>
                </a:cubicBezTo>
                <a:cubicBezTo>
                  <a:pt x="123749" y="340970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2"/>
                  <a:pt x="21946" y="248107"/>
                </a:cubicBezTo>
                <a:cubicBezTo>
                  <a:pt x="10567" y="234696"/>
                  <a:pt x="4877" y="216205"/>
                  <a:pt x="4877" y="192634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5" y="167030"/>
                </a:lnTo>
                <a:lnTo>
                  <a:pt x="822655" y="345034"/>
                </a:lnTo>
                <a:cubicBezTo>
                  <a:pt x="822655" y="356819"/>
                  <a:pt x="824484" y="364947"/>
                  <a:pt x="828142" y="369418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199" y="379171"/>
                  <a:pt x="859435" y="378968"/>
                  <a:pt x="862280" y="378562"/>
                </a:cubicBezTo>
                <a:lnTo>
                  <a:pt x="868376" y="378562"/>
                </a:lnTo>
                <a:lnTo>
                  <a:pt x="868376" y="430378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10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10"/>
                </a:moveTo>
                <a:lnTo>
                  <a:pt x="1855166" y="610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8" y="610"/>
                </a:moveTo>
                <a:lnTo>
                  <a:pt x="1388440" y="610"/>
                </a:lnTo>
                <a:lnTo>
                  <a:pt x="1388440" y="430987"/>
                </a:lnTo>
                <a:lnTo>
                  <a:pt x="1315288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2"/>
                </a:lnTo>
                <a:lnTo>
                  <a:pt x="1439114" y="7376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54C0C-148F-226E-9DDF-072B8F3F3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3876B-7E15-224B-63D8-C79360B2BB2F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C87F0D-EDA7-9F8C-5952-F4191AAC9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DB3540-4179-26F5-0EBA-4426E32697E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343D8-5FFD-86C4-7A87-F2626F2FB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B1746A-F263-A6A3-2BCB-05D89932BE82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628CD-34E1-5067-C9E5-C137F5AF7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2548A6-A474-A1B2-2C0F-9776BA3D5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872" t="23160" r="38151" b="17372"/>
          <a:stretch/>
        </p:blipFill>
        <p:spPr>
          <a:xfrm>
            <a:off x="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2A41BE-D131-D5F6-0AFD-61B3A436B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804" r="26078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6EF81A8-A1BF-4C89-B979-B17330D02D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60012" y="-43800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6350" y="-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B3E79-FCEF-6135-ADC9-BE3F488BE5F6}"/>
              </a:ext>
            </a:extLst>
          </p:cNvPr>
          <p:cNvSpPr txBox="1"/>
          <p:nvPr userDrawn="1"/>
        </p:nvSpPr>
        <p:spPr>
          <a:xfrm>
            <a:off x="7722929" y="1784231"/>
            <a:ext cx="3298469" cy="547421"/>
          </a:xfrm>
          <a:custGeom>
            <a:avLst/>
            <a:gdLst>
              <a:gd name="connsiteX0" fmla="*/ 1644625 w 3298469"/>
              <a:gd name="connsiteY0" fmla="*/ 175565 h 547421"/>
              <a:gd name="connsiteX1" fmla="*/ 1617802 w 3298469"/>
              <a:gd name="connsiteY1" fmla="*/ 206655 h 547421"/>
              <a:gd name="connsiteX2" fmla="*/ 1617802 w 3298469"/>
              <a:gd name="connsiteY2" fmla="*/ 245060 h 547421"/>
              <a:gd name="connsiteX3" fmla="*/ 1669618 w 3298469"/>
              <a:gd name="connsiteY3" fmla="*/ 245060 h 547421"/>
              <a:gd name="connsiteX4" fmla="*/ 1669618 w 3298469"/>
              <a:gd name="connsiteY4" fmla="*/ 206655 h 547421"/>
              <a:gd name="connsiteX5" fmla="*/ 1644625 w 3298469"/>
              <a:gd name="connsiteY5" fmla="*/ 175565 h 547421"/>
              <a:gd name="connsiteX6" fmla="*/ 606400 w 3298469"/>
              <a:gd name="connsiteY6" fmla="*/ 175565 h 547421"/>
              <a:gd name="connsiteX7" fmla="*/ 579577 w 3298469"/>
              <a:gd name="connsiteY7" fmla="*/ 206655 h 547421"/>
              <a:gd name="connsiteX8" fmla="*/ 579577 w 3298469"/>
              <a:gd name="connsiteY8" fmla="*/ 245060 h 547421"/>
              <a:gd name="connsiteX9" fmla="*/ 631393 w 3298469"/>
              <a:gd name="connsiteY9" fmla="*/ 245060 h 547421"/>
              <a:gd name="connsiteX10" fmla="*/ 631393 w 3298469"/>
              <a:gd name="connsiteY10" fmla="*/ 206655 h 547421"/>
              <a:gd name="connsiteX11" fmla="*/ 606400 w 3298469"/>
              <a:gd name="connsiteY11" fmla="*/ 175565 h 547421"/>
              <a:gd name="connsiteX12" fmla="*/ 3065679 w 3298469"/>
              <a:gd name="connsiteY12" fmla="*/ 173127 h 547421"/>
              <a:gd name="connsiteX13" fmla="*/ 3036418 w 3298469"/>
              <a:gd name="connsiteY13" fmla="*/ 210313 h 547421"/>
              <a:gd name="connsiteX14" fmla="*/ 3036418 w 3298469"/>
              <a:gd name="connsiteY14" fmla="*/ 349911 h 547421"/>
              <a:gd name="connsiteX15" fmla="*/ 3065069 w 3298469"/>
              <a:gd name="connsiteY15" fmla="*/ 384658 h 547421"/>
              <a:gd name="connsiteX16" fmla="*/ 3094939 w 3298469"/>
              <a:gd name="connsiteY16" fmla="*/ 349301 h 547421"/>
              <a:gd name="connsiteX17" fmla="*/ 3094939 w 3298469"/>
              <a:gd name="connsiteY17" fmla="*/ 211532 h 547421"/>
              <a:gd name="connsiteX18" fmla="*/ 3065679 w 3298469"/>
              <a:gd name="connsiteY18" fmla="*/ 173127 h 547421"/>
              <a:gd name="connsiteX19" fmla="*/ 3225317 w 3298469"/>
              <a:gd name="connsiteY19" fmla="*/ 124359 h 547421"/>
              <a:gd name="connsiteX20" fmla="*/ 3298469 w 3298469"/>
              <a:gd name="connsiteY20" fmla="*/ 124359 h 547421"/>
              <a:gd name="connsiteX21" fmla="*/ 3298469 w 3298469"/>
              <a:gd name="connsiteY21" fmla="*/ 436474 h 547421"/>
              <a:gd name="connsiteX22" fmla="*/ 3225317 w 3298469"/>
              <a:gd name="connsiteY22" fmla="*/ 436474 h 547421"/>
              <a:gd name="connsiteX23" fmla="*/ 2844317 w 3298469"/>
              <a:gd name="connsiteY23" fmla="*/ 124359 h 547421"/>
              <a:gd name="connsiteX24" fmla="*/ 2917469 w 3298469"/>
              <a:gd name="connsiteY24" fmla="*/ 124359 h 547421"/>
              <a:gd name="connsiteX25" fmla="*/ 2917469 w 3298469"/>
              <a:gd name="connsiteY25" fmla="*/ 436474 h 547421"/>
              <a:gd name="connsiteX26" fmla="*/ 2844317 w 3298469"/>
              <a:gd name="connsiteY26" fmla="*/ 436474 h 547421"/>
              <a:gd name="connsiteX27" fmla="*/ 2596667 w 3298469"/>
              <a:gd name="connsiteY27" fmla="*/ 124359 h 547421"/>
              <a:gd name="connsiteX28" fmla="*/ 2669819 w 3298469"/>
              <a:gd name="connsiteY28" fmla="*/ 124359 h 547421"/>
              <a:gd name="connsiteX29" fmla="*/ 2669819 w 3298469"/>
              <a:gd name="connsiteY29" fmla="*/ 436474 h 547421"/>
              <a:gd name="connsiteX30" fmla="*/ 2596667 w 3298469"/>
              <a:gd name="connsiteY30" fmla="*/ 436474 h 547421"/>
              <a:gd name="connsiteX31" fmla="*/ 1968017 w 3298469"/>
              <a:gd name="connsiteY31" fmla="*/ 124359 h 547421"/>
              <a:gd name="connsiteX32" fmla="*/ 2041169 w 3298469"/>
              <a:gd name="connsiteY32" fmla="*/ 124359 h 547421"/>
              <a:gd name="connsiteX33" fmla="*/ 2041169 w 3298469"/>
              <a:gd name="connsiteY33" fmla="*/ 436474 h 547421"/>
              <a:gd name="connsiteX34" fmla="*/ 1968017 w 3298469"/>
              <a:gd name="connsiteY34" fmla="*/ 436474 h 547421"/>
              <a:gd name="connsiteX35" fmla="*/ 1303630 w 3298469"/>
              <a:gd name="connsiteY35" fmla="*/ 124359 h 547421"/>
              <a:gd name="connsiteX36" fmla="*/ 1376172 w 3298469"/>
              <a:gd name="connsiteY36" fmla="*/ 124359 h 547421"/>
              <a:gd name="connsiteX37" fmla="*/ 1408481 w 3298469"/>
              <a:gd name="connsiteY37" fmla="*/ 340767 h 547421"/>
              <a:gd name="connsiteX38" fmla="*/ 1445667 w 3298469"/>
              <a:gd name="connsiteY38" fmla="*/ 124359 h 547421"/>
              <a:gd name="connsiteX39" fmla="*/ 1518209 w 3298469"/>
              <a:gd name="connsiteY39" fmla="*/ 124359 h 547421"/>
              <a:gd name="connsiteX40" fmla="*/ 1443228 w 3298469"/>
              <a:gd name="connsiteY40" fmla="*/ 436474 h 547421"/>
              <a:gd name="connsiteX41" fmla="*/ 1372514 w 3298469"/>
              <a:gd name="connsiteY41" fmla="*/ 436474 h 547421"/>
              <a:gd name="connsiteX42" fmla="*/ 1053617 w 3298469"/>
              <a:gd name="connsiteY42" fmla="*/ 124359 h 547421"/>
              <a:gd name="connsiteX43" fmla="*/ 1126769 w 3298469"/>
              <a:gd name="connsiteY43" fmla="*/ 124359 h 547421"/>
              <a:gd name="connsiteX44" fmla="*/ 1126769 w 3298469"/>
              <a:gd name="connsiteY44" fmla="*/ 436474 h 547421"/>
              <a:gd name="connsiteX45" fmla="*/ 1053617 w 3298469"/>
              <a:gd name="connsiteY45" fmla="*/ 436474 h 547421"/>
              <a:gd name="connsiteX46" fmla="*/ 930402 w 3298469"/>
              <a:gd name="connsiteY46" fmla="*/ 123750 h 547421"/>
              <a:gd name="connsiteX47" fmla="*/ 1002944 w 3298469"/>
              <a:gd name="connsiteY47" fmla="*/ 123750 h 547421"/>
              <a:gd name="connsiteX48" fmla="*/ 1002944 w 3298469"/>
              <a:gd name="connsiteY48" fmla="*/ 465735 h 547421"/>
              <a:gd name="connsiteX49" fmla="*/ 979780 w 3298469"/>
              <a:gd name="connsiteY49" fmla="*/ 531572 h 547421"/>
              <a:gd name="connsiteX50" fmla="*/ 927964 w 3298469"/>
              <a:gd name="connsiteY50" fmla="*/ 543764 h 547421"/>
              <a:gd name="connsiteX51" fmla="*/ 898093 w 3298469"/>
              <a:gd name="connsiteY51" fmla="*/ 541935 h 547421"/>
              <a:gd name="connsiteX52" fmla="*/ 898093 w 3298469"/>
              <a:gd name="connsiteY52" fmla="*/ 481585 h 547421"/>
              <a:gd name="connsiteX53" fmla="*/ 926135 w 3298469"/>
              <a:gd name="connsiteY53" fmla="*/ 473050 h 547421"/>
              <a:gd name="connsiteX54" fmla="*/ 930402 w 3298469"/>
              <a:gd name="connsiteY54" fmla="*/ 444399 h 547421"/>
              <a:gd name="connsiteX55" fmla="*/ 1930299 w 3298469"/>
              <a:gd name="connsiteY55" fmla="*/ 118873 h 547421"/>
              <a:gd name="connsiteX56" fmla="*/ 1930299 w 3298469"/>
              <a:gd name="connsiteY56" fmla="*/ 190805 h 547421"/>
              <a:gd name="connsiteX57" fmla="*/ 1905915 w 3298469"/>
              <a:gd name="connsiteY57" fmla="*/ 185929 h 547421"/>
              <a:gd name="connsiteX58" fmla="*/ 1865071 w 3298469"/>
              <a:gd name="connsiteY58" fmla="*/ 210313 h 547421"/>
              <a:gd name="connsiteX59" fmla="*/ 1858975 w 3298469"/>
              <a:gd name="connsiteY59" fmla="*/ 252985 h 547421"/>
              <a:gd name="connsiteX60" fmla="*/ 1858975 w 3298469"/>
              <a:gd name="connsiteY60" fmla="*/ 436474 h 547421"/>
              <a:gd name="connsiteX61" fmla="*/ 1787042 w 3298469"/>
              <a:gd name="connsiteY61" fmla="*/ 436474 h 547421"/>
              <a:gd name="connsiteX62" fmla="*/ 1787042 w 3298469"/>
              <a:gd name="connsiteY62" fmla="*/ 124359 h 547421"/>
              <a:gd name="connsiteX63" fmla="*/ 1859585 w 3298469"/>
              <a:gd name="connsiteY63" fmla="*/ 124359 h 547421"/>
              <a:gd name="connsiteX64" fmla="*/ 1858975 w 3298469"/>
              <a:gd name="connsiteY64" fmla="*/ 163983 h 547421"/>
              <a:gd name="connsiteX65" fmla="*/ 1930299 w 3298469"/>
              <a:gd name="connsiteY65" fmla="*/ 118873 h 547421"/>
              <a:gd name="connsiteX66" fmla="*/ 892073 w 3298469"/>
              <a:gd name="connsiteY66" fmla="*/ 118873 h 547421"/>
              <a:gd name="connsiteX67" fmla="*/ 892073 w 3298469"/>
              <a:gd name="connsiteY67" fmla="*/ 190805 h 547421"/>
              <a:gd name="connsiteX68" fmla="*/ 867689 w 3298469"/>
              <a:gd name="connsiteY68" fmla="*/ 185929 h 547421"/>
              <a:gd name="connsiteX69" fmla="*/ 826846 w 3298469"/>
              <a:gd name="connsiteY69" fmla="*/ 210313 h 547421"/>
              <a:gd name="connsiteX70" fmla="*/ 820750 w 3298469"/>
              <a:gd name="connsiteY70" fmla="*/ 252985 h 547421"/>
              <a:gd name="connsiteX71" fmla="*/ 820750 w 3298469"/>
              <a:gd name="connsiteY71" fmla="*/ 436474 h 547421"/>
              <a:gd name="connsiteX72" fmla="*/ 748817 w 3298469"/>
              <a:gd name="connsiteY72" fmla="*/ 436474 h 547421"/>
              <a:gd name="connsiteX73" fmla="*/ 748817 w 3298469"/>
              <a:gd name="connsiteY73" fmla="*/ 124359 h 547421"/>
              <a:gd name="connsiteX74" fmla="*/ 821360 w 3298469"/>
              <a:gd name="connsiteY74" fmla="*/ 124359 h 547421"/>
              <a:gd name="connsiteX75" fmla="*/ 820750 w 3298469"/>
              <a:gd name="connsiteY75" fmla="*/ 163983 h 547421"/>
              <a:gd name="connsiteX76" fmla="*/ 892073 w 3298469"/>
              <a:gd name="connsiteY76" fmla="*/ 118873 h 547421"/>
              <a:gd name="connsiteX77" fmla="*/ 3030321 w 3298469"/>
              <a:gd name="connsiteY77" fmla="*/ 118263 h 547421"/>
              <a:gd name="connsiteX78" fmla="*/ 3095549 w 3298469"/>
              <a:gd name="connsiteY78" fmla="*/ 149353 h 547421"/>
              <a:gd name="connsiteX79" fmla="*/ 3095549 w 3298469"/>
              <a:gd name="connsiteY79" fmla="*/ 124359 h 547421"/>
              <a:gd name="connsiteX80" fmla="*/ 3168091 w 3298469"/>
              <a:gd name="connsiteY80" fmla="*/ 124359 h 547421"/>
              <a:gd name="connsiteX81" fmla="*/ 3168091 w 3298469"/>
              <a:gd name="connsiteY81" fmla="*/ 447447 h 547421"/>
              <a:gd name="connsiteX82" fmla="*/ 3154680 w 3298469"/>
              <a:gd name="connsiteY82" fmla="*/ 509626 h 547421"/>
              <a:gd name="connsiteX83" fmla="*/ 3062631 w 3298469"/>
              <a:gd name="connsiteY83" fmla="*/ 547421 h 547421"/>
              <a:gd name="connsiteX84" fmla="*/ 2979115 w 3298469"/>
              <a:gd name="connsiteY84" fmla="*/ 515722 h 547421"/>
              <a:gd name="connsiteX85" fmla="*/ 2966313 w 3298469"/>
              <a:gd name="connsiteY85" fmla="*/ 462077 h 547421"/>
              <a:gd name="connsiteX86" fmla="*/ 3038247 w 3298469"/>
              <a:gd name="connsiteY86" fmla="*/ 462077 h 547421"/>
              <a:gd name="connsiteX87" fmla="*/ 3066288 w 3298469"/>
              <a:gd name="connsiteY87" fmla="*/ 494996 h 547421"/>
              <a:gd name="connsiteX88" fmla="*/ 3095549 w 3298469"/>
              <a:gd name="connsiteY88" fmla="*/ 457810 h 547421"/>
              <a:gd name="connsiteX89" fmla="*/ 3095549 w 3298469"/>
              <a:gd name="connsiteY89" fmla="*/ 409652 h 547421"/>
              <a:gd name="connsiteX90" fmla="*/ 3032151 w 3298469"/>
              <a:gd name="connsiteY90" fmla="*/ 440132 h 547421"/>
              <a:gd name="connsiteX91" fmla="*/ 2964485 w 3298469"/>
              <a:gd name="connsiteY91" fmla="*/ 362103 h 547421"/>
              <a:gd name="connsiteX92" fmla="*/ 2964485 w 3298469"/>
              <a:gd name="connsiteY92" fmla="*/ 196901 h 547421"/>
              <a:gd name="connsiteX93" fmla="*/ 3030321 w 3298469"/>
              <a:gd name="connsiteY93" fmla="*/ 118263 h 547421"/>
              <a:gd name="connsiteX94" fmla="*/ 2225955 w 3298469"/>
              <a:gd name="connsiteY94" fmla="*/ 118263 h 547421"/>
              <a:gd name="connsiteX95" fmla="*/ 2285086 w 3298469"/>
              <a:gd name="connsiteY95" fmla="*/ 149353 h 547421"/>
              <a:gd name="connsiteX96" fmla="*/ 2356409 w 3298469"/>
              <a:gd name="connsiteY96" fmla="*/ 118263 h 547421"/>
              <a:gd name="connsiteX97" fmla="*/ 2401519 w 3298469"/>
              <a:gd name="connsiteY97" fmla="*/ 135941 h 547421"/>
              <a:gd name="connsiteX98" fmla="*/ 2419197 w 3298469"/>
              <a:gd name="connsiteY98" fmla="*/ 188977 h 547421"/>
              <a:gd name="connsiteX99" fmla="*/ 2419197 w 3298469"/>
              <a:gd name="connsiteY99" fmla="*/ 436474 h 547421"/>
              <a:gd name="connsiteX100" fmla="*/ 2346655 w 3298469"/>
              <a:gd name="connsiteY100" fmla="*/ 436474 h 547421"/>
              <a:gd name="connsiteX101" fmla="*/ 2346655 w 3298469"/>
              <a:gd name="connsiteY101" fmla="*/ 206045 h 547421"/>
              <a:gd name="connsiteX102" fmla="*/ 2320443 w 3298469"/>
              <a:gd name="connsiteY102" fmla="*/ 169469 h 547421"/>
              <a:gd name="connsiteX103" fmla="*/ 2291791 w 3298469"/>
              <a:gd name="connsiteY103" fmla="*/ 209094 h 547421"/>
              <a:gd name="connsiteX104" fmla="*/ 2291791 w 3298469"/>
              <a:gd name="connsiteY104" fmla="*/ 436474 h 547421"/>
              <a:gd name="connsiteX105" fmla="*/ 2219249 w 3298469"/>
              <a:gd name="connsiteY105" fmla="*/ 436474 h 547421"/>
              <a:gd name="connsiteX106" fmla="*/ 2219249 w 3298469"/>
              <a:gd name="connsiteY106" fmla="*/ 207265 h 547421"/>
              <a:gd name="connsiteX107" fmla="*/ 2192427 w 3298469"/>
              <a:gd name="connsiteY107" fmla="*/ 168250 h 547421"/>
              <a:gd name="connsiteX108" fmla="*/ 2164385 w 3298469"/>
              <a:gd name="connsiteY108" fmla="*/ 205436 h 547421"/>
              <a:gd name="connsiteX109" fmla="*/ 2164385 w 3298469"/>
              <a:gd name="connsiteY109" fmla="*/ 436474 h 547421"/>
              <a:gd name="connsiteX110" fmla="*/ 2091843 w 3298469"/>
              <a:gd name="connsiteY110" fmla="*/ 436474 h 547421"/>
              <a:gd name="connsiteX111" fmla="*/ 2091843 w 3298469"/>
              <a:gd name="connsiteY111" fmla="*/ 124359 h 547421"/>
              <a:gd name="connsiteX112" fmla="*/ 2164995 w 3298469"/>
              <a:gd name="connsiteY112" fmla="*/ 124359 h 547421"/>
              <a:gd name="connsiteX113" fmla="*/ 2164995 w 3298469"/>
              <a:gd name="connsiteY113" fmla="*/ 145085 h 547421"/>
              <a:gd name="connsiteX114" fmla="*/ 2225955 w 3298469"/>
              <a:gd name="connsiteY114" fmla="*/ 118263 h 547421"/>
              <a:gd name="connsiteX115" fmla="*/ 388849 w 3298469"/>
              <a:gd name="connsiteY115" fmla="*/ 118263 h 547421"/>
              <a:gd name="connsiteX116" fmla="*/ 438836 w 3298469"/>
              <a:gd name="connsiteY116" fmla="*/ 138989 h 547421"/>
              <a:gd name="connsiteX117" fmla="*/ 453466 w 3298469"/>
              <a:gd name="connsiteY117" fmla="*/ 192634 h 547421"/>
              <a:gd name="connsiteX118" fmla="*/ 453466 w 3298469"/>
              <a:gd name="connsiteY118" fmla="*/ 436474 h 547421"/>
              <a:gd name="connsiteX119" fmla="*/ 382143 w 3298469"/>
              <a:gd name="connsiteY119" fmla="*/ 436474 h 547421"/>
              <a:gd name="connsiteX120" fmla="*/ 382143 w 3298469"/>
              <a:gd name="connsiteY120" fmla="*/ 207265 h 547421"/>
              <a:gd name="connsiteX121" fmla="*/ 356540 w 3298469"/>
              <a:gd name="connsiteY121" fmla="*/ 169469 h 547421"/>
              <a:gd name="connsiteX122" fmla="*/ 326060 w 3298469"/>
              <a:gd name="connsiteY122" fmla="*/ 211532 h 547421"/>
              <a:gd name="connsiteX123" fmla="*/ 326060 w 3298469"/>
              <a:gd name="connsiteY123" fmla="*/ 436474 h 547421"/>
              <a:gd name="connsiteX124" fmla="*/ 253518 w 3298469"/>
              <a:gd name="connsiteY124" fmla="*/ 436474 h 547421"/>
              <a:gd name="connsiteX125" fmla="*/ 253518 w 3298469"/>
              <a:gd name="connsiteY125" fmla="*/ 124359 h 547421"/>
              <a:gd name="connsiteX126" fmla="*/ 327279 w 3298469"/>
              <a:gd name="connsiteY126" fmla="*/ 124359 h 547421"/>
              <a:gd name="connsiteX127" fmla="*/ 326060 w 3298469"/>
              <a:gd name="connsiteY127" fmla="*/ 147524 h 547421"/>
              <a:gd name="connsiteX128" fmla="*/ 388849 w 3298469"/>
              <a:gd name="connsiteY128" fmla="*/ 118263 h 547421"/>
              <a:gd name="connsiteX129" fmla="*/ 1644625 w 3298469"/>
              <a:gd name="connsiteY129" fmla="*/ 117654 h 547421"/>
              <a:gd name="connsiteX130" fmla="*/ 1720215 w 3298469"/>
              <a:gd name="connsiteY130" fmla="*/ 145085 h 547421"/>
              <a:gd name="connsiteX131" fmla="*/ 1741551 w 3298469"/>
              <a:gd name="connsiteY131" fmla="*/ 207265 h 547421"/>
              <a:gd name="connsiteX132" fmla="*/ 1741551 w 3298469"/>
              <a:gd name="connsiteY132" fmla="*/ 296266 h 547421"/>
              <a:gd name="connsiteX133" fmla="*/ 1617193 w 3298469"/>
              <a:gd name="connsiteY133" fmla="*/ 296266 h 547421"/>
              <a:gd name="connsiteX134" fmla="*/ 1617193 w 3298469"/>
              <a:gd name="connsiteY134" fmla="*/ 347473 h 547421"/>
              <a:gd name="connsiteX135" fmla="*/ 1644015 w 3298469"/>
              <a:gd name="connsiteY135" fmla="*/ 385877 h 547421"/>
              <a:gd name="connsiteX136" fmla="*/ 1663217 w 3298469"/>
              <a:gd name="connsiteY136" fmla="*/ 377343 h 547421"/>
              <a:gd name="connsiteX137" fmla="*/ 1669618 w 3298469"/>
              <a:gd name="connsiteY137" fmla="*/ 333452 h 547421"/>
              <a:gd name="connsiteX138" fmla="*/ 1740332 w 3298469"/>
              <a:gd name="connsiteY138" fmla="*/ 333452 h 547421"/>
              <a:gd name="connsiteX139" fmla="*/ 1740332 w 3298469"/>
              <a:gd name="connsiteY139" fmla="*/ 358445 h 547421"/>
              <a:gd name="connsiteX140" fmla="*/ 1645234 w 3298469"/>
              <a:gd name="connsiteY140" fmla="*/ 442570 h 547421"/>
              <a:gd name="connsiteX141" fmla="*/ 1545260 w 3298469"/>
              <a:gd name="connsiteY141" fmla="*/ 342596 h 547421"/>
              <a:gd name="connsiteX142" fmla="*/ 1545260 w 3298469"/>
              <a:gd name="connsiteY142" fmla="*/ 210922 h 547421"/>
              <a:gd name="connsiteX143" fmla="*/ 1578788 w 3298469"/>
              <a:gd name="connsiteY143" fmla="*/ 135941 h 547421"/>
              <a:gd name="connsiteX144" fmla="*/ 1644625 w 3298469"/>
              <a:gd name="connsiteY144" fmla="*/ 117654 h 547421"/>
              <a:gd name="connsiteX145" fmla="*/ 606400 w 3298469"/>
              <a:gd name="connsiteY145" fmla="*/ 117654 h 547421"/>
              <a:gd name="connsiteX146" fmla="*/ 681990 w 3298469"/>
              <a:gd name="connsiteY146" fmla="*/ 145085 h 547421"/>
              <a:gd name="connsiteX147" fmla="*/ 703326 w 3298469"/>
              <a:gd name="connsiteY147" fmla="*/ 207265 h 547421"/>
              <a:gd name="connsiteX148" fmla="*/ 703326 w 3298469"/>
              <a:gd name="connsiteY148" fmla="*/ 296266 h 547421"/>
              <a:gd name="connsiteX149" fmla="*/ 578968 w 3298469"/>
              <a:gd name="connsiteY149" fmla="*/ 296266 h 547421"/>
              <a:gd name="connsiteX150" fmla="*/ 578968 w 3298469"/>
              <a:gd name="connsiteY150" fmla="*/ 347473 h 547421"/>
              <a:gd name="connsiteX151" fmla="*/ 605790 w 3298469"/>
              <a:gd name="connsiteY151" fmla="*/ 385877 h 547421"/>
              <a:gd name="connsiteX152" fmla="*/ 624993 w 3298469"/>
              <a:gd name="connsiteY152" fmla="*/ 377343 h 547421"/>
              <a:gd name="connsiteX153" fmla="*/ 631393 w 3298469"/>
              <a:gd name="connsiteY153" fmla="*/ 333452 h 547421"/>
              <a:gd name="connsiteX154" fmla="*/ 702107 w 3298469"/>
              <a:gd name="connsiteY154" fmla="*/ 333452 h 547421"/>
              <a:gd name="connsiteX155" fmla="*/ 702107 w 3298469"/>
              <a:gd name="connsiteY155" fmla="*/ 358445 h 547421"/>
              <a:gd name="connsiteX156" fmla="*/ 607009 w 3298469"/>
              <a:gd name="connsiteY156" fmla="*/ 442570 h 547421"/>
              <a:gd name="connsiteX157" fmla="*/ 507035 w 3298469"/>
              <a:gd name="connsiteY157" fmla="*/ 342596 h 547421"/>
              <a:gd name="connsiteX158" fmla="*/ 507035 w 3298469"/>
              <a:gd name="connsiteY158" fmla="*/ 210922 h 547421"/>
              <a:gd name="connsiteX159" fmla="*/ 540563 w 3298469"/>
              <a:gd name="connsiteY159" fmla="*/ 135941 h 547421"/>
              <a:gd name="connsiteX160" fmla="*/ 606400 w 3298469"/>
              <a:gd name="connsiteY160" fmla="*/ 117654 h 547421"/>
              <a:gd name="connsiteX161" fmla="*/ 2720493 w 3298469"/>
              <a:gd name="connsiteY161" fmla="*/ 6097 h 547421"/>
              <a:gd name="connsiteX162" fmla="*/ 2793645 w 3298469"/>
              <a:gd name="connsiteY162" fmla="*/ 6097 h 547421"/>
              <a:gd name="connsiteX163" fmla="*/ 2793645 w 3298469"/>
              <a:gd name="connsiteY163" fmla="*/ 436474 h 547421"/>
              <a:gd name="connsiteX164" fmla="*/ 2720493 w 3298469"/>
              <a:gd name="connsiteY164" fmla="*/ 436474 h 547421"/>
              <a:gd name="connsiteX165" fmla="*/ 2472843 w 3298469"/>
              <a:gd name="connsiteY165" fmla="*/ 6097 h 547421"/>
              <a:gd name="connsiteX166" fmla="*/ 2545995 w 3298469"/>
              <a:gd name="connsiteY166" fmla="*/ 6097 h 547421"/>
              <a:gd name="connsiteX167" fmla="*/ 2545995 w 3298469"/>
              <a:gd name="connsiteY167" fmla="*/ 436474 h 547421"/>
              <a:gd name="connsiteX168" fmla="*/ 2472843 w 3298469"/>
              <a:gd name="connsiteY168" fmla="*/ 436474 h 547421"/>
              <a:gd name="connsiteX169" fmla="*/ 3225317 w 3298469"/>
              <a:gd name="connsiteY169" fmla="*/ 5487 h 547421"/>
              <a:gd name="connsiteX170" fmla="*/ 3297860 w 3298469"/>
              <a:gd name="connsiteY170" fmla="*/ 5487 h 547421"/>
              <a:gd name="connsiteX171" fmla="*/ 3297860 w 3298469"/>
              <a:gd name="connsiteY171" fmla="*/ 79248 h 547421"/>
              <a:gd name="connsiteX172" fmla="*/ 3225317 w 3298469"/>
              <a:gd name="connsiteY172" fmla="*/ 79248 h 547421"/>
              <a:gd name="connsiteX173" fmla="*/ 2844317 w 3298469"/>
              <a:gd name="connsiteY173" fmla="*/ 5487 h 547421"/>
              <a:gd name="connsiteX174" fmla="*/ 2916860 w 3298469"/>
              <a:gd name="connsiteY174" fmla="*/ 5487 h 547421"/>
              <a:gd name="connsiteX175" fmla="*/ 2916860 w 3298469"/>
              <a:gd name="connsiteY175" fmla="*/ 79248 h 547421"/>
              <a:gd name="connsiteX176" fmla="*/ 2844317 w 3298469"/>
              <a:gd name="connsiteY176" fmla="*/ 79248 h 547421"/>
              <a:gd name="connsiteX177" fmla="*/ 2596667 w 3298469"/>
              <a:gd name="connsiteY177" fmla="*/ 5487 h 547421"/>
              <a:gd name="connsiteX178" fmla="*/ 2669210 w 3298469"/>
              <a:gd name="connsiteY178" fmla="*/ 5487 h 547421"/>
              <a:gd name="connsiteX179" fmla="*/ 2669210 w 3298469"/>
              <a:gd name="connsiteY179" fmla="*/ 79248 h 547421"/>
              <a:gd name="connsiteX180" fmla="*/ 2596667 w 3298469"/>
              <a:gd name="connsiteY180" fmla="*/ 79248 h 547421"/>
              <a:gd name="connsiteX181" fmla="*/ 1968017 w 3298469"/>
              <a:gd name="connsiteY181" fmla="*/ 5487 h 547421"/>
              <a:gd name="connsiteX182" fmla="*/ 2040560 w 3298469"/>
              <a:gd name="connsiteY182" fmla="*/ 5487 h 547421"/>
              <a:gd name="connsiteX183" fmla="*/ 2040560 w 3298469"/>
              <a:gd name="connsiteY183" fmla="*/ 79248 h 547421"/>
              <a:gd name="connsiteX184" fmla="*/ 1968017 w 3298469"/>
              <a:gd name="connsiteY184" fmla="*/ 79248 h 547421"/>
              <a:gd name="connsiteX185" fmla="*/ 1053617 w 3298469"/>
              <a:gd name="connsiteY185" fmla="*/ 5487 h 547421"/>
              <a:gd name="connsiteX186" fmla="*/ 1126160 w 3298469"/>
              <a:gd name="connsiteY186" fmla="*/ 5487 h 547421"/>
              <a:gd name="connsiteX187" fmla="*/ 1126160 w 3298469"/>
              <a:gd name="connsiteY187" fmla="*/ 79248 h 547421"/>
              <a:gd name="connsiteX188" fmla="*/ 1053617 w 3298469"/>
              <a:gd name="connsiteY188" fmla="*/ 79248 h 547421"/>
              <a:gd name="connsiteX189" fmla="*/ 930402 w 3298469"/>
              <a:gd name="connsiteY189" fmla="*/ 5487 h 547421"/>
              <a:gd name="connsiteX190" fmla="*/ 1002944 w 3298469"/>
              <a:gd name="connsiteY190" fmla="*/ 5487 h 547421"/>
              <a:gd name="connsiteX191" fmla="*/ 1002944 w 3298469"/>
              <a:gd name="connsiteY191" fmla="*/ 78639 h 547421"/>
              <a:gd name="connsiteX192" fmla="*/ 930402 w 3298469"/>
              <a:gd name="connsiteY192" fmla="*/ 78639 h 547421"/>
              <a:gd name="connsiteX193" fmla="*/ 0 w 3298469"/>
              <a:gd name="connsiteY193" fmla="*/ 5487 h 547421"/>
              <a:gd name="connsiteX194" fmla="*/ 208483 w 3298469"/>
              <a:gd name="connsiteY194" fmla="*/ 5487 h 547421"/>
              <a:gd name="connsiteX195" fmla="*/ 208483 w 3298469"/>
              <a:gd name="connsiteY195" fmla="*/ 71324 h 547421"/>
              <a:gd name="connsiteX196" fmla="*/ 79248 w 3298469"/>
              <a:gd name="connsiteY196" fmla="*/ 71324 h 547421"/>
              <a:gd name="connsiteX197" fmla="*/ 79248 w 3298469"/>
              <a:gd name="connsiteY197" fmla="*/ 172517 h 547421"/>
              <a:gd name="connsiteX198" fmla="*/ 200559 w 3298469"/>
              <a:gd name="connsiteY198" fmla="*/ 172517 h 547421"/>
              <a:gd name="connsiteX199" fmla="*/ 200559 w 3298469"/>
              <a:gd name="connsiteY199" fmla="*/ 237745 h 547421"/>
              <a:gd name="connsiteX200" fmla="*/ 79248 w 3298469"/>
              <a:gd name="connsiteY200" fmla="*/ 237745 h 547421"/>
              <a:gd name="connsiteX201" fmla="*/ 79248 w 3298469"/>
              <a:gd name="connsiteY201" fmla="*/ 370028 h 547421"/>
              <a:gd name="connsiteX202" fmla="*/ 213970 w 3298469"/>
              <a:gd name="connsiteY202" fmla="*/ 370028 h 547421"/>
              <a:gd name="connsiteX203" fmla="*/ 213970 w 3298469"/>
              <a:gd name="connsiteY203" fmla="*/ 436474 h 547421"/>
              <a:gd name="connsiteX204" fmla="*/ 0 w 3298469"/>
              <a:gd name="connsiteY204" fmla="*/ 436474 h 547421"/>
              <a:gd name="connsiteX205" fmla="*/ 2981554 w 3298469"/>
              <a:gd name="connsiteY205" fmla="*/ 0 h 547421"/>
              <a:gd name="connsiteX206" fmla="*/ 3030321 w 3298469"/>
              <a:gd name="connsiteY206" fmla="*/ 0 h 547421"/>
              <a:gd name="connsiteX207" fmla="*/ 3071775 w 3298469"/>
              <a:gd name="connsiteY207" fmla="*/ 30480 h 547421"/>
              <a:gd name="connsiteX208" fmla="*/ 3110789 w 3298469"/>
              <a:gd name="connsiteY208" fmla="*/ 0 h 547421"/>
              <a:gd name="connsiteX209" fmla="*/ 3157728 w 3298469"/>
              <a:gd name="connsiteY209" fmla="*/ 0 h 547421"/>
              <a:gd name="connsiteX210" fmla="*/ 3070555 w 3298469"/>
              <a:gd name="connsiteY210" fmla="*/ 79248 h 547421"/>
              <a:gd name="connsiteX211" fmla="*/ 2981554 w 3298469"/>
              <a:gd name="connsiteY211" fmla="*/ 0 h 5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298469" h="547421">
                <a:moveTo>
                  <a:pt x="1644625" y="175565"/>
                </a:moveTo>
                <a:cubicBezTo>
                  <a:pt x="1626743" y="175565"/>
                  <a:pt x="1617802" y="185929"/>
                  <a:pt x="1617802" y="206655"/>
                </a:cubicBezTo>
                <a:lnTo>
                  <a:pt x="1617802" y="245060"/>
                </a:lnTo>
                <a:lnTo>
                  <a:pt x="1669618" y="245060"/>
                </a:lnTo>
                <a:lnTo>
                  <a:pt x="1669618" y="206655"/>
                </a:lnTo>
                <a:cubicBezTo>
                  <a:pt x="1669618" y="185929"/>
                  <a:pt x="1661287" y="175565"/>
                  <a:pt x="1644625" y="175565"/>
                </a:cubicBezTo>
                <a:close/>
                <a:moveTo>
                  <a:pt x="606400" y="175565"/>
                </a:moveTo>
                <a:cubicBezTo>
                  <a:pt x="588518" y="175565"/>
                  <a:pt x="579577" y="185929"/>
                  <a:pt x="579577" y="206655"/>
                </a:cubicBezTo>
                <a:lnTo>
                  <a:pt x="579577" y="245060"/>
                </a:lnTo>
                <a:lnTo>
                  <a:pt x="631393" y="245060"/>
                </a:lnTo>
                <a:lnTo>
                  <a:pt x="631393" y="206655"/>
                </a:lnTo>
                <a:cubicBezTo>
                  <a:pt x="631393" y="185929"/>
                  <a:pt x="623062" y="175565"/>
                  <a:pt x="606400" y="175565"/>
                </a:cubicBezTo>
                <a:close/>
                <a:moveTo>
                  <a:pt x="3065679" y="173127"/>
                </a:moveTo>
                <a:cubicBezTo>
                  <a:pt x="3046171" y="173127"/>
                  <a:pt x="3036418" y="185522"/>
                  <a:pt x="3036418" y="210313"/>
                </a:cubicBezTo>
                <a:lnTo>
                  <a:pt x="3036418" y="349911"/>
                </a:lnTo>
                <a:cubicBezTo>
                  <a:pt x="3036418" y="373076"/>
                  <a:pt x="3045968" y="384658"/>
                  <a:pt x="3065069" y="384658"/>
                </a:cubicBezTo>
                <a:cubicBezTo>
                  <a:pt x="3084983" y="384658"/>
                  <a:pt x="3094939" y="372873"/>
                  <a:pt x="3094939" y="349301"/>
                </a:cubicBezTo>
                <a:lnTo>
                  <a:pt x="3094939" y="211532"/>
                </a:lnTo>
                <a:cubicBezTo>
                  <a:pt x="3094939" y="185929"/>
                  <a:pt x="3085186" y="173127"/>
                  <a:pt x="3065679" y="173127"/>
                </a:cubicBezTo>
                <a:close/>
                <a:moveTo>
                  <a:pt x="3225317" y="124359"/>
                </a:moveTo>
                <a:lnTo>
                  <a:pt x="3298469" y="124359"/>
                </a:lnTo>
                <a:lnTo>
                  <a:pt x="3298469" y="436474"/>
                </a:lnTo>
                <a:lnTo>
                  <a:pt x="3225317" y="436474"/>
                </a:lnTo>
                <a:close/>
                <a:moveTo>
                  <a:pt x="2844317" y="124359"/>
                </a:moveTo>
                <a:lnTo>
                  <a:pt x="2917469" y="124359"/>
                </a:lnTo>
                <a:lnTo>
                  <a:pt x="2917469" y="436474"/>
                </a:lnTo>
                <a:lnTo>
                  <a:pt x="2844317" y="436474"/>
                </a:lnTo>
                <a:close/>
                <a:moveTo>
                  <a:pt x="2596667" y="124359"/>
                </a:moveTo>
                <a:lnTo>
                  <a:pt x="2669819" y="124359"/>
                </a:lnTo>
                <a:lnTo>
                  <a:pt x="2669819" y="436474"/>
                </a:lnTo>
                <a:lnTo>
                  <a:pt x="2596667" y="436474"/>
                </a:lnTo>
                <a:close/>
                <a:moveTo>
                  <a:pt x="1968017" y="124359"/>
                </a:moveTo>
                <a:lnTo>
                  <a:pt x="2041169" y="124359"/>
                </a:lnTo>
                <a:lnTo>
                  <a:pt x="2041169" y="436474"/>
                </a:lnTo>
                <a:lnTo>
                  <a:pt x="1968017" y="436474"/>
                </a:lnTo>
                <a:close/>
                <a:moveTo>
                  <a:pt x="1303630" y="124359"/>
                </a:moveTo>
                <a:lnTo>
                  <a:pt x="1376172" y="124359"/>
                </a:lnTo>
                <a:lnTo>
                  <a:pt x="1408481" y="340767"/>
                </a:lnTo>
                <a:lnTo>
                  <a:pt x="1445667" y="124359"/>
                </a:lnTo>
                <a:lnTo>
                  <a:pt x="1518209" y="124359"/>
                </a:lnTo>
                <a:lnTo>
                  <a:pt x="1443228" y="436474"/>
                </a:lnTo>
                <a:lnTo>
                  <a:pt x="1372514" y="436474"/>
                </a:lnTo>
                <a:close/>
                <a:moveTo>
                  <a:pt x="1053617" y="124359"/>
                </a:moveTo>
                <a:lnTo>
                  <a:pt x="1126769" y="124359"/>
                </a:lnTo>
                <a:lnTo>
                  <a:pt x="1126769" y="436474"/>
                </a:lnTo>
                <a:lnTo>
                  <a:pt x="1053617" y="436474"/>
                </a:lnTo>
                <a:close/>
                <a:moveTo>
                  <a:pt x="930402" y="123750"/>
                </a:moveTo>
                <a:lnTo>
                  <a:pt x="1002944" y="123750"/>
                </a:lnTo>
                <a:lnTo>
                  <a:pt x="1002944" y="465735"/>
                </a:lnTo>
                <a:cubicBezTo>
                  <a:pt x="1002944" y="497841"/>
                  <a:pt x="995223" y="519786"/>
                  <a:pt x="979780" y="531572"/>
                </a:cubicBezTo>
                <a:cubicBezTo>
                  <a:pt x="968807" y="539700"/>
                  <a:pt x="951535" y="543764"/>
                  <a:pt x="927964" y="543764"/>
                </a:cubicBezTo>
                <a:cubicBezTo>
                  <a:pt x="914959" y="543764"/>
                  <a:pt x="905002" y="543154"/>
                  <a:pt x="898093" y="541935"/>
                </a:cubicBezTo>
                <a:lnTo>
                  <a:pt x="898093" y="481585"/>
                </a:lnTo>
                <a:cubicBezTo>
                  <a:pt x="912724" y="481991"/>
                  <a:pt x="922071" y="479146"/>
                  <a:pt x="926135" y="473050"/>
                </a:cubicBezTo>
                <a:cubicBezTo>
                  <a:pt x="928980" y="468986"/>
                  <a:pt x="930402" y="459436"/>
                  <a:pt x="930402" y="444399"/>
                </a:cubicBezTo>
                <a:close/>
                <a:moveTo>
                  <a:pt x="1930299" y="118873"/>
                </a:moveTo>
                <a:lnTo>
                  <a:pt x="1930299" y="190805"/>
                </a:lnTo>
                <a:cubicBezTo>
                  <a:pt x="1920545" y="187554"/>
                  <a:pt x="1912417" y="185929"/>
                  <a:pt x="1905915" y="185929"/>
                </a:cubicBezTo>
                <a:cubicBezTo>
                  <a:pt x="1885594" y="185929"/>
                  <a:pt x="1871980" y="194057"/>
                  <a:pt x="1865071" y="210313"/>
                </a:cubicBezTo>
                <a:cubicBezTo>
                  <a:pt x="1861007" y="219254"/>
                  <a:pt x="1858975" y="233477"/>
                  <a:pt x="1858975" y="252985"/>
                </a:cubicBezTo>
                <a:lnTo>
                  <a:pt x="1858975" y="436474"/>
                </a:lnTo>
                <a:lnTo>
                  <a:pt x="1787042" y="436474"/>
                </a:lnTo>
                <a:lnTo>
                  <a:pt x="1787042" y="124359"/>
                </a:lnTo>
                <a:lnTo>
                  <a:pt x="1859585" y="124359"/>
                </a:lnTo>
                <a:lnTo>
                  <a:pt x="1858975" y="163983"/>
                </a:lnTo>
                <a:cubicBezTo>
                  <a:pt x="1876044" y="133096"/>
                  <a:pt x="1899818" y="118060"/>
                  <a:pt x="1930299" y="118873"/>
                </a:cubicBezTo>
                <a:close/>
                <a:moveTo>
                  <a:pt x="892073" y="118873"/>
                </a:moveTo>
                <a:lnTo>
                  <a:pt x="892073" y="190805"/>
                </a:lnTo>
                <a:cubicBezTo>
                  <a:pt x="882320" y="187554"/>
                  <a:pt x="874192" y="185929"/>
                  <a:pt x="867689" y="185929"/>
                </a:cubicBezTo>
                <a:cubicBezTo>
                  <a:pt x="847369" y="185929"/>
                  <a:pt x="833755" y="194057"/>
                  <a:pt x="826846" y="210313"/>
                </a:cubicBezTo>
                <a:cubicBezTo>
                  <a:pt x="822782" y="219254"/>
                  <a:pt x="820750" y="233477"/>
                  <a:pt x="820750" y="252985"/>
                </a:cubicBezTo>
                <a:lnTo>
                  <a:pt x="820750" y="436474"/>
                </a:lnTo>
                <a:lnTo>
                  <a:pt x="748817" y="436474"/>
                </a:lnTo>
                <a:lnTo>
                  <a:pt x="748817" y="124359"/>
                </a:lnTo>
                <a:lnTo>
                  <a:pt x="821360" y="124359"/>
                </a:lnTo>
                <a:lnTo>
                  <a:pt x="820750" y="163983"/>
                </a:lnTo>
                <a:cubicBezTo>
                  <a:pt x="837819" y="133096"/>
                  <a:pt x="861593" y="118060"/>
                  <a:pt x="892073" y="118873"/>
                </a:cubicBezTo>
                <a:close/>
                <a:moveTo>
                  <a:pt x="3030321" y="118263"/>
                </a:moveTo>
                <a:cubicBezTo>
                  <a:pt x="3051454" y="118263"/>
                  <a:pt x="3073197" y="128626"/>
                  <a:pt x="3095549" y="149353"/>
                </a:cubicBezTo>
                <a:lnTo>
                  <a:pt x="3095549" y="124359"/>
                </a:lnTo>
                <a:lnTo>
                  <a:pt x="3168091" y="124359"/>
                </a:lnTo>
                <a:lnTo>
                  <a:pt x="3168091" y="447447"/>
                </a:lnTo>
                <a:cubicBezTo>
                  <a:pt x="3168091" y="474676"/>
                  <a:pt x="3163621" y="495402"/>
                  <a:pt x="3154680" y="509626"/>
                </a:cubicBezTo>
                <a:cubicBezTo>
                  <a:pt x="3138831" y="534823"/>
                  <a:pt x="3108147" y="547421"/>
                  <a:pt x="3062631" y="547421"/>
                </a:cubicBezTo>
                <a:cubicBezTo>
                  <a:pt x="3021584" y="547421"/>
                  <a:pt x="2993746" y="536855"/>
                  <a:pt x="2979115" y="515722"/>
                </a:cubicBezTo>
                <a:cubicBezTo>
                  <a:pt x="2970987" y="503937"/>
                  <a:pt x="2966720" y="486055"/>
                  <a:pt x="2966313" y="462077"/>
                </a:cubicBezTo>
                <a:lnTo>
                  <a:pt x="3038247" y="462077"/>
                </a:lnTo>
                <a:cubicBezTo>
                  <a:pt x="3038247" y="484023"/>
                  <a:pt x="3047593" y="494996"/>
                  <a:pt x="3066288" y="494996"/>
                </a:cubicBezTo>
                <a:cubicBezTo>
                  <a:pt x="3085795" y="494996"/>
                  <a:pt x="3095549" y="482601"/>
                  <a:pt x="3095549" y="457810"/>
                </a:cubicBezTo>
                <a:lnTo>
                  <a:pt x="3095549" y="409652"/>
                </a:lnTo>
                <a:cubicBezTo>
                  <a:pt x="3077261" y="429972"/>
                  <a:pt x="3056128" y="440132"/>
                  <a:pt x="3032151" y="440132"/>
                </a:cubicBezTo>
                <a:cubicBezTo>
                  <a:pt x="2987040" y="440132"/>
                  <a:pt x="2964485" y="414122"/>
                  <a:pt x="2964485" y="362103"/>
                </a:cubicBezTo>
                <a:lnTo>
                  <a:pt x="2964485" y="196901"/>
                </a:lnTo>
                <a:cubicBezTo>
                  <a:pt x="2964485" y="144476"/>
                  <a:pt x="2986431" y="118263"/>
                  <a:pt x="3030321" y="118263"/>
                </a:cubicBezTo>
                <a:close/>
                <a:moveTo>
                  <a:pt x="2225955" y="118263"/>
                </a:moveTo>
                <a:cubicBezTo>
                  <a:pt x="2248713" y="118263"/>
                  <a:pt x="2268423" y="128626"/>
                  <a:pt x="2285086" y="149353"/>
                </a:cubicBezTo>
                <a:cubicBezTo>
                  <a:pt x="2308251" y="128626"/>
                  <a:pt x="2332025" y="118263"/>
                  <a:pt x="2356409" y="118263"/>
                </a:cubicBezTo>
                <a:cubicBezTo>
                  <a:pt x="2374697" y="118263"/>
                  <a:pt x="2389734" y="124156"/>
                  <a:pt x="2401519" y="135941"/>
                </a:cubicBezTo>
                <a:cubicBezTo>
                  <a:pt x="2413305" y="147727"/>
                  <a:pt x="2419197" y="165405"/>
                  <a:pt x="2419197" y="188977"/>
                </a:cubicBezTo>
                <a:lnTo>
                  <a:pt x="2419197" y="436474"/>
                </a:lnTo>
                <a:lnTo>
                  <a:pt x="2346655" y="436474"/>
                </a:lnTo>
                <a:lnTo>
                  <a:pt x="2346655" y="206045"/>
                </a:lnTo>
                <a:cubicBezTo>
                  <a:pt x="2346655" y="181661"/>
                  <a:pt x="2337918" y="169469"/>
                  <a:pt x="2320443" y="169469"/>
                </a:cubicBezTo>
                <a:cubicBezTo>
                  <a:pt x="2301342" y="169469"/>
                  <a:pt x="2291791" y="182678"/>
                  <a:pt x="2291791" y="209094"/>
                </a:cubicBezTo>
                <a:lnTo>
                  <a:pt x="2291791" y="436474"/>
                </a:lnTo>
                <a:lnTo>
                  <a:pt x="2219249" y="436474"/>
                </a:lnTo>
                <a:lnTo>
                  <a:pt x="2219249" y="207265"/>
                </a:lnTo>
                <a:cubicBezTo>
                  <a:pt x="2219249" y="181255"/>
                  <a:pt x="2210308" y="168250"/>
                  <a:pt x="2192427" y="168250"/>
                </a:cubicBezTo>
                <a:cubicBezTo>
                  <a:pt x="2173732" y="168250"/>
                  <a:pt x="2164385" y="180645"/>
                  <a:pt x="2164385" y="205436"/>
                </a:cubicBezTo>
                <a:lnTo>
                  <a:pt x="2164385" y="436474"/>
                </a:lnTo>
                <a:lnTo>
                  <a:pt x="2091843" y="436474"/>
                </a:lnTo>
                <a:lnTo>
                  <a:pt x="2091843" y="124359"/>
                </a:lnTo>
                <a:lnTo>
                  <a:pt x="2164995" y="124359"/>
                </a:lnTo>
                <a:lnTo>
                  <a:pt x="2164995" y="145085"/>
                </a:lnTo>
                <a:cubicBezTo>
                  <a:pt x="2185721" y="127204"/>
                  <a:pt x="2206041" y="118263"/>
                  <a:pt x="2225955" y="118263"/>
                </a:cubicBezTo>
                <a:close/>
                <a:moveTo>
                  <a:pt x="388849" y="118263"/>
                </a:moveTo>
                <a:cubicBezTo>
                  <a:pt x="409982" y="118263"/>
                  <a:pt x="426644" y="125172"/>
                  <a:pt x="438836" y="138989"/>
                </a:cubicBezTo>
                <a:cubicBezTo>
                  <a:pt x="448590" y="150369"/>
                  <a:pt x="453466" y="168250"/>
                  <a:pt x="453466" y="192634"/>
                </a:cubicBezTo>
                <a:lnTo>
                  <a:pt x="453466" y="436474"/>
                </a:lnTo>
                <a:lnTo>
                  <a:pt x="382143" y="436474"/>
                </a:lnTo>
                <a:lnTo>
                  <a:pt x="382143" y="207265"/>
                </a:lnTo>
                <a:cubicBezTo>
                  <a:pt x="382143" y="182068"/>
                  <a:pt x="373609" y="169469"/>
                  <a:pt x="356540" y="169469"/>
                </a:cubicBezTo>
                <a:cubicBezTo>
                  <a:pt x="336220" y="169469"/>
                  <a:pt x="326060" y="183490"/>
                  <a:pt x="326060" y="211532"/>
                </a:cubicBezTo>
                <a:lnTo>
                  <a:pt x="326060" y="436474"/>
                </a:lnTo>
                <a:lnTo>
                  <a:pt x="253518" y="436474"/>
                </a:lnTo>
                <a:lnTo>
                  <a:pt x="253518" y="124359"/>
                </a:lnTo>
                <a:lnTo>
                  <a:pt x="327279" y="124359"/>
                </a:lnTo>
                <a:lnTo>
                  <a:pt x="326060" y="147524"/>
                </a:lnTo>
                <a:cubicBezTo>
                  <a:pt x="346380" y="128016"/>
                  <a:pt x="367310" y="118263"/>
                  <a:pt x="388849" y="118263"/>
                </a:cubicBezTo>
                <a:close/>
                <a:moveTo>
                  <a:pt x="1644625" y="117654"/>
                </a:moveTo>
                <a:cubicBezTo>
                  <a:pt x="1676730" y="117654"/>
                  <a:pt x="1701927" y="126798"/>
                  <a:pt x="1720215" y="145085"/>
                </a:cubicBezTo>
                <a:cubicBezTo>
                  <a:pt x="1734439" y="159310"/>
                  <a:pt x="1741551" y="180036"/>
                  <a:pt x="1741551" y="207265"/>
                </a:cubicBezTo>
                <a:lnTo>
                  <a:pt x="1741551" y="296266"/>
                </a:lnTo>
                <a:lnTo>
                  <a:pt x="1617193" y="296266"/>
                </a:lnTo>
                <a:lnTo>
                  <a:pt x="1617193" y="347473"/>
                </a:lnTo>
                <a:cubicBezTo>
                  <a:pt x="1617193" y="373076"/>
                  <a:pt x="1626133" y="385877"/>
                  <a:pt x="1644015" y="385877"/>
                </a:cubicBezTo>
                <a:cubicBezTo>
                  <a:pt x="1652549" y="385877"/>
                  <a:pt x="1658950" y="383033"/>
                  <a:pt x="1663217" y="377343"/>
                </a:cubicBezTo>
                <a:cubicBezTo>
                  <a:pt x="1667485" y="371653"/>
                  <a:pt x="1669618" y="357023"/>
                  <a:pt x="1669618" y="333452"/>
                </a:cubicBezTo>
                <a:lnTo>
                  <a:pt x="1740332" y="333452"/>
                </a:lnTo>
                <a:lnTo>
                  <a:pt x="1740332" y="358445"/>
                </a:lnTo>
                <a:cubicBezTo>
                  <a:pt x="1740332" y="414529"/>
                  <a:pt x="1708633" y="442570"/>
                  <a:pt x="1645234" y="442570"/>
                </a:cubicBezTo>
                <a:cubicBezTo>
                  <a:pt x="1578585" y="442570"/>
                  <a:pt x="1545260" y="409245"/>
                  <a:pt x="1545260" y="342596"/>
                </a:cubicBezTo>
                <a:lnTo>
                  <a:pt x="1545260" y="210922"/>
                </a:lnTo>
                <a:cubicBezTo>
                  <a:pt x="1545260" y="176378"/>
                  <a:pt x="1556436" y="151385"/>
                  <a:pt x="1578788" y="135941"/>
                </a:cubicBezTo>
                <a:cubicBezTo>
                  <a:pt x="1596263" y="123750"/>
                  <a:pt x="1618209" y="117654"/>
                  <a:pt x="1644625" y="117654"/>
                </a:cubicBezTo>
                <a:close/>
                <a:moveTo>
                  <a:pt x="606400" y="117654"/>
                </a:moveTo>
                <a:cubicBezTo>
                  <a:pt x="638505" y="117654"/>
                  <a:pt x="663702" y="126798"/>
                  <a:pt x="681990" y="145085"/>
                </a:cubicBezTo>
                <a:cubicBezTo>
                  <a:pt x="696214" y="159310"/>
                  <a:pt x="703326" y="180036"/>
                  <a:pt x="703326" y="207265"/>
                </a:cubicBezTo>
                <a:lnTo>
                  <a:pt x="703326" y="296266"/>
                </a:lnTo>
                <a:lnTo>
                  <a:pt x="578968" y="296266"/>
                </a:lnTo>
                <a:lnTo>
                  <a:pt x="578968" y="347473"/>
                </a:lnTo>
                <a:cubicBezTo>
                  <a:pt x="578968" y="373076"/>
                  <a:pt x="587909" y="385877"/>
                  <a:pt x="605790" y="385877"/>
                </a:cubicBezTo>
                <a:cubicBezTo>
                  <a:pt x="614325" y="385877"/>
                  <a:pt x="620725" y="383033"/>
                  <a:pt x="624993" y="377343"/>
                </a:cubicBezTo>
                <a:cubicBezTo>
                  <a:pt x="629260" y="371653"/>
                  <a:pt x="631393" y="357023"/>
                  <a:pt x="631393" y="333452"/>
                </a:cubicBezTo>
                <a:lnTo>
                  <a:pt x="702107" y="333452"/>
                </a:lnTo>
                <a:lnTo>
                  <a:pt x="702107" y="358445"/>
                </a:lnTo>
                <a:cubicBezTo>
                  <a:pt x="702107" y="414529"/>
                  <a:pt x="670408" y="442570"/>
                  <a:pt x="607009" y="442570"/>
                </a:cubicBezTo>
                <a:cubicBezTo>
                  <a:pt x="540360" y="442570"/>
                  <a:pt x="507035" y="409245"/>
                  <a:pt x="507035" y="342596"/>
                </a:cubicBezTo>
                <a:lnTo>
                  <a:pt x="507035" y="210922"/>
                </a:lnTo>
                <a:cubicBezTo>
                  <a:pt x="507035" y="176378"/>
                  <a:pt x="518211" y="151385"/>
                  <a:pt x="540563" y="135941"/>
                </a:cubicBezTo>
                <a:cubicBezTo>
                  <a:pt x="558038" y="123750"/>
                  <a:pt x="579984" y="117654"/>
                  <a:pt x="606400" y="117654"/>
                </a:cubicBezTo>
                <a:close/>
                <a:moveTo>
                  <a:pt x="2720493" y="6097"/>
                </a:moveTo>
                <a:lnTo>
                  <a:pt x="2793645" y="6097"/>
                </a:lnTo>
                <a:lnTo>
                  <a:pt x="2793645" y="436474"/>
                </a:lnTo>
                <a:lnTo>
                  <a:pt x="2720493" y="436474"/>
                </a:lnTo>
                <a:close/>
                <a:moveTo>
                  <a:pt x="2472843" y="6097"/>
                </a:moveTo>
                <a:lnTo>
                  <a:pt x="2545995" y="6097"/>
                </a:lnTo>
                <a:lnTo>
                  <a:pt x="2545995" y="436474"/>
                </a:lnTo>
                <a:lnTo>
                  <a:pt x="2472843" y="436474"/>
                </a:lnTo>
                <a:close/>
                <a:moveTo>
                  <a:pt x="3225317" y="5487"/>
                </a:moveTo>
                <a:lnTo>
                  <a:pt x="3297860" y="5487"/>
                </a:lnTo>
                <a:lnTo>
                  <a:pt x="3297860" y="79248"/>
                </a:lnTo>
                <a:lnTo>
                  <a:pt x="3225317" y="79248"/>
                </a:lnTo>
                <a:close/>
                <a:moveTo>
                  <a:pt x="2844317" y="5487"/>
                </a:moveTo>
                <a:lnTo>
                  <a:pt x="2916860" y="5487"/>
                </a:lnTo>
                <a:lnTo>
                  <a:pt x="2916860" y="79248"/>
                </a:lnTo>
                <a:lnTo>
                  <a:pt x="2844317" y="79248"/>
                </a:lnTo>
                <a:close/>
                <a:moveTo>
                  <a:pt x="2596667" y="5487"/>
                </a:moveTo>
                <a:lnTo>
                  <a:pt x="2669210" y="5487"/>
                </a:lnTo>
                <a:lnTo>
                  <a:pt x="2669210" y="79248"/>
                </a:lnTo>
                <a:lnTo>
                  <a:pt x="2596667" y="79248"/>
                </a:lnTo>
                <a:close/>
                <a:moveTo>
                  <a:pt x="1968017" y="5487"/>
                </a:moveTo>
                <a:lnTo>
                  <a:pt x="2040560" y="5487"/>
                </a:lnTo>
                <a:lnTo>
                  <a:pt x="2040560" y="79248"/>
                </a:lnTo>
                <a:lnTo>
                  <a:pt x="1968017" y="79248"/>
                </a:lnTo>
                <a:close/>
                <a:moveTo>
                  <a:pt x="1053617" y="5487"/>
                </a:moveTo>
                <a:lnTo>
                  <a:pt x="1126160" y="5487"/>
                </a:lnTo>
                <a:lnTo>
                  <a:pt x="1126160" y="79248"/>
                </a:lnTo>
                <a:lnTo>
                  <a:pt x="1053617" y="79248"/>
                </a:lnTo>
                <a:close/>
                <a:moveTo>
                  <a:pt x="930402" y="5487"/>
                </a:moveTo>
                <a:lnTo>
                  <a:pt x="1002944" y="5487"/>
                </a:lnTo>
                <a:lnTo>
                  <a:pt x="1002944" y="78639"/>
                </a:lnTo>
                <a:lnTo>
                  <a:pt x="930402" y="78639"/>
                </a:lnTo>
                <a:close/>
                <a:moveTo>
                  <a:pt x="0" y="5487"/>
                </a:moveTo>
                <a:lnTo>
                  <a:pt x="208483" y="5487"/>
                </a:lnTo>
                <a:lnTo>
                  <a:pt x="208483" y="71324"/>
                </a:lnTo>
                <a:lnTo>
                  <a:pt x="79248" y="71324"/>
                </a:lnTo>
                <a:lnTo>
                  <a:pt x="79248" y="172517"/>
                </a:lnTo>
                <a:lnTo>
                  <a:pt x="200559" y="172517"/>
                </a:lnTo>
                <a:lnTo>
                  <a:pt x="200559" y="237745"/>
                </a:lnTo>
                <a:lnTo>
                  <a:pt x="79248" y="237745"/>
                </a:lnTo>
                <a:lnTo>
                  <a:pt x="79248" y="370028"/>
                </a:lnTo>
                <a:lnTo>
                  <a:pt x="213970" y="370028"/>
                </a:lnTo>
                <a:lnTo>
                  <a:pt x="213970" y="436474"/>
                </a:lnTo>
                <a:lnTo>
                  <a:pt x="0" y="436474"/>
                </a:lnTo>
                <a:close/>
                <a:moveTo>
                  <a:pt x="2981554" y="0"/>
                </a:moveTo>
                <a:lnTo>
                  <a:pt x="3030321" y="0"/>
                </a:lnTo>
                <a:cubicBezTo>
                  <a:pt x="3038043" y="20320"/>
                  <a:pt x="3051861" y="30480"/>
                  <a:pt x="3071775" y="30480"/>
                </a:cubicBezTo>
                <a:cubicBezTo>
                  <a:pt x="3091688" y="30480"/>
                  <a:pt x="3104693" y="20320"/>
                  <a:pt x="3110789" y="0"/>
                </a:cubicBezTo>
                <a:lnTo>
                  <a:pt x="3157728" y="0"/>
                </a:lnTo>
                <a:cubicBezTo>
                  <a:pt x="3146349" y="52833"/>
                  <a:pt x="3117291" y="79248"/>
                  <a:pt x="3070555" y="79248"/>
                </a:cubicBezTo>
                <a:cubicBezTo>
                  <a:pt x="3022600" y="79248"/>
                  <a:pt x="2992933" y="52833"/>
                  <a:pt x="29815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E8C0A-7FC2-BD83-7543-7A68EB970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E82EAB-512B-8C1F-5130-35023AC0155B}"/>
              </a:ext>
            </a:extLst>
          </p:cNvPr>
          <p:cNvSpPr txBox="1"/>
          <p:nvPr userDrawn="1"/>
        </p:nvSpPr>
        <p:spPr>
          <a:xfrm>
            <a:off x="7719272" y="2526191"/>
            <a:ext cx="3183102" cy="541324"/>
          </a:xfrm>
          <a:custGeom>
            <a:avLst/>
            <a:gdLst>
              <a:gd name="connsiteX0" fmla="*/ 3096539 w 3183102"/>
              <a:gd name="connsiteY0" fmla="*/ 273100 h 541324"/>
              <a:gd name="connsiteX1" fmla="*/ 3061182 w 3183102"/>
              <a:gd name="connsiteY1" fmla="*/ 296265 h 541324"/>
              <a:gd name="connsiteX2" fmla="*/ 3047771 w 3183102"/>
              <a:gd name="connsiteY2" fmla="*/ 313334 h 541324"/>
              <a:gd name="connsiteX3" fmla="*/ 3044723 w 3183102"/>
              <a:gd name="connsiteY3" fmla="*/ 348081 h 541324"/>
              <a:gd name="connsiteX4" fmla="*/ 3061792 w 3183102"/>
              <a:gd name="connsiteY4" fmla="*/ 382219 h 541324"/>
              <a:gd name="connsiteX5" fmla="*/ 3096539 w 3183102"/>
              <a:gd name="connsiteY5" fmla="*/ 364540 h 541324"/>
              <a:gd name="connsiteX6" fmla="*/ 2210714 w 3183102"/>
              <a:gd name="connsiteY6" fmla="*/ 273100 h 541324"/>
              <a:gd name="connsiteX7" fmla="*/ 2175357 w 3183102"/>
              <a:gd name="connsiteY7" fmla="*/ 296265 h 541324"/>
              <a:gd name="connsiteX8" fmla="*/ 2161946 w 3183102"/>
              <a:gd name="connsiteY8" fmla="*/ 313334 h 541324"/>
              <a:gd name="connsiteX9" fmla="*/ 2158898 w 3183102"/>
              <a:gd name="connsiteY9" fmla="*/ 348081 h 541324"/>
              <a:gd name="connsiteX10" fmla="*/ 2175967 w 3183102"/>
              <a:gd name="connsiteY10" fmla="*/ 382219 h 541324"/>
              <a:gd name="connsiteX11" fmla="*/ 2210714 w 3183102"/>
              <a:gd name="connsiteY11" fmla="*/ 364540 h 541324"/>
              <a:gd name="connsiteX12" fmla="*/ 1848764 w 3183102"/>
              <a:gd name="connsiteY12" fmla="*/ 273100 h 541324"/>
              <a:gd name="connsiteX13" fmla="*/ 1813407 w 3183102"/>
              <a:gd name="connsiteY13" fmla="*/ 296265 h 541324"/>
              <a:gd name="connsiteX14" fmla="*/ 1799996 w 3183102"/>
              <a:gd name="connsiteY14" fmla="*/ 313334 h 541324"/>
              <a:gd name="connsiteX15" fmla="*/ 1796948 w 3183102"/>
              <a:gd name="connsiteY15" fmla="*/ 348081 h 541324"/>
              <a:gd name="connsiteX16" fmla="*/ 1814017 w 3183102"/>
              <a:gd name="connsiteY16" fmla="*/ 382219 h 541324"/>
              <a:gd name="connsiteX17" fmla="*/ 1848764 w 3183102"/>
              <a:gd name="connsiteY17" fmla="*/ 364540 h 541324"/>
              <a:gd name="connsiteX18" fmla="*/ 1229639 w 3183102"/>
              <a:gd name="connsiteY18" fmla="*/ 273100 h 541324"/>
              <a:gd name="connsiteX19" fmla="*/ 1194282 w 3183102"/>
              <a:gd name="connsiteY19" fmla="*/ 296265 h 541324"/>
              <a:gd name="connsiteX20" fmla="*/ 1180871 w 3183102"/>
              <a:gd name="connsiteY20" fmla="*/ 313334 h 541324"/>
              <a:gd name="connsiteX21" fmla="*/ 1177823 w 3183102"/>
              <a:gd name="connsiteY21" fmla="*/ 348081 h 541324"/>
              <a:gd name="connsiteX22" fmla="*/ 1194892 w 3183102"/>
              <a:gd name="connsiteY22" fmla="*/ 382219 h 541324"/>
              <a:gd name="connsiteX23" fmla="*/ 1229639 w 3183102"/>
              <a:gd name="connsiteY23" fmla="*/ 364540 h 541324"/>
              <a:gd name="connsiteX24" fmla="*/ 573786 w 3183102"/>
              <a:gd name="connsiteY24" fmla="*/ 167030 h 541324"/>
              <a:gd name="connsiteX25" fmla="*/ 544525 w 3183102"/>
              <a:gd name="connsiteY25" fmla="*/ 204216 h 541324"/>
              <a:gd name="connsiteX26" fmla="*/ 544525 w 3183102"/>
              <a:gd name="connsiteY26" fmla="*/ 343814 h 541324"/>
              <a:gd name="connsiteX27" fmla="*/ 573176 w 3183102"/>
              <a:gd name="connsiteY27" fmla="*/ 378561 h 541324"/>
              <a:gd name="connsiteX28" fmla="*/ 603047 w 3183102"/>
              <a:gd name="connsiteY28" fmla="*/ 343204 h 541324"/>
              <a:gd name="connsiteX29" fmla="*/ 603047 w 3183102"/>
              <a:gd name="connsiteY29" fmla="*/ 205435 h 541324"/>
              <a:gd name="connsiteX30" fmla="*/ 573786 w 3183102"/>
              <a:gd name="connsiteY30" fmla="*/ 167030 h 541324"/>
              <a:gd name="connsiteX31" fmla="*/ 2612212 w 3183102"/>
              <a:gd name="connsiteY31" fmla="*/ 118262 h 541324"/>
              <a:gd name="connsiteX32" fmla="*/ 2684145 w 3183102"/>
              <a:gd name="connsiteY32" fmla="*/ 118262 h 541324"/>
              <a:gd name="connsiteX33" fmla="*/ 2724378 w 3183102"/>
              <a:gd name="connsiteY33" fmla="*/ 318820 h 541324"/>
              <a:gd name="connsiteX34" fmla="*/ 2755468 w 3183102"/>
              <a:gd name="connsiteY34" fmla="*/ 118262 h 541324"/>
              <a:gd name="connsiteX35" fmla="*/ 2826791 w 3183102"/>
              <a:gd name="connsiteY35" fmla="*/ 118262 h 541324"/>
              <a:gd name="connsiteX36" fmla="*/ 2755468 w 3183102"/>
              <a:gd name="connsiteY36" fmla="*/ 452323 h 541324"/>
              <a:gd name="connsiteX37" fmla="*/ 2728646 w 3183102"/>
              <a:gd name="connsiteY37" fmla="*/ 518769 h 541324"/>
              <a:gd name="connsiteX38" fmla="*/ 2669514 w 3183102"/>
              <a:gd name="connsiteY38" fmla="*/ 538276 h 541324"/>
              <a:gd name="connsiteX39" fmla="*/ 2621356 w 3183102"/>
              <a:gd name="connsiteY39" fmla="*/ 532790 h 541324"/>
              <a:gd name="connsiteX40" fmla="*/ 2631719 w 3183102"/>
              <a:gd name="connsiteY40" fmla="*/ 475488 h 541324"/>
              <a:gd name="connsiteX41" fmla="*/ 2660370 w 3183102"/>
              <a:gd name="connsiteY41" fmla="*/ 479755 h 541324"/>
              <a:gd name="connsiteX42" fmla="*/ 2688412 w 3183102"/>
              <a:gd name="connsiteY42" fmla="*/ 455980 h 541324"/>
              <a:gd name="connsiteX43" fmla="*/ 2693289 w 3183102"/>
              <a:gd name="connsiteY43" fmla="*/ 430377 h 541324"/>
              <a:gd name="connsiteX44" fmla="*/ 2514600 w 3183102"/>
              <a:gd name="connsiteY44" fmla="*/ 118262 h 541324"/>
              <a:gd name="connsiteX45" fmla="*/ 2587752 w 3183102"/>
              <a:gd name="connsiteY45" fmla="*/ 118262 h 541324"/>
              <a:gd name="connsiteX46" fmla="*/ 2587752 w 3183102"/>
              <a:gd name="connsiteY46" fmla="*/ 430377 h 541324"/>
              <a:gd name="connsiteX47" fmla="*/ 2514600 w 3183102"/>
              <a:gd name="connsiteY47" fmla="*/ 430377 h 541324"/>
              <a:gd name="connsiteX48" fmla="*/ 733424 w 3183102"/>
              <a:gd name="connsiteY48" fmla="*/ 118262 h 541324"/>
              <a:gd name="connsiteX49" fmla="*/ 805967 w 3183102"/>
              <a:gd name="connsiteY49" fmla="*/ 118262 h 541324"/>
              <a:gd name="connsiteX50" fmla="*/ 805967 w 3183102"/>
              <a:gd name="connsiteY50" fmla="*/ 343204 h 541324"/>
              <a:gd name="connsiteX51" fmla="*/ 832789 w 3183102"/>
              <a:gd name="connsiteY51" fmla="*/ 380390 h 541324"/>
              <a:gd name="connsiteX52" fmla="*/ 860831 w 3183102"/>
              <a:gd name="connsiteY52" fmla="*/ 338937 h 541324"/>
              <a:gd name="connsiteX53" fmla="*/ 860831 w 3183102"/>
              <a:gd name="connsiteY53" fmla="*/ 118262 h 541324"/>
              <a:gd name="connsiteX54" fmla="*/ 933983 w 3183102"/>
              <a:gd name="connsiteY54" fmla="*/ 118262 h 541324"/>
              <a:gd name="connsiteX55" fmla="*/ 933983 w 3183102"/>
              <a:gd name="connsiteY55" fmla="*/ 430377 h 541324"/>
              <a:gd name="connsiteX56" fmla="*/ 860831 w 3183102"/>
              <a:gd name="connsiteY56" fmla="*/ 430377 h 541324"/>
              <a:gd name="connsiteX57" fmla="*/ 860831 w 3183102"/>
              <a:gd name="connsiteY57" fmla="*/ 405384 h 541324"/>
              <a:gd name="connsiteX58" fmla="*/ 793775 w 3183102"/>
              <a:gd name="connsiteY58" fmla="*/ 435864 h 541324"/>
              <a:gd name="connsiteX59" fmla="*/ 735253 w 3183102"/>
              <a:gd name="connsiteY59" fmla="*/ 387705 h 541324"/>
              <a:gd name="connsiteX60" fmla="*/ 733424 w 3183102"/>
              <a:gd name="connsiteY60" fmla="*/ 353568 h 541324"/>
              <a:gd name="connsiteX61" fmla="*/ 230962 w 3183102"/>
              <a:gd name="connsiteY61" fmla="*/ 118262 h 541324"/>
              <a:gd name="connsiteX62" fmla="*/ 302895 w 3183102"/>
              <a:gd name="connsiteY62" fmla="*/ 118262 h 541324"/>
              <a:gd name="connsiteX63" fmla="*/ 343128 w 3183102"/>
              <a:gd name="connsiteY63" fmla="*/ 318820 h 541324"/>
              <a:gd name="connsiteX64" fmla="*/ 374218 w 3183102"/>
              <a:gd name="connsiteY64" fmla="*/ 118262 h 541324"/>
              <a:gd name="connsiteX65" fmla="*/ 445541 w 3183102"/>
              <a:gd name="connsiteY65" fmla="*/ 118262 h 541324"/>
              <a:gd name="connsiteX66" fmla="*/ 374218 w 3183102"/>
              <a:gd name="connsiteY66" fmla="*/ 452323 h 541324"/>
              <a:gd name="connsiteX67" fmla="*/ 347396 w 3183102"/>
              <a:gd name="connsiteY67" fmla="*/ 518769 h 541324"/>
              <a:gd name="connsiteX68" fmla="*/ 288264 w 3183102"/>
              <a:gd name="connsiteY68" fmla="*/ 538276 h 541324"/>
              <a:gd name="connsiteX69" fmla="*/ 240106 w 3183102"/>
              <a:gd name="connsiteY69" fmla="*/ 532790 h 541324"/>
              <a:gd name="connsiteX70" fmla="*/ 250469 w 3183102"/>
              <a:gd name="connsiteY70" fmla="*/ 475488 h 541324"/>
              <a:gd name="connsiteX71" fmla="*/ 279120 w 3183102"/>
              <a:gd name="connsiteY71" fmla="*/ 479755 h 541324"/>
              <a:gd name="connsiteX72" fmla="*/ 307162 w 3183102"/>
              <a:gd name="connsiteY72" fmla="*/ 455980 h 541324"/>
              <a:gd name="connsiteX73" fmla="*/ 312039 w 3183102"/>
              <a:gd name="connsiteY73" fmla="*/ 430377 h 541324"/>
              <a:gd name="connsiteX74" fmla="*/ 0 w 3183102"/>
              <a:gd name="connsiteY74" fmla="*/ 118262 h 541324"/>
              <a:gd name="connsiteX75" fmla="*/ 72542 w 3183102"/>
              <a:gd name="connsiteY75" fmla="*/ 118262 h 541324"/>
              <a:gd name="connsiteX76" fmla="*/ 72542 w 3183102"/>
              <a:gd name="connsiteY76" fmla="*/ 343204 h 541324"/>
              <a:gd name="connsiteX77" fmla="*/ 99364 w 3183102"/>
              <a:gd name="connsiteY77" fmla="*/ 380390 h 541324"/>
              <a:gd name="connsiteX78" fmla="*/ 127406 w 3183102"/>
              <a:gd name="connsiteY78" fmla="*/ 338937 h 541324"/>
              <a:gd name="connsiteX79" fmla="*/ 127406 w 3183102"/>
              <a:gd name="connsiteY79" fmla="*/ 118262 h 541324"/>
              <a:gd name="connsiteX80" fmla="*/ 200558 w 3183102"/>
              <a:gd name="connsiteY80" fmla="*/ 118262 h 541324"/>
              <a:gd name="connsiteX81" fmla="*/ 200558 w 3183102"/>
              <a:gd name="connsiteY81" fmla="*/ 430377 h 541324"/>
              <a:gd name="connsiteX82" fmla="*/ 127406 w 3183102"/>
              <a:gd name="connsiteY82" fmla="*/ 430377 h 541324"/>
              <a:gd name="connsiteX83" fmla="*/ 127406 w 3183102"/>
              <a:gd name="connsiteY83" fmla="*/ 405384 h 541324"/>
              <a:gd name="connsiteX84" fmla="*/ 60350 w 3183102"/>
              <a:gd name="connsiteY84" fmla="*/ 435864 h 541324"/>
              <a:gd name="connsiteX85" fmla="*/ 1828 w 3183102"/>
              <a:gd name="connsiteY85" fmla="*/ 387705 h 541324"/>
              <a:gd name="connsiteX86" fmla="*/ 0 w 3183102"/>
              <a:gd name="connsiteY86" fmla="*/ 353568 h 541324"/>
              <a:gd name="connsiteX87" fmla="*/ 2476881 w 3183102"/>
              <a:gd name="connsiteY87" fmla="*/ 112776 h 541324"/>
              <a:gd name="connsiteX88" fmla="*/ 2476881 w 3183102"/>
              <a:gd name="connsiteY88" fmla="*/ 184708 h 541324"/>
              <a:gd name="connsiteX89" fmla="*/ 2452497 w 3183102"/>
              <a:gd name="connsiteY89" fmla="*/ 179832 h 541324"/>
              <a:gd name="connsiteX90" fmla="*/ 2411654 w 3183102"/>
              <a:gd name="connsiteY90" fmla="*/ 204216 h 541324"/>
              <a:gd name="connsiteX91" fmla="*/ 2405557 w 3183102"/>
              <a:gd name="connsiteY91" fmla="*/ 246888 h 541324"/>
              <a:gd name="connsiteX92" fmla="*/ 2405557 w 3183102"/>
              <a:gd name="connsiteY92" fmla="*/ 430377 h 541324"/>
              <a:gd name="connsiteX93" fmla="*/ 2333624 w 3183102"/>
              <a:gd name="connsiteY93" fmla="*/ 430377 h 541324"/>
              <a:gd name="connsiteX94" fmla="*/ 2333624 w 3183102"/>
              <a:gd name="connsiteY94" fmla="*/ 118262 h 541324"/>
              <a:gd name="connsiteX95" fmla="*/ 2406167 w 3183102"/>
              <a:gd name="connsiteY95" fmla="*/ 118262 h 541324"/>
              <a:gd name="connsiteX96" fmla="*/ 2405557 w 3183102"/>
              <a:gd name="connsiteY96" fmla="*/ 157886 h 541324"/>
              <a:gd name="connsiteX97" fmla="*/ 2476881 w 3183102"/>
              <a:gd name="connsiteY97" fmla="*/ 112776 h 541324"/>
              <a:gd name="connsiteX98" fmla="*/ 1486662 w 3183102"/>
              <a:gd name="connsiteY98" fmla="*/ 112166 h 541324"/>
              <a:gd name="connsiteX99" fmla="*/ 1545793 w 3183102"/>
              <a:gd name="connsiteY99" fmla="*/ 143256 h 541324"/>
              <a:gd name="connsiteX100" fmla="*/ 1617116 w 3183102"/>
              <a:gd name="connsiteY100" fmla="*/ 112166 h 541324"/>
              <a:gd name="connsiteX101" fmla="*/ 1662226 w 3183102"/>
              <a:gd name="connsiteY101" fmla="*/ 129844 h 541324"/>
              <a:gd name="connsiteX102" fmla="*/ 1679905 w 3183102"/>
              <a:gd name="connsiteY102" fmla="*/ 182880 h 541324"/>
              <a:gd name="connsiteX103" fmla="*/ 1679905 w 3183102"/>
              <a:gd name="connsiteY103" fmla="*/ 430377 h 541324"/>
              <a:gd name="connsiteX104" fmla="*/ 1607362 w 3183102"/>
              <a:gd name="connsiteY104" fmla="*/ 430377 h 541324"/>
              <a:gd name="connsiteX105" fmla="*/ 1607362 w 3183102"/>
              <a:gd name="connsiteY105" fmla="*/ 199948 h 541324"/>
              <a:gd name="connsiteX106" fmla="*/ 1581150 w 3183102"/>
              <a:gd name="connsiteY106" fmla="*/ 163372 h 541324"/>
              <a:gd name="connsiteX107" fmla="*/ 1552498 w 3183102"/>
              <a:gd name="connsiteY107" fmla="*/ 202996 h 541324"/>
              <a:gd name="connsiteX108" fmla="*/ 1552498 w 3183102"/>
              <a:gd name="connsiteY108" fmla="*/ 430377 h 541324"/>
              <a:gd name="connsiteX109" fmla="*/ 1479956 w 3183102"/>
              <a:gd name="connsiteY109" fmla="*/ 430377 h 541324"/>
              <a:gd name="connsiteX110" fmla="*/ 1479956 w 3183102"/>
              <a:gd name="connsiteY110" fmla="*/ 201168 h 541324"/>
              <a:gd name="connsiteX111" fmla="*/ 1453134 w 3183102"/>
              <a:gd name="connsiteY111" fmla="*/ 162153 h 541324"/>
              <a:gd name="connsiteX112" fmla="*/ 1425092 w 3183102"/>
              <a:gd name="connsiteY112" fmla="*/ 199339 h 541324"/>
              <a:gd name="connsiteX113" fmla="*/ 1425092 w 3183102"/>
              <a:gd name="connsiteY113" fmla="*/ 430377 h 541324"/>
              <a:gd name="connsiteX114" fmla="*/ 1352550 w 3183102"/>
              <a:gd name="connsiteY114" fmla="*/ 430377 h 541324"/>
              <a:gd name="connsiteX115" fmla="*/ 1352550 w 3183102"/>
              <a:gd name="connsiteY115" fmla="*/ 118262 h 541324"/>
              <a:gd name="connsiteX116" fmla="*/ 1425702 w 3183102"/>
              <a:gd name="connsiteY116" fmla="*/ 118262 h 541324"/>
              <a:gd name="connsiteX117" fmla="*/ 1425702 w 3183102"/>
              <a:gd name="connsiteY117" fmla="*/ 138988 h 541324"/>
              <a:gd name="connsiteX118" fmla="*/ 1486662 w 3183102"/>
              <a:gd name="connsiteY118" fmla="*/ 112166 h 541324"/>
              <a:gd name="connsiteX119" fmla="*/ 538429 w 3183102"/>
              <a:gd name="connsiteY119" fmla="*/ 112166 h 541324"/>
              <a:gd name="connsiteX120" fmla="*/ 603656 w 3183102"/>
              <a:gd name="connsiteY120" fmla="*/ 143256 h 541324"/>
              <a:gd name="connsiteX121" fmla="*/ 603656 w 3183102"/>
              <a:gd name="connsiteY121" fmla="*/ 118262 h 541324"/>
              <a:gd name="connsiteX122" fmla="*/ 676198 w 3183102"/>
              <a:gd name="connsiteY122" fmla="*/ 118262 h 541324"/>
              <a:gd name="connsiteX123" fmla="*/ 676198 w 3183102"/>
              <a:gd name="connsiteY123" fmla="*/ 441350 h 541324"/>
              <a:gd name="connsiteX124" fmla="*/ 662787 w 3183102"/>
              <a:gd name="connsiteY124" fmla="*/ 503529 h 541324"/>
              <a:gd name="connsiteX125" fmla="*/ 570738 w 3183102"/>
              <a:gd name="connsiteY125" fmla="*/ 541324 h 541324"/>
              <a:gd name="connsiteX126" fmla="*/ 487222 w 3183102"/>
              <a:gd name="connsiteY126" fmla="*/ 509625 h 541324"/>
              <a:gd name="connsiteX127" fmla="*/ 474421 w 3183102"/>
              <a:gd name="connsiteY127" fmla="*/ 455980 h 541324"/>
              <a:gd name="connsiteX128" fmla="*/ 546354 w 3183102"/>
              <a:gd name="connsiteY128" fmla="*/ 455980 h 541324"/>
              <a:gd name="connsiteX129" fmla="*/ 574395 w 3183102"/>
              <a:gd name="connsiteY129" fmla="*/ 488899 h 541324"/>
              <a:gd name="connsiteX130" fmla="*/ 603656 w 3183102"/>
              <a:gd name="connsiteY130" fmla="*/ 451713 h 541324"/>
              <a:gd name="connsiteX131" fmla="*/ 603656 w 3183102"/>
              <a:gd name="connsiteY131" fmla="*/ 403555 h 541324"/>
              <a:gd name="connsiteX132" fmla="*/ 540258 w 3183102"/>
              <a:gd name="connsiteY132" fmla="*/ 434035 h 541324"/>
              <a:gd name="connsiteX133" fmla="*/ 472592 w 3183102"/>
              <a:gd name="connsiteY133" fmla="*/ 356006 h 541324"/>
              <a:gd name="connsiteX134" fmla="*/ 472592 w 3183102"/>
              <a:gd name="connsiteY134" fmla="*/ 190804 h 541324"/>
              <a:gd name="connsiteX135" fmla="*/ 538429 w 3183102"/>
              <a:gd name="connsiteY135" fmla="*/ 112166 h 541324"/>
              <a:gd name="connsiteX136" fmla="*/ 3076422 w 3183102"/>
              <a:gd name="connsiteY136" fmla="*/ 111556 h 541324"/>
              <a:gd name="connsiteX137" fmla="*/ 3131896 w 3183102"/>
              <a:gd name="connsiteY137" fmla="*/ 123139 h 541324"/>
              <a:gd name="connsiteX138" fmla="*/ 3169082 w 3183102"/>
              <a:gd name="connsiteY138" fmla="*/ 180441 h 541324"/>
              <a:gd name="connsiteX139" fmla="*/ 3169082 w 3183102"/>
              <a:gd name="connsiteY139" fmla="*/ 354177 h 541324"/>
              <a:gd name="connsiteX140" fmla="*/ 3170910 w 3183102"/>
              <a:gd name="connsiteY140" fmla="*/ 404774 h 541324"/>
              <a:gd name="connsiteX141" fmla="*/ 3183102 w 3183102"/>
              <a:gd name="connsiteY141" fmla="*/ 430377 h 541324"/>
              <a:gd name="connsiteX142" fmla="*/ 3106902 w 3183102"/>
              <a:gd name="connsiteY142" fmla="*/ 430377 h 541324"/>
              <a:gd name="connsiteX143" fmla="*/ 3098368 w 3183102"/>
              <a:gd name="connsiteY143" fmla="*/ 402945 h 541324"/>
              <a:gd name="connsiteX144" fmla="*/ 3073374 w 3183102"/>
              <a:gd name="connsiteY144" fmla="*/ 426720 h 541324"/>
              <a:gd name="connsiteX145" fmla="*/ 3035579 w 3183102"/>
              <a:gd name="connsiteY145" fmla="*/ 437083 h 541324"/>
              <a:gd name="connsiteX146" fmla="*/ 2981934 w 3183102"/>
              <a:gd name="connsiteY146" fmla="*/ 405384 h 541324"/>
              <a:gd name="connsiteX147" fmla="*/ 2974009 w 3183102"/>
              <a:gd name="connsiteY147" fmla="*/ 351129 h 541324"/>
              <a:gd name="connsiteX148" fmla="*/ 2980106 w 3183102"/>
              <a:gd name="connsiteY148" fmla="*/ 290779 h 541324"/>
              <a:gd name="connsiteX149" fmla="*/ 3021558 w 3183102"/>
              <a:gd name="connsiteY149" fmla="*/ 254812 h 541324"/>
              <a:gd name="connsiteX150" fmla="*/ 3097148 w 3183102"/>
              <a:gd name="connsiteY150" fmla="*/ 217017 h 541324"/>
              <a:gd name="connsiteX151" fmla="*/ 3096539 w 3183102"/>
              <a:gd name="connsiteY151" fmla="*/ 182270 h 541324"/>
              <a:gd name="connsiteX152" fmla="*/ 3071546 w 3183102"/>
              <a:gd name="connsiteY152" fmla="*/ 161544 h 541324"/>
              <a:gd name="connsiteX153" fmla="*/ 3049600 w 3183102"/>
              <a:gd name="connsiteY153" fmla="*/ 173736 h 541324"/>
              <a:gd name="connsiteX154" fmla="*/ 3046552 w 3183102"/>
              <a:gd name="connsiteY154" fmla="*/ 214579 h 541324"/>
              <a:gd name="connsiteX155" fmla="*/ 2980106 w 3183102"/>
              <a:gd name="connsiteY155" fmla="*/ 214579 h 541324"/>
              <a:gd name="connsiteX156" fmla="*/ 2982544 w 3183102"/>
              <a:gd name="connsiteY156" fmla="*/ 163982 h 541324"/>
              <a:gd name="connsiteX157" fmla="*/ 2997174 w 3183102"/>
              <a:gd name="connsiteY157" fmla="*/ 135331 h 541324"/>
              <a:gd name="connsiteX158" fmla="*/ 3076422 w 3183102"/>
              <a:gd name="connsiteY158" fmla="*/ 111556 h 541324"/>
              <a:gd name="connsiteX159" fmla="*/ 2190597 w 3183102"/>
              <a:gd name="connsiteY159" fmla="*/ 111556 h 541324"/>
              <a:gd name="connsiteX160" fmla="*/ 2246071 w 3183102"/>
              <a:gd name="connsiteY160" fmla="*/ 123139 h 541324"/>
              <a:gd name="connsiteX161" fmla="*/ 2283256 w 3183102"/>
              <a:gd name="connsiteY161" fmla="*/ 180441 h 541324"/>
              <a:gd name="connsiteX162" fmla="*/ 2283256 w 3183102"/>
              <a:gd name="connsiteY162" fmla="*/ 354177 h 541324"/>
              <a:gd name="connsiteX163" fmla="*/ 2285085 w 3183102"/>
              <a:gd name="connsiteY163" fmla="*/ 404774 h 541324"/>
              <a:gd name="connsiteX164" fmla="*/ 2297277 w 3183102"/>
              <a:gd name="connsiteY164" fmla="*/ 430377 h 541324"/>
              <a:gd name="connsiteX165" fmla="*/ 2221077 w 3183102"/>
              <a:gd name="connsiteY165" fmla="*/ 430377 h 541324"/>
              <a:gd name="connsiteX166" fmla="*/ 2212543 w 3183102"/>
              <a:gd name="connsiteY166" fmla="*/ 402945 h 541324"/>
              <a:gd name="connsiteX167" fmla="*/ 2187549 w 3183102"/>
              <a:gd name="connsiteY167" fmla="*/ 426720 h 541324"/>
              <a:gd name="connsiteX168" fmla="*/ 2149754 w 3183102"/>
              <a:gd name="connsiteY168" fmla="*/ 437083 h 541324"/>
              <a:gd name="connsiteX169" fmla="*/ 2096109 w 3183102"/>
              <a:gd name="connsiteY169" fmla="*/ 405384 h 541324"/>
              <a:gd name="connsiteX170" fmla="*/ 2088184 w 3183102"/>
              <a:gd name="connsiteY170" fmla="*/ 351129 h 541324"/>
              <a:gd name="connsiteX171" fmla="*/ 2094280 w 3183102"/>
              <a:gd name="connsiteY171" fmla="*/ 290779 h 541324"/>
              <a:gd name="connsiteX172" fmla="*/ 2135733 w 3183102"/>
              <a:gd name="connsiteY172" fmla="*/ 254812 h 541324"/>
              <a:gd name="connsiteX173" fmla="*/ 2211324 w 3183102"/>
              <a:gd name="connsiteY173" fmla="*/ 217017 h 541324"/>
              <a:gd name="connsiteX174" fmla="*/ 2210714 w 3183102"/>
              <a:gd name="connsiteY174" fmla="*/ 182270 h 541324"/>
              <a:gd name="connsiteX175" fmla="*/ 2185720 w 3183102"/>
              <a:gd name="connsiteY175" fmla="*/ 161544 h 541324"/>
              <a:gd name="connsiteX176" fmla="*/ 2163775 w 3183102"/>
              <a:gd name="connsiteY176" fmla="*/ 173736 h 541324"/>
              <a:gd name="connsiteX177" fmla="*/ 2160727 w 3183102"/>
              <a:gd name="connsiteY177" fmla="*/ 214579 h 541324"/>
              <a:gd name="connsiteX178" fmla="*/ 2094280 w 3183102"/>
              <a:gd name="connsiteY178" fmla="*/ 214579 h 541324"/>
              <a:gd name="connsiteX179" fmla="*/ 2096719 w 3183102"/>
              <a:gd name="connsiteY179" fmla="*/ 163982 h 541324"/>
              <a:gd name="connsiteX180" fmla="*/ 2111349 w 3183102"/>
              <a:gd name="connsiteY180" fmla="*/ 135331 h 541324"/>
              <a:gd name="connsiteX181" fmla="*/ 2190597 w 3183102"/>
              <a:gd name="connsiteY181" fmla="*/ 111556 h 541324"/>
              <a:gd name="connsiteX182" fmla="*/ 1828647 w 3183102"/>
              <a:gd name="connsiteY182" fmla="*/ 111556 h 541324"/>
              <a:gd name="connsiteX183" fmla="*/ 1884121 w 3183102"/>
              <a:gd name="connsiteY183" fmla="*/ 123139 h 541324"/>
              <a:gd name="connsiteX184" fmla="*/ 1921306 w 3183102"/>
              <a:gd name="connsiteY184" fmla="*/ 180441 h 541324"/>
              <a:gd name="connsiteX185" fmla="*/ 1921306 w 3183102"/>
              <a:gd name="connsiteY185" fmla="*/ 354177 h 541324"/>
              <a:gd name="connsiteX186" fmla="*/ 1923135 w 3183102"/>
              <a:gd name="connsiteY186" fmla="*/ 404774 h 541324"/>
              <a:gd name="connsiteX187" fmla="*/ 1935327 w 3183102"/>
              <a:gd name="connsiteY187" fmla="*/ 430377 h 541324"/>
              <a:gd name="connsiteX188" fmla="*/ 1859127 w 3183102"/>
              <a:gd name="connsiteY188" fmla="*/ 430377 h 541324"/>
              <a:gd name="connsiteX189" fmla="*/ 1850593 w 3183102"/>
              <a:gd name="connsiteY189" fmla="*/ 402945 h 541324"/>
              <a:gd name="connsiteX190" fmla="*/ 1825599 w 3183102"/>
              <a:gd name="connsiteY190" fmla="*/ 426720 h 541324"/>
              <a:gd name="connsiteX191" fmla="*/ 1787804 w 3183102"/>
              <a:gd name="connsiteY191" fmla="*/ 437083 h 541324"/>
              <a:gd name="connsiteX192" fmla="*/ 1734159 w 3183102"/>
              <a:gd name="connsiteY192" fmla="*/ 405384 h 541324"/>
              <a:gd name="connsiteX193" fmla="*/ 1726234 w 3183102"/>
              <a:gd name="connsiteY193" fmla="*/ 351129 h 541324"/>
              <a:gd name="connsiteX194" fmla="*/ 1732330 w 3183102"/>
              <a:gd name="connsiteY194" fmla="*/ 290779 h 541324"/>
              <a:gd name="connsiteX195" fmla="*/ 1773783 w 3183102"/>
              <a:gd name="connsiteY195" fmla="*/ 254812 h 541324"/>
              <a:gd name="connsiteX196" fmla="*/ 1849374 w 3183102"/>
              <a:gd name="connsiteY196" fmla="*/ 217017 h 541324"/>
              <a:gd name="connsiteX197" fmla="*/ 1848764 w 3183102"/>
              <a:gd name="connsiteY197" fmla="*/ 182270 h 541324"/>
              <a:gd name="connsiteX198" fmla="*/ 1823770 w 3183102"/>
              <a:gd name="connsiteY198" fmla="*/ 161544 h 541324"/>
              <a:gd name="connsiteX199" fmla="*/ 1801825 w 3183102"/>
              <a:gd name="connsiteY199" fmla="*/ 173736 h 541324"/>
              <a:gd name="connsiteX200" fmla="*/ 1798777 w 3183102"/>
              <a:gd name="connsiteY200" fmla="*/ 214579 h 541324"/>
              <a:gd name="connsiteX201" fmla="*/ 1732330 w 3183102"/>
              <a:gd name="connsiteY201" fmla="*/ 214579 h 541324"/>
              <a:gd name="connsiteX202" fmla="*/ 1734769 w 3183102"/>
              <a:gd name="connsiteY202" fmla="*/ 163982 h 541324"/>
              <a:gd name="connsiteX203" fmla="*/ 1749399 w 3183102"/>
              <a:gd name="connsiteY203" fmla="*/ 135331 h 541324"/>
              <a:gd name="connsiteX204" fmla="*/ 1828647 w 3183102"/>
              <a:gd name="connsiteY204" fmla="*/ 111556 h 541324"/>
              <a:gd name="connsiteX205" fmla="*/ 1209522 w 3183102"/>
              <a:gd name="connsiteY205" fmla="*/ 111556 h 541324"/>
              <a:gd name="connsiteX206" fmla="*/ 1264996 w 3183102"/>
              <a:gd name="connsiteY206" fmla="*/ 123139 h 541324"/>
              <a:gd name="connsiteX207" fmla="*/ 1302181 w 3183102"/>
              <a:gd name="connsiteY207" fmla="*/ 180441 h 541324"/>
              <a:gd name="connsiteX208" fmla="*/ 1302181 w 3183102"/>
              <a:gd name="connsiteY208" fmla="*/ 354177 h 541324"/>
              <a:gd name="connsiteX209" fmla="*/ 1304010 w 3183102"/>
              <a:gd name="connsiteY209" fmla="*/ 404774 h 541324"/>
              <a:gd name="connsiteX210" fmla="*/ 1316202 w 3183102"/>
              <a:gd name="connsiteY210" fmla="*/ 430377 h 541324"/>
              <a:gd name="connsiteX211" fmla="*/ 1240002 w 3183102"/>
              <a:gd name="connsiteY211" fmla="*/ 430377 h 541324"/>
              <a:gd name="connsiteX212" fmla="*/ 1231468 w 3183102"/>
              <a:gd name="connsiteY212" fmla="*/ 402945 h 541324"/>
              <a:gd name="connsiteX213" fmla="*/ 1206474 w 3183102"/>
              <a:gd name="connsiteY213" fmla="*/ 426720 h 541324"/>
              <a:gd name="connsiteX214" fmla="*/ 1168679 w 3183102"/>
              <a:gd name="connsiteY214" fmla="*/ 437083 h 541324"/>
              <a:gd name="connsiteX215" fmla="*/ 1115034 w 3183102"/>
              <a:gd name="connsiteY215" fmla="*/ 405384 h 541324"/>
              <a:gd name="connsiteX216" fmla="*/ 1107109 w 3183102"/>
              <a:gd name="connsiteY216" fmla="*/ 351129 h 541324"/>
              <a:gd name="connsiteX217" fmla="*/ 1113205 w 3183102"/>
              <a:gd name="connsiteY217" fmla="*/ 290779 h 541324"/>
              <a:gd name="connsiteX218" fmla="*/ 1154658 w 3183102"/>
              <a:gd name="connsiteY218" fmla="*/ 254812 h 541324"/>
              <a:gd name="connsiteX219" fmla="*/ 1230249 w 3183102"/>
              <a:gd name="connsiteY219" fmla="*/ 217017 h 541324"/>
              <a:gd name="connsiteX220" fmla="*/ 1229639 w 3183102"/>
              <a:gd name="connsiteY220" fmla="*/ 182270 h 541324"/>
              <a:gd name="connsiteX221" fmla="*/ 1204645 w 3183102"/>
              <a:gd name="connsiteY221" fmla="*/ 161544 h 541324"/>
              <a:gd name="connsiteX222" fmla="*/ 1182700 w 3183102"/>
              <a:gd name="connsiteY222" fmla="*/ 173736 h 541324"/>
              <a:gd name="connsiteX223" fmla="*/ 1179652 w 3183102"/>
              <a:gd name="connsiteY223" fmla="*/ 214579 h 541324"/>
              <a:gd name="connsiteX224" fmla="*/ 1113205 w 3183102"/>
              <a:gd name="connsiteY224" fmla="*/ 214579 h 541324"/>
              <a:gd name="connsiteX225" fmla="*/ 1115644 w 3183102"/>
              <a:gd name="connsiteY225" fmla="*/ 163982 h 541324"/>
              <a:gd name="connsiteX226" fmla="*/ 1130274 w 3183102"/>
              <a:gd name="connsiteY226" fmla="*/ 135331 h 541324"/>
              <a:gd name="connsiteX227" fmla="*/ 1209522 w 3183102"/>
              <a:gd name="connsiteY227" fmla="*/ 111556 h 541324"/>
              <a:gd name="connsiteX228" fmla="*/ 2857500 w 3183102"/>
              <a:gd name="connsiteY228" fmla="*/ 0 h 541324"/>
              <a:gd name="connsiteX229" fmla="*/ 2930652 w 3183102"/>
              <a:gd name="connsiteY229" fmla="*/ 0 h 541324"/>
              <a:gd name="connsiteX230" fmla="*/ 2930652 w 3183102"/>
              <a:gd name="connsiteY230" fmla="*/ 430377 h 541324"/>
              <a:gd name="connsiteX231" fmla="*/ 2857500 w 3183102"/>
              <a:gd name="connsiteY231" fmla="*/ 430377 h 541324"/>
              <a:gd name="connsiteX232" fmla="*/ 1971674 w 3183102"/>
              <a:gd name="connsiteY232" fmla="*/ 0 h 541324"/>
              <a:gd name="connsiteX233" fmla="*/ 2044826 w 3183102"/>
              <a:gd name="connsiteY233" fmla="*/ 0 h 541324"/>
              <a:gd name="connsiteX234" fmla="*/ 2044826 w 3183102"/>
              <a:gd name="connsiteY234" fmla="*/ 430377 h 541324"/>
              <a:gd name="connsiteX235" fmla="*/ 1971674 w 3183102"/>
              <a:gd name="connsiteY235" fmla="*/ 430377 h 541324"/>
              <a:gd name="connsiteX236" fmla="*/ 990600 w 3183102"/>
              <a:gd name="connsiteY236" fmla="*/ 0 h 541324"/>
              <a:gd name="connsiteX237" fmla="*/ 1063752 w 3183102"/>
              <a:gd name="connsiteY237" fmla="*/ 0 h 541324"/>
              <a:gd name="connsiteX238" fmla="*/ 1063752 w 3183102"/>
              <a:gd name="connsiteY238" fmla="*/ 430377 h 541324"/>
              <a:gd name="connsiteX239" fmla="*/ 990600 w 3183102"/>
              <a:gd name="connsiteY239" fmla="*/ 430377 h 54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</a:cxnLst>
            <a:rect l="l" t="t" r="r" b="b"/>
            <a:pathLst>
              <a:path w="3183102" h="541324">
                <a:moveTo>
                  <a:pt x="3096539" y="273100"/>
                </a:moveTo>
                <a:lnTo>
                  <a:pt x="3061182" y="296265"/>
                </a:lnTo>
                <a:cubicBezTo>
                  <a:pt x="3054273" y="300736"/>
                  <a:pt x="3049803" y="306425"/>
                  <a:pt x="3047771" y="313334"/>
                </a:cubicBezTo>
                <a:cubicBezTo>
                  <a:pt x="3045739" y="320243"/>
                  <a:pt x="3044723" y="331825"/>
                  <a:pt x="3044723" y="348081"/>
                </a:cubicBezTo>
                <a:cubicBezTo>
                  <a:pt x="3044723" y="370840"/>
                  <a:pt x="3050412" y="382219"/>
                  <a:pt x="3061792" y="382219"/>
                </a:cubicBezTo>
                <a:cubicBezTo>
                  <a:pt x="3071139" y="382219"/>
                  <a:pt x="3082721" y="376326"/>
                  <a:pt x="3096539" y="364540"/>
                </a:cubicBezTo>
                <a:close/>
                <a:moveTo>
                  <a:pt x="2210714" y="273100"/>
                </a:moveTo>
                <a:lnTo>
                  <a:pt x="2175357" y="296265"/>
                </a:lnTo>
                <a:cubicBezTo>
                  <a:pt x="2168448" y="300736"/>
                  <a:pt x="2163978" y="306425"/>
                  <a:pt x="2161946" y="313334"/>
                </a:cubicBezTo>
                <a:cubicBezTo>
                  <a:pt x="2159914" y="320243"/>
                  <a:pt x="2158898" y="331825"/>
                  <a:pt x="2158898" y="348081"/>
                </a:cubicBezTo>
                <a:cubicBezTo>
                  <a:pt x="2158898" y="370840"/>
                  <a:pt x="2164588" y="382219"/>
                  <a:pt x="2175967" y="382219"/>
                </a:cubicBezTo>
                <a:cubicBezTo>
                  <a:pt x="2185314" y="382219"/>
                  <a:pt x="2196896" y="376326"/>
                  <a:pt x="2210714" y="364540"/>
                </a:cubicBezTo>
                <a:close/>
                <a:moveTo>
                  <a:pt x="1848764" y="273100"/>
                </a:moveTo>
                <a:lnTo>
                  <a:pt x="1813407" y="296265"/>
                </a:lnTo>
                <a:cubicBezTo>
                  <a:pt x="1806498" y="300736"/>
                  <a:pt x="1802028" y="306425"/>
                  <a:pt x="1799996" y="313334"/>
                </a:cubicBezTo>
                <a:cubicBezTo>
                  <a:pt x="1797964" y="320243"/>
                  <a:pt x="1796948" y="331825"/>
                  <a:pt x="1796948" y="348081"/>
                </a:cubicBezTo>
                <a:cubicBezTo>
                  <a:pt x="1796948" y="370840"/>
                  <a:pt x="1802638" y="382219"/>
                  <a:pt x="1814017" y="382219"/>
                </a:cubicBezTo>
                <a:cubicBezTo>
                  <a:pt x="1823364" y="382219"/>
                  <a:pt x="1834946" y="376326"/>
                  <a:pt x="1848764" y="364540"/>
                </a:cubicBezTo>
                <a:close/>
                <a:moveTo>
                  <a:pt x="1229639" y="273100"/>
                </a:moveTo>
                <a:lnTo>
                  <a:pt x="1194282" y="296265"/>
                </a:lnTo>
                <a:cubicBezTo>
                  <a:pt x="1187373" y="300736"/>
                  <a:pt x="1182903" y="306425"/>
                  <a:pt x="1180871" y="313334"/>
                </a:cubicBezTo>
                <a:cubicBezTo>
                  <a:pt x="1178839" y="320243"/>
                  <a:pt x="1177823" y="331825"/>
                  <a:pt x="1177823" y="348081"/>
                </a:cubicBezTo>
                <a:cubicBezTo>
                  <a:pt x="1177823" y="370840"/>
                  <a:pt x="1183512" y="382219"/>
                  <a:pt x="1194892" y="382219"/>
                </a:cubicBezTo>
                <a:cubicBezTo>
                  <a:pt x="1204239" y="382219"/>
                  <a:pt x="1215821" y="376326"/>
                  <a:pt x="1229639" y="364540"/>
                </a:cubicBezTo>
                <a:close/>
                <a:moveTo>
                  <a:pt x="573786" y="167030"/>
                </a:moveTo>
                <a:cubicBezTo>
                  <a:pt x="554279" y="167030"/>
                  <a:pt x="544525" y="179425"/>
                  <a:pt x="544525" y="204216"/>
                </a:cubicBezTo>
                <a:lnTo>
                  <a:pt x="544525" y="343814"/>
                </a:lnTo>
                <a:cubicBezTo>
                  <a:pt x="544525" y="366979"/>
                  <a:pt x="554075" y="378561"/>
                  <a:pt x="573176" y="378561"/>
                </a:cubicBezTo>
                <a:cubicBezTo>
                  <a:pt x="593090" y="378561"/>
                  <a:pt x="603047" y="366776"/>
                  <a:pt x="603047" y="343204"/>
                </a:cubicBezTo>
                <a:lnTo>
                  <a:pt x="603047" y="205435"/>
                </a:lnTo>
                <a:cubicBezTo>
                  <a:pt x="603047" y="179832"/>
                  <a:pt x="593293" y="167030"/>
                  <a:pt x="573786" y="167030"/>
                </a:cubicBezTo>
                <a:close/>
                <a:moveTo>
                  <a:pt x="2612212" y="118262"/>
                </a:moveTo>
                <a:lnTo>
                  <a:pt x="2684145" y="118262"/>
                </a:lnTo>
                <a:lnTo>
                  <a:pt x="2724378" y="318820"/>
                </a:lnTo>
                <a:lnTo>
                  <a:pt x="2755468" y="118262"/>
                </a:lnTo>
                <a:lnTo>
                  <a:pt x="2826791" y="118262"/>
                </a:lnTo>
                <a:lnTo>
                  <a:pt x="2755468" y="452323"/>
                </a:lnTo>
                <a:cubicBezTo>
                  <a:pt x="2748559" y="485241"/>
                  <a:pt x="2739618" y="507390"/>
                  <a:pt x="2728646" y="518769"/>
                </a:cubicBezTo>
                <a:cubicBezTo>
                  <a:pt x="2716860" y="531774"/>
                  <a:pt x="2697149" y="538276"/>
                  <a:pt x="2669514" y="538276"/>
                </a:cubicBezTo>
                <a:cubicBezTo>
                  <a:pt x="2658948" y="538276"/>
                  <a:pt x="2642895" y="536448"/>
                  <a:pt x="2621356" y="532790"/>
                </a:cubicBezTo>
                <a:lnTo>
                  <a:pt x="2631719" y="475488"/>
                </a:lnTo>
                <a:cubicBezTo>
                  <a:pt x="2640254" y="478332"/>
                  <a:pt x="2649804" y="479755"/>
                  <a:pt x="2660370" y="479755"/>
                </a:cubicBezTo>
                <a:cubicBezTo>
                  <a:pt x="2673375" y="479755"/>
                  <a:pt x="2682722" y="471830"/>
                  <a:pt x="2688412" y="455980"/>
                </a:cubicBezTo>
                <a:cubicBezTo>
                  <a:pt x="2692882" y="443788"/>
                  <a:pt x="2694508" y="435254"/>
                  <a:pt x="2693289" y="430377"/>
                </a:cubicBezTo>
                <a:close/>
                <a:moveTo>
                  <a:pt x="2514600" y="118262"/>
                </a:moveTo>
                <a:lnTo>
                  <a:pt x="2587752" y="118262"/>
                </a:lnTo>
                <a:lnTo>
                  <a:pt x="2587752" y="430377"/>
                </a:lnTo>
                <a:lnTo>
                  <a:pt x="2514600" y="430377"/>
                </a:lnTo>
                <a:close/>
                <a:moveTo>
                  <a:pt x="733424" y="118262"/>
                </a:moveTo>
                <a:lnTo>
                  <a:pt x="805967" y="118262"/>
                </a:lnTo>
                <a:lnTo>
                  <a:pt x="805967" y="343204"/>
                </a:lnTo>
                <a:cubicBezTo>
                  <a:pt x="805967" y="367995"/>
                  <a:pt x="814908" y="380390"/>
                  <a:pt x="832789" y="380390"/>
                </a:cubicBezTo>
                <a:cubicBezTo>
                  <a:pt x="851484" y="380390"/>
                  <a:pt x="860831" y="366572"/>
                  <a:pt x="860831" y="338937"/>
                </a:cubicBezTo>
                <a:lnTo>
                  <a:pt x="860831" y="118262"/>
                </a:lnTo>
                <a:lnTo>
                  <a:pt x="933983" y="118262"/>
                </a:lnTo>
                <a:lnTo>
                  <a:pt x="933983" y="430377"/>
                </a:lnTo>
                <a:lnTo>
                  <a:pt x="860831" y="430377"/>
                </a:lnTo>
                <a:lnTo>
                  <a:pt x="860831" y="405384"/>
                </a:lnTo>
                <a:cubicBezTo>
                  <a:pt x="835634" y="425704"/>
                  <a:pt x="813282" y="435864"/>
                  <a:pt x="793775" y="435864"/>
                </a:cubicBezTo>
                <a:cubicBezTo>
                  <a:pt x="760450" y="435864"/>
                  <a:pt x="740943" y="419811"/>
                  <a:pt x="735253" y="387705"/>
                </a:cubicBezTo>
                <a:cubicBezTo>
                  <a:pt x="734034" y="380796"/>
                  <a:pt x="733424" y="369417"/>
                  <a:pt x="733424" y="353568"/>
                </a:cubicBezTo>
                <a:close/>
                <a:moveTo>
                  <a:pt x="230962" y="118262"/>
                </a:moveTo>
                <a:lnTo>
                  <a:pt x="302895" y="118262"/>
                </a:lnTo>
                <a:lnTo>
                  <a:pt x="343128" y="318820"/>
                </a:lnTo>
                <a:lnTo>
                  <a:pt x="374218" y="118262"/>
                </a:lnTo>
                <a:lnTo>
                  <a:pt x="445541" y="118262"/>
                </a:lnTo>
                <a:lnTo>
                  <a:pt x="374218" y="452323"/>
                </a:lnTo>
                <a:cubicBezTo>
                  <a:pt x="367309" y="485241"/>
                  <a:pt x="358368" y="507390"/>
                  <a:pt x="347396" y="518769"/>
                </a:cubicBezTo>
                <a:cubicBezTo>
                  <a:pt x="335610" y="531774"/>
                  <a:pt x="315899" y="538276"/>
                  <a:pt x="288264" y="538276"/>
                </a:cubicBezTo>
                <a:cubicBezTo>
                  <a:pt x="277698" y="538276"/>
                  <a:pt x="261645" y="536448"/>
                  <a:pt x="240106" y="532790"/>
                </a:cubicBezTo>
                <a:lnTo>
                  <a:pt x="250469" y="475488"/>
                </a:lnTo>
                <a:cubicBezTo>
                  <a:pt x="259003" y="478332"/>
                  <a:pt x="268554" y="479755"/>
                  <a:pt x="279120" y="479755"/>
                </a:cubicBezTo>
                <a:cubicBezTo>
                  <a:pt x="292125" y="479755"/>
                  <a:pt x="301472" y="471830"/>
                  <a:pt x="307162" y="455980"/>
                </a:cubicBezTo>
                <a:cubicBezTo>
                  <a:pt x="311632" y="443788"/>
                  <a:pt x="313258" y="435254"/>
                  <a:pt x="312039" y="430377"/>
                </a:cubicBezTo>
                <a:close/>
                <a:moveTo>
                  <a:pt x="0" y="118262"/>
                </a:moveTo>
                <a:lnTo>
                  <a:pt x="72542" y="118262"/>
                </a:lnTo>
                <a:lnTo>
                  <a:pt x="72542" y="343204"/>
                </a:lnTo>
                <a:cubicBezTo>
                  <a:pt x="72542" y="367995"/>
                  <a:pt x="81483" y="380390"/>
                  <a:pt x="99364" y="380390"/>
                </a:cubicBezTo>
                <a:cubicBezTo>
                  <a:pt x="118059" y="380390"/>
                  <a:pt x="127406" y="366572"/>
                  <a:pt x="127406" y="338937"/>
                </a:cubicBezTo>
                <a:lnTo>
                  <a:pt x="127406" y="118262"/>
                </a:lnTo>
                <a:lnTo>
                  <a:pt x="200558" y="118262"/>
                </a:lnTo>
                <a:lnTo>
                  <a:pt x="200558" y="430377"/>
                </a:lnTo>
                <a:lnTo>
                  <a:pt x="127406" y="430377"/>
                </a:lnTo>
                <a:lnTo>
                  <a:pt x="127406" y="405384"/>
                </a:lnTo>
                <a:cubicBezTo>
                  <a:pt x="102209" y="425704"/>
                  <a:pt x="79857" y="435864"/>
                  <a:pt x="60350" y="435864"/>
                </a:cubicBezTo>
                <a:cubicBezTo>
                  <a:pt x="27025" y="435864"/>
                  <a:pt x="7518" y="419811"/>
                  <a:pt x="1828" y="387705"/>
                </a:cubicBezTo>
                <a:cubicBezTo>
                  <a:pt x="609" y="380796"/>
                  <a:pt x="0" y="369417"/>
                  <a:pt x="0" y="353568"/>
                </a:cubicBezTo>
                <a:close/>
                <a:moveTo>
                  <a:pt x="2476881" y="112776"/>
                </a:moveTo>
                <a:lnTo>
                  <a:pt x="2476881" y="184708"/>
                </a:lnTo>
                <a:cubicBezTo>
                  <a:pt x="2467127" y="181457"/>
                  <a:pt x="2458999" y="179832"/>
                  <a:pt x="2452497" y="179832"/>
                </a:cubicBezTo>
                <a:cubicBezTo>
                  <a:pt x="2432176" y="179832"/>
                  <a:pt x="2418562" y="187960"/>
                  <a:pt x="2411654" y="204216"/>
                </a:cubicBezTo>
                <a:cubicBezTo>
                  <a:pt x="2407589" y="213156"/>
                  <a:pt x="2405557" y="227380"/>
                  <a:pt x="2405557" y="246888"/>
                </a:cubicBezTo>
                <a:lnTo>
                  <a:pt x="2405557" y="430377"/>
                </a:lnTo>
                <a:lnTo>
                  <a:pt x="2333624" y="430377"/>
                </a:lnTo>
                <a:lnTo>
                  <a:pt x="2333624" y="118262"/>
                </a:lnTo>
                <a:lnTo>
                  <a:pt x="2406167" y="118262"/>
                </a:lnTo>
                <a:lnTo>
                  <a:pt x="2405557" y="157886"/>
                </a:lnTo>
                <a:cubicBezTo>
                  <a:pt x="2422626" y="127000"/>
                  <a:pt x="2446400" y="111963"/>
                  <a:pt x="2476881" y="112776"/>
                </a:cubicBezTo>
                <a:close/>
                <a:moveTo>
                  <a:pt x="1486662" y="112166"/>
                </a:moveTo>
                <a:cubicBezTo>
                  <a:pt x="1509420" y="112166"/>
                  <a:pt x="1529130" y="122529"/>
                  <a:pt x="1545793" y="143256"/>
                </a:cubicBezTo>
                <a:cubicBezTo>
                  <a:pt x="1568958" y="122529"/>
                  <a:pt x="1592732" y="112166"/>
                  <a:pt x="1617116" y="112166"/>
                </a:cubicBezTo>
                <a:cubicBezTo>
                  <a:pt x="1635404" y="112166"/>
                  <a:pt x="1650441" y="118059"/>
                  <a:pt x="1662226" y="129844"/>
                </a:cubicBezTo>
                <a:cubicBezTo>
                  <a:pt x="1674012" y="141630"/>
                  <a:pt x="1679905" y="159308"/>
                  <a:pt x="1679905" y="182880"/>
                </a:cubicBezTo>
                <a:lnTo>
                  <a:pt x="1679905" y="430377"/>
                </a:lnTo>
                <a:lnTo>
                  <a:pt x="1607362" y="430377"/>
                </a:lnTo>
                <a:lnTo>
                  <a:pt x="1607362" y="199948"/>
                </a:lnTo>
                <a:cubicBezTo>
                  <a:pt x="1607362" y="175564"/>
                  <a:pt x="1598625" y="163372"/>
                  <a:pt x="1581150" y="163372"/>
                </a:cubicBezTo>
                <a:cubicBezTo>
                  <a:pt x="1562049" y="163372"/>
                  <a:pt x="1552498" y="176580"/>
                  <a:pt x="1552498" y="202996"/>
                </a:cubicBezTo>
                <a:lnTo>
                  <a:pt x="1552498" y="430377"/>
                </a:lnTo>
                <a:lnTo>
                  <a:pt x="1479956" y="430377"/>
                </a:lnTo>
                <a:lnTo>
                  <a:pt x="1479956" y="201168"/>
                </a:lnTo>
                <a:cubicBezTo>
                  <a:pt x="1479956" y="175158"/>
                  <a:pt x="1471015" y="162153"/>
                  <a:pt x="1453134" y="162153"/>
                </a:cubicBezTo>
                <a:cubicBezTo>
                  <a:pt x="1434439" y="162153"/>
                  <a:pt x="1425092" y="174548"/>
                  <a:pt x="1425092" y="199339"/>
                </a:cubicBezTo>
                <a:lnTo>
                  <a:pt x="1425092" y="430377"/>
                </a:lnTo>
                <a:lnTo>
                  <a:pt x="1352550" y="430377"/>
                </a:lnTo>
                <a:lnTo>
                  <a:pt x="1352550" y="118262"/>
                </a:lnTo>
                <a:lnTo>
                  <a:pt x="1425702" y="118262"/>
                </a:lnTo>
                <a:lnTo>
                  <a:pt x="1425702" y="138988"/>
                </a:lnTo>
                <a:cubicBezTo>
                  <a:pt x="1446428" y="121107"/>
                  <a:pt x="1466748" y="112166"/>
                  <a:pt x="1486662" y="112166"/>
                </a:cubicBezTo>
                <a:close/>
                <a:moveTo>
                  <a:pt x="538429" y="112166"/>
                </a:moveTo>
                <a:cubicBezTo>
                  <a:pt x="559562" y="112166"/>
                  <a:pt x="581304" y="122529"/>
                  <a:pt x="603656" y="143256"/>
                </a:cubicBezTo>
                <a:lnTo>
                  <a:pt x="603656" y="118262"/>
                </a:lnTo>
                <a:lnTo>
                  <a:pt x="676198" y="118262"/>
                </a:lnTo>
                <a:lnTo>
                  <a:pt x="676198" y="441350"/>
                </a:lnTo>
                <a:cubicBezTo>
                  <a:pt x="676198" y="468579"/>
                  <a:pt x="671728" y="489305"/>
                  <a:pt x="662787" y="503529"/>
                </a:cubicBezTo>
                <a:cubicBezTo>
                  <a:pt x="646938" y="528726"/>
                  <a:pt x="616254" y="541324"/>
                  <a:pt x="570738" y="541324"/>
                </a:cubicBezTo>
                <a:cubicBezTo>
                  <a:pt x="529691" y="541324"/>
                  <a:pt x="501853" y="530758"/>
                  <a:pt x="487222" y="509625"/>
                </a:cubicBezTo>
                <a:cubicBezTo>
                  <a:pt x="479094" y="497840"/>
                  <a:pt x="474827" y="479958"/>
                  <a:pt x="474421" y="455980"/>
                </a:cubicBezTo>
                <a:lnTo>
                  <a:pt x="546354" y="455980"/>
                </a:lnTo>
                <a:cubicBezTo>
                  <a:pt x="546354" y="477926"/>
                  <a:pt x="555701" y="488899"/>
                  <a:pt x="574395" y="488899"/>
                </a:cubicBezTo>
                <a:cubicBezTo>
                  <a:pt x="593902" y="488899"/>
                  <a:pt x="603656" y="476504"/>
                  <a:pt x="603656" y="451713"/>
                </a:cubicBezTo>
                <a:lnTo>
                  <a:pt x="603656" y="403555"/>
                </a:lnTo>
                <a:cubicBezTo>
                  <a:pt x="585368" y="423875"/>
                  <a:pt x="564235" y="434035"/>
                  <a:pt x="540258" y="434035"/>
                </a:cubicBezTo>
                <a:cubicBezTo>
                  <a:pt x="495147" y="434035"/>
                  <a:pt x="472592" y="408025"/>
                  <a:pt x="472592" y="356006"/>
                </a:cubicBezTo>
                <a:lnTo>
                  <a:pt x="472592" y="190804"/>
                </a:lnTo>
                <a:cubicBezTo>
                  <a:pt x="472592" y="138379"/>
                  <a:pt x="494538" y="112166"/>
                  <a:pt x="538429" y="112166"/>
                </a:cubicBezTo>
                <a:close/>
                <a:moveTo>
                  <a:pt x="3076422" y="111556"/>
                </a:moveTo>
                <a:cubicBezTo>
                  <a:pt x="3098368" y="111556"/>
                  <a:pt x="3116859" y="115417"/>
                  <a:pt x="3131896" y="123139"/>
                </a:cubicBezTo>
                <a:cubicBezTo>
                  <a:pt x="3156686" y="135737"/>
                  <a:pt x="3169082" y="154838"/>
                  <a:pt x="3169082" y="180441"/>
                </a:cubicBezTo>
                <a:lnTo>
                  <a:pt x="3169082" y="354177"/>
                </a:lnTo>
                <a:cubicBezTo>
                  <a:pt x="3169082" y="380187"/>
                  <a:pt x="3169691" y="397052"/>
                  <a:pt x="3170910" y="404774"/>
                </a:cubicBezTo>
                <a:cubicBezTo>
                  <a:pt x="3172536" y="416966"/>
                  <a:pt x="3176600" y="425500"/>
                  <a:pt x="3183102" y="430377"/>
                </a:cubicBezTo>
                <a:lnTo>
                  <a:pt x="3106902" y="430377"/>
                </a:lnTo>
                <a:cubicBezTo>
                  <a:pt x="3101619" y="424688"/>
                  <a:pt x="3098774" y="415544"/>
                  <a:pt x="3098368" y="402945"/>
                </a:cubicBezTo>
                <a:cubicBezTo>
                  <a:pt x="3088614" y="414324"/>
                  <a:pt x="3080283" y="422249"/>
                  <a:pt x="3073374" y="426720"/>
                </a:cubicBezTo>
                <a:cubicBezTo>
                  <a:pt x="3062808" y="433628"/>
                  <a:pt x="3050209" y="437083"/>
                  <a:pt x="3035579" y="437083"/>
                </a:cubicBezTo>
                <a:cubicBezTo>
                  <a:pt x="3008756" y="437083"/>
                  <a:pt x="2990875" y="426516"/>
                  <a:pt x="2981934" y="405384"/>
                </a:cubicBezTo>
                <a:cubicBezTo>
                  <a:pt x="2976651" y="393598"/>
                  <a:pt x="2974009" y="375513"/>
                  <a:pt x="2974009" y="351129"/>
                </a:cubicBezTo>
                <a:cubicBezTo>
                  <a:pt x="2974009" y="320649"/>
                  <a:pt x="2976041" y="300532"/>
                  <a:pt x="2980106" y="290779"/>
                </a:cubicBezTo>
                <a:cubicBezTo>
                  <a:pt x="2985388" y="277774"/>
                  <a:pt x="2999206" y="265785"/>
                  <a:pt x="3021558" y="254812"/>
                </a:cubicBezTo>
                <a:lnTo>
                  <a:pt x="3097148" y="217017"/>
                </a:lnTo>
                <a:cubicBezTo>
                  <a:pt x="3097148" y="195884"/>
                  <a:pt x="3096946" y="184302"/>
                  <a:pt x="3096539" y="182270"/>
                </a:cubicBezTo>
                <a:cubicBezTo>
                  <a:pt x="3095320" y="168452"/>
                  <a:pt x="3086988" y="161544"/>
                  <a:pt x="3071546" y="161544"/>
                </a:cubicBezTo>
                <a:cubicBezTo>
                  <a:pt x="3059760" y="161544"/>
                  <a:pt x="3052445" y="165608"/>
                  <a:pt x="3049600" y="173736"/>
                </a:cubicBezTo>
                <a:cubicBezTo>
                  <a:pt x="3047568" y="179425"/>
                  <a:pt x="3046552" y="193040"/>
                  <a:pt x="3046552" y="214579"/>
                </a:cubicBezTo>
                <a:lnTo>
                  <a:pt x="2980106" y="214579"/>
                </a:lnTo>
                <a:cubicBezTo>
                  <a:pt x="2980106" y="188569"/>
                  <a:pt x="2980918" y="171704"/>
                  <a:pt x="2982544" y="163982"/>
                </a:cubicBezTo>
                <a:cubicBezTo>
                  <a:pt x="2984170" y="153009"/>
                  <a:pt x="2989046" y="143459"/>
                  <a:pt x="2997174" y="135331"/>
                </a:cubicBezTo>
                <a:cubicBezTo>
                  <a:pt x="3013024" y="119481"/>
                  <a:pt x="3039440" y="111556"/>
                  <a:pt x="3076422" y="111556"/>
                </a:cubicBezTo>
                <a:close/>
                <a:moveTo>
                  <a:pt x="2190597" y="111556"/>
                </a:moveTo>
                <a:cubicBezTo>
                  <a:pt x="2212542" y="111556"/>
                  <a:pt x="2231034" y="115417"/>
                  <a:pt x="2246071" y="123139"/>
                </a:cubicBezTo>
                <a:cubicBezTo>
                  <a:pt x="2270861" y="135737"/>
                  <a:pt x="2283256" y="154838"/>
                  <a:pt x="2283256" y="180441"/>
                </a:cubicBezTo>
                <a:lnTo>
                  <a:pt x="2283256" y="354177"/>
                </a:lnTo>
                <a:cubicBezTo>
                  <a:pt x="2283256" y="380187"/>
                  <a:pt x="2283866" y="397052"/>
                  <a:pt x="2285085" y="404774"/>
                </a:cubicBezTo>
                <a:cubicBezTo>
                  <a:pt x="2286711" y="416966"/>
                  <a:pt x="2290774" y="425500"/>
                  <a:pt x="2297277" y="430377"/>
                </a:cubicBezTo>
                <a:lnTo>
                  <a:pt x="2221077" y="430377"/>
                </a:lnTo>
                <a:cubicBezTo>
                  <a:pt x="2215794" y="424688"/>
                  <a:pt x="2212949" y="415544"/>
                  <a:pt x="2212543" y="402945"/>
                </a:cubicBezTo>
                <a:cubicBezTo>
                  <a:pt x="2202789" y="414324"/>
                  <a:pt x="2194458" y="422249"/>
                  <a:pt x="2187549" y="426720"/>
                </a:cubicBezTo>
                <a:cubicBezTo>
                  <a:pt x="2176983" y="433628"/>
                  <a:pt x="2164384" y="437083"/>
                  <a:pt x="2149754" y="437083"/>
                </a:cubicBezTo>
                <a:cubicBezTo>
                  <a:pt x="2122932" y="437083"/>
                  <a:pt x="2105050" y="426516"/>
                  <a:pt x="2096109" y="405384"/>
                </a:cubicBezTo>
                <a:cubicBezTo>
                  <a:pt x="2090826" y="393598"/>
                  <a:pt x="2088184" y="375513"/>
                  <a:pt x="2088184" y="351129"/>
                </a:cubicBezTo>
                <a:cubicBezTo>
                  <a:pt x="2088184" y="320649"/>
                  <a:pt x="2090216" y="300532"/>
                  <a:pt x="2094280" y="290779"/>
                </a:cubicBezTo>
                <a:cubicBezTo>
                  <a:pt x="2099564" y="277774"/>
                  <a:pt x="2113381" y="265785"/>
                  <a:pt x="2135733" y="254812"/>
                </a:cubicBezTo>
                <a:lnTo>
                  <a:pt x="2211324" y="217017"/>
                </a:lnTo>
                <a:cubicBezTo>
                  <a:pt x="2211324" y="195884"/>
                  <a:pt x="2211120" y="184302"/>
                  <a:pt x="2210714" y="182270"/>
                </a:cubicBezTo>
                <a:cubicBezTo>
                  <a:pt x="2209495" y="168452"/>
                  <a:pt x="2201163" y="161544"/>
                  <a:pt x="2185720" y="161544"/>
                </a:cubicBezTo>
                <a:cubicBezTo>
                  <a:pt x="2173935" y="161544"/>
                  <a:pt x="2166620" y="165608"/>
                  <a:pt x="2163775" y="173736"/>
                </a:cubicBezTo>
                <a:cubicBezTo>
                  <a:pt x="2161742" y="179425"/>
                  <a:pt x="2160727" y="193040"/>
                  <a:pt x="2160727" y="214579"/>
                </a:cubicBezTo>
                <a:lnTo>
                  <a:pt x="2094280" y="214579"/>
                </a:lnTo>
                <a:cubicBezTo>
                  <a:pt x="2094280" y="188569"/>
                  <a:pt x="2095093" y="171704"/>
                  <a:pt x="2096719" y="163982"/>
                </a:cubicBezTo>
                <a:cubicBezTo>
                  <a:pt x="2098344" y="153009"/>
                  <a:pt x="2103221" y="143459"/>
                  <a:pt x="2111349" y="135331"/>
                </a:cubicBezTo>
                <a:cubicBezTo>
                  <a:pt x="2127199" y="119481"/>
                  <a:pt x="2153615" y="111556"/>
                  <a:pt x="2190597" y="111556"/>
                </a:cubicBezTo>
                <a:close/>
                <a:moveTo>
                  <a:pt x="1828647" y="111556"/>
                </a:moveTo>
                <a:cubicBezTo>
                  <a:pt x="1850593" y="111556"/>
                  <a:pt x="1869084" y="115417"/>
                  <a:pt x="1884121" y="123139"/>
                </a:cubicBezTo>
                <a:cubicBezTo>
                  <a:pt x="1908911" y="135737"/>
                  <a:pt x="1921306" y="154838"/>
                  <a:pt x="1921306" y="180441"/>
                </a:cubicBezTo>
                <a:lnTo>
                  <a:pt x="1921306" y="354177"/>
                </a:lnTo>
                <a:cubicBezTo>
                  <a:pt x="1921306" y="380187"/>
                  <a:pt x="1921916" y="397052"/>
                  <a:pt x="1923135" y="404774"/>
                </a:cubicBezTo>
                <a:cubicBezTo>
                  <a:pt x="1924761" y="416966"/>
                  <a:pt x="1928825" y="425500"/>
                  <a:pt x="1935327" y="430377"/>
                </a:cubicBezTo>
                <a:lnTo>
                  <a:pt x="1859127" y="430377"/>
                </a:lnTo>
                <a:cubicBezTo>
                  <a:pt x="1853844" y="424688"/>
                  <a:pt x="1850999" y="415544"/>
                  <a:pt x="1850593" y="402945"/>
                </a:cubicBezTo>
                <a:cubicBezTo>
                  <a:pt x="1840839" y="414324"/>
                  <a:pt x="1832508" y="422249"/>
                  <a:pt x="1825599" y="426720"/>
                </a:cubicBezTo>
                <a:cubicBezTo>
                  <a:pt x="1815033" y="433628"/>
                  <a:pt x="1802434" y="437083"/>
                  <a:pt x="1787804" y="437083"/>
                </a:cubicBezTo>
                <a:cubicBezTo>
                  <a:pt x="1760982" y="437083"/>
                  <a:pt x="1743100" y="426516"/>
                  <a:pt x="1734159" y="405384"/>
                </a:cubicBezTo>
                <a:cubicBezTo>
                  <a:pt x="1728876" y="393598"/>
                  <a:pt x="1726234" y="375513"/>
                  <a:pt x="1726234" y="351129"/>
                </a:cubicBezTo>
                <a:cubicBezTo>
                  <a:pt x="1726234" y="320649"/>
                  <a:pt x="1728266" y="300532"/>
                  <a:pt x="1732330" y="290779"/>
                </a:cubicBezTo>
                <a:cubicBezTo>
                  <a:pt x="1737613" y="277774"/>
                  <a:pt x="1751431" y="265785"/>
                  <a:pt x="1773783" y="254812"/>
                </a:cubicBezTo>
                <a:lnTo>
                  <a:pt x="1849374" y="217017"/>
                </a:lnTo>
                <a:cubicBezTo>
                  <a:pt x="1849374" y="195884"/>
                  <a:pt x="1849170" y="184302"/>
                  <a:pt x="1848764" y="182270"/>
                </a:cubicBezTo>
                <a:cubicBezTo>
                  <a:pt x="1847545" y="168452"/>
                  <a:pt x="1839214" y="161544"/>
                  <a:pt x="1823770" y="161544"/>
                </a:cubicBezTo>
                <a:cubicBezTo>
                  <a:pt x="1811985" y="161544"/>
                  <a:pt x="1804670" y="165608"/>
                  <a:pt x="1801825" y="173736"/>
                </a:cubicBezTo>
                <a:cubicBezTo>
                  <a:pt x="1799793" y="179425"/>
                  <a:pt x="1798777" y="193040"/>
                  <a:pt x="1798777" y="214579"/>
                </a:cubicBezTo>
                <a:lnTo>
                  <a:pt x="1732330" y="214579"/>
                </a:lnTo>
                <a:cubicBezTo>
                  <a:pt x="1732330" y="188569"/>
                  <a:pt x="1733143" y="171704"/>
                  <a:pt x="1734769" y="163982"/>
                </a:cubicBezTo>
                <a:cubicBezTo>
                  <a:pt x="1736394" y="153009"/>
                  <a:pt x="1741271" y="143459"/>
                  <a:pt x="1749399" y="135331"/>
                </a:cubicBezTo>
                <a:cubicBezTo>
                  <a:pt x="1765249" y="119481"/>
                  <a:pt x="1791665" y="111556"/>
                  <a:pt x="1828647" y="111556"/>
                </a:cubicBezTo>
                <a:close/>
                <a:moveTo>
                  <a:pt x="1209522" y="111556"/>
                </a:moveTo>
                <a:cubicBezTo>
                  <a:pt x="1231468" y="111556"/>
                  <a:pt x="1249959" y="115417"/>
                  <a:pt x="1264996" y="123139"/>
                </a:cubicBezTo>
                <a:cubicBezTo>
                  <a:pt x="1289786" y="135737"/>
                  <a:pt x="1302181" y="154838"/>
                  <a:pt x="1302181" y="180441"/>
                </a:cubicBezTo>
                <a:lnTo>
                  <a:pt x="1302181" y="354177"/>
                </a:lnTo>
                <a:cubicBezTo>
                  <a:pt x="1302181" y="380187"/>
                  <a:pt x="1302791" y="397052"/>
                  <a:pt x="1304010" y="404774"/>
                </a:cubicBezTo>
                <a:cubicBezTo>
                  <a:pt x="1305636" y="416966"/>
                  <a:pt x="1309700" y="425500"/>
                  <a:pt x="1316202" y="430377"/>
                </a:cubicBezTo>
                <a:lnTo>
                  <a:pt x="1240002" y="430377"/>
                </a:lnTo>
                <a:cubicBezTo>
                  <a:pt x="1234719" y="424688"/>
                  <a:pt x="1231874" y="415544"/>
                  <a:pt x="1231468" y="402945"/>
                </a:cubicBezTo>
                <a:cubicBezTo>
                  <a:pt x="1221714" y="414324"/>
                  <a:pt x="1213383" y="422249"/>
                  <a:pt x="1206474" y="426720"/>
                </a:cubicBezTo>
                <a:cubicBezTo>
                  <a:pt x="1195908" y="433628"/>
                  <a:pt x="1183309" y="437083"/>
                  <a:pt x="1168679" y="437083"/>
                </a:cubicBezTo>
                <a:cubicBezTo>
                  <a:pt x="1141857" y="437083"/>
                  <a:pt x="1123975" y="426516"/>
                  <a:pt x="1115034" y="405384"/>
                </a:cubicBezTo>
                <a:cubicBezTo>
                  <a:pt x="1109751" y="393598"/>
                  <a:pt x="1107109" y="375513"/>
                  <a:pt x="1107109" y="351129"/>
                </a:cubicBezTo>
                <a:cubicBezTo>
                  <a:pt x="1107109" y="320649"/>
                  <a:pt x="1109141" y="300532"/>
                  <a:pt x="1113205" y="290779"/>
                </a:cubicBezTo>
                <a:cubicBezTo>
                  <a:pt x="1118488" y="277774"/>
                  <a:pt x="1132306" y="265785"/>
                  <a:pt x="1154658" y="254812"/>
                </a:cubicBezTo>
                <a:lnTo>
                  <a:pt x="1230249" y="217017"/>
                </a:lnTo>
                <a:cubicBezTo>
                  <a:pt x="1230249" y="195884"/>
                  <a:pt x="1230045" y="184302"/>
                  <a:pt x="1229639" y="182270"/>
                </a:cubicBezTo>
                <a:cubicBezTo>
                  <a:pt x="1228420" y="168452"/>
                  <a:pt x="1220088" y="161544"/>
                  <a:pt x="1204645" y="161544"/>
                </a:cubicBezTo>
                <a:cubicBezTo>
                  <a:pt x="1192860" y="161544"/>
                  <a:pt x="1185544" y="165608"/>
                  <a:pt x="1182700" y="173736"/>
                </a:cubicBezTo>
                <a:cubicBezTo>
                  <a:pt x="1180668" y="179425"/>
                  <a:pt x="1179652" y="193040"/>
                  <a:pt x="1179652" y="214579"/>
                </a:cubicBezTo>
                <a:lnTo>
                  <a:pt x="1113205" y="214579"/>
                </a:lnTo>
                <a:cubicBezTo>
                  <a:pt x="1113205" y="188569"/>
                  <a:pt x="1114018" y="171704"/>
                  <a:pt x="1115644" y="163982"/>
                </a:cubicBezTo>
                <a:cubicBezTo>
                  <a:pt x="1117269" y="153009"/>
                  <a:pt x="1122146" y="143459"/>
                  <a:pt x="1130274" y="135331"/>
                </a:cubicBezTo>
                <a:cubicBezTo>
                  <a:pt x="1146124" y="119481"/>
                  <a:pt x="1172540" y="111556"/>
                  <a:pt x="1209522" y="111556"/>
                </a:cubicBezTo>
                <a:close/>
                <a:moveTo>
                  <a:pt x="2857500" y="0"/>
                </a:moveTo>
                <a:lnTo>
                  <a:pt x="2930652" y="0"/>
                </a:lnTo>
                <a:lnTo>
                  <a:pt x="2930652" y="430377"/>
                </a:lnTo>
                <a:lnTo>
                  <a:pt x="2857500" y="430377"/>
                </a:lnTo>
                <a:close/>
                <a:moveTo>
                  <a:pt x="1971674" y="0"/>
                </a:moveTo>
                <a:lnTo>
                  <a:pt x="2044826" y="0"/>
                </a:lnTo>
                <a:lnTo>
                  <a:pt x="2044826" y="430377"/>
                </a:lnTo>
                <a:lnTo>
                  <a:pt x="1971674" y="430377"/>
                </a:lnTo>
                <a:close/>
                <a:moveTo>
                  <a:pt x="990600" y="0"/>
                </a:moveTo>
                <a:lnTo>
                  <a:pt x="1063752" y="0"/>
                </a:lnTo>
                <a:lnTo>
                  <a:pt x="1063752" y="430377"/>
                </a:lnTo>
                <a:lnTo>
                  <a:pt x="99060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D00E99-56B4-12F1-680A-0EC88868E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50E0D9-F97C-1A01-A6C1-32F6E2E579FE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D921C4-EE3C-A9F4-5BEC-6CB9BADC2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C1D6A2E-1AB0-C448-FC56-5C9170DB3B8C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8F1669-0A2A-C6DA-83F9-804B50A46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998" b="1"/>
          <a:stretch/>
        </p:blipFill>
        <p:spPr>
          <a:xfrm>
            <a:off x="6350" y="5074919"/>
            <a:ext cx="12179300" cy="1783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52727C-012C-B508-03C7-FDBF212685E4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D32334-ABEA-89EB-703E-CFEF95046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207A33-87CF-9E62-E3FD-ADA5C6BB73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367" t="34433" r="37704" b="6166"/>
          <a:stretch/>
        </p:blipFill>
        <p:spPr>
          <a:xfrm>
            <a:off x="-60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9634EB-7861-6E65-281E-35D4FE891E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0941" r="20941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9BD7160-E7A9-47BF-9A85-6942CA3293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6350" y="-26019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86194D-AA90-BC43-9403-43DFFA3345F5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34023B-17F5-4440-A7D3-62C03BF65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00" y="0"/>
            <a:ext cx="12193199" cy="685257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FCDA3660-D113-214A-AB93-68060853F4DE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67A4D5D-4131-374B-B18F-FD6DA84156F0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CE00A5F3-211D-4446-A240-2EBFCE676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DFE8C92-0890-8742-84B6-7FC7903D0F85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4AB8F157-E980-2A47-B74B-A525576C39CD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4.81481E-6 L 0.0306 0.00162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424E2F-ECCD-48E8-8C58-DECB297D4F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29297" y="-49508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jenerasyon Çözümler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19" y="6093"/>
            <a:ext cx="12181162" cy="684581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AC6733B-23BB-9D43-95A4-20BEB3E246BF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093C92D-2132-442D-878B-C9DB4EE2EE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7352" y="-394416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06B02-B865-FB4E-A665-F9D1EA4DC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673" b="-2"/>
          <a:stretch/>
        </p:blipFill>
        <p:spPr>
          <a:xfrm>
            <a:off x="6350" y="2309248"/>
            <a:ext cx="12179300" cy="4548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9D1541F-8775-BF45-495E-07BEF1106ADB}"/>
              </a:ext>
            </a:extLst>
          </p:cNvPr>
          <p:cNvSpPr txBox="1"/>
          <p:nvPr userDrawn="1"/>
        </p:nvSpPr>
        <p:spPr>
          <a:xfrm>
            <a:off x="7728415" y="1621787"/>
            <a:ext cx="2023110" cy="436473"/>
          </a:xfrm>
          <a:custGeom>
            <a:avLst/>
            <a:gdLst>
              <a:gd name="connsiteX0" fmla="*/ 1926184 w 2023110"/>
              <a:gd name="connsiteY0" fmla="*/ 169469 h 436473"/>
              <a:gd name="connsiteX1" fmla="*/ 1899361 w 2023110"/>
              <a:gd name="connsiteY1" fmla="*/ 200558 h 436473"/>
              <a:gd name="connsiteX2" fmla="*/ 1899361 w 2023110"/>
              <a:gd name="connsiteY2" fmla="*/ 238963 h 436473"/>
              <a:gd name="connsiteX3" fmla="*/ 1951177 w 2023110"/>
              <a:gd name="connsiteY3" fmla="*/ 238963 h 436473"/>
              <a:gd name="connsiteX4" fmla="*/ 1951177 w 2023110"/>
              <a:gd name="connsiteY4" fmla="*/ 200558 h 436473"/>
              <a:gd name="connsiteX5" fmla="*/ 1926184 w 2023110"/>
              <a:gd name="connsiteY5" fmla="*/ 169469 h 436473"/>
              <a:gd name="connsiteX6" fmla="*/ 1585189 w 2023110"/>
              <a:gd name="connsiteY6" fmla="*/ 118262 h 436473"/>
              <a:gd name="connsiteX7" fmla="*/ 1657731 w 2023110"/>
              <a:gd name="connsiteY7" fmla="*/ 118262 h 436473"/>
              <a:gd name="connsiteX8" fmla="*/ 1690040 w 2023110"/>
              <a:gd name="connsiteY8" fmla="*/ 334670 h 436473"/>
              <a:gd name="connsiteX9" fmla="*/ 1727226 w 2023110"/>
              <a:gd name="connsiteY9" fmla="*/ 118262 h 436473"/>
              <a:gd name="connsiteX10" fmla="*/ 1799768 w 2023110"/>
              <a:gd name="connsiteY10" fmla="*/ 118262 h 436473"/>
              <a:gd name="connsiteX11" fmla="*/ 1724787 w 2023110"/>
              <a:gd name="connsiteY11" fmla="*/ 430377 h 436473"/>
              <a:gd name="connsiteX12" fmla="*/ 1654073 w 2023110"/>
              <a:gd name="connsiteY12" fmla="*/ 430377 h 436473"/>
              <a:gd name="connsiteX13" fmla="*/ 1325651 w 2023110"/>
              <a:gd name="connsiteY13" fmla="*/ 118262 h 436473"/>
              <a:gd name="connsiteX14" fmla="*/ 1398803 w 2023110"/>
              <a:gd name="connsiteY14" fmla="*/ 118262 h 436473"/>
              <a:gd name="connsiteX15" fmla="*/ 1398803 w 2023110"/>
              <a:gd name="connsiteY15" fmla="*/ 430377 h 436473"/>
              <a:gd name="connsiteX16" fmla="*/ 1325651 w 2023110"/>
              <a:gd name="connsiteY16" fmla="*/ 430377 h 436473"/>
              <a:gd name="connsiteX17" fmla="*/ 973226 w 2023110"/>
              <a:gd name="connsiteY17" fmla="*/ 118262 h 436473"/>
              <a:gd name="connsiteX18" fmla="*/ 1046378 w 2023110"/>
              <a:gd name="connsiteY18" fmla="*/ 118262 h 436473"/>
              <a:gd name="connsiteX19" fmla="*/ 1046378 w 2023110"/>
              <a:gd name="connsiteY19" fmla="*/ 430377 h 436473"/>
              <a:gd name="connsiteX20" fmla="*/ 973226 w 2023110"/>
              <a:gd name="connsiteY20" fmla="*/ 430377 h 436473"/>
              <a:gd name="connsiteX21" fmla="*/ 449351 w 2023110"/>
              <a:gd name="connsiteY21" fmla="*/ 118262 h 436473"/>
              <a:gd name="connsiteX22" fmla="*/ 522503 w 2023110"/>
              <a:gd name="connsiteY22" fmla="*/ 118262 h 436473"/>
              <a:gd name="connsiteX23" fmla="*/ 522503 w 2023110"/>
              <a:gd name="connsiteY23" fmla="*/ 430377 h 436473"/>
              <a:gd name="connsiteX24" fmla="*/ 449351 w 2023110"/>
              <a:gd name="connsiteY24" fmla="*/ 430377 h 436473"/>
              <a:gd name="connsiteX25" fmla="*/ 1926184 w 2023110"/>
              <a:gd name="connsiteY25" fmla="*/ 111557 h 436473"/>
              <a:gd name="connsiteX26" fmla="*/ 2001774 w 2023110"/>
              <a:gd name="connsiteY26" fmla="*/ 138989 h 436473"/>
              <a:gd name="connsiteX27" fmla="*/ 2023110 w 2023110"/>
              <a:gd name="connsiteY27" fmla="*/ 201168 h 436473"/>
              <a:gd name="connsiteX28" fmla="*/ 2023110 w 2023110"/>
              <a:gd name="connsiteY28" fmla="*/ 290169 h 436473"/>
              <a:gd name="connsiteX29" fmla="*/ 1898752 w 2023110"/>
              <a:gd name="connsiteY29" fmla="*/ 290169 h 436473"/>
              <a:gd name="connsiteX30" fmla="*/ 1898752 w 2023110"/>
              <a:gd name="connsiteY30" fmla="*/ 341375 h 436473"/>
              <a:gd name="connsiteX31" fmla="*/ 1925574 w 2023110"/>
              <a:gd name="connsiteY31" fmla="*/ 379780 h 436473"/>
              <a:gd name="connsiteX32" fmla="*/ 1944777 w 2023110"/>
              <a:gd name="connsiteY32" fmla="*/ 371246 h 436473"/>
              <a:gd name="connsiteX33" fmla="*/ 1951177 w 2023110"/>
              <a:gd name="connsiteY33" fmla="*/ 327355 h 436473"/>
              <a:gd name="connsiteX34" fmla="*/ 2021891 w 2023110"/>
              <a:gd name="connsiteY34" fmla="*/ 327355 h 436473"/>
              <a:gd name="connsiteX35" fmla="*/ 2021891 w 2023110"/>
              <a:gd name="connsiteY35" fmla="*/ 352348 h 436473"/>
              <a:gd name="connsiteX36" fmla="*/ 1926793 w 2023110"/>
              <a:gd name="connsiteY36" fmla="*/ 436473 h 436473"/>
              <a:gd name="connsiteX37" fmla="*/ 1826819 w 2023110"/>
              <a:gd name="connsiteY37" fmla="*/ 336499 h 436473"/>
              <a:gd name="connsiteX38" fmla="*/ 1826819 w 2023110"/>
              <a:gd name="connsiteY38" fmla="*/ 204825 h 436473"/>
              <a:gd name="connsiteX39" fmla="*/ 1860347 w 2023110"/>
              <a:gd name="connsiteY39" fmla="*/ 129844 h 436473"/>
              <a:gd name="connsiteX40" fmla="*/ 1926184 w 2023110"/>
              <a:gd name="connsiteY40" fmla="*/ 111557 h 436473"/>
              <a:gd name="connsiteX41" fmla="*/ 1185443 w 2023110"/>
              <a:gd name="connsiteY41" fmla="*/ 111557 h 436473"/>
              <a:gd name="connsiteX42" fmla="*/ 1274445 w 2023110"/>
              <a:gd name="connsiteY42" fmla="*/ 183489 h 436473"/>
              <a:gd name="connsiteX43" fmla="*/ 1274445 w 2023110"/>
              <a:gd name="connsiteY43" fmla="*/ 217627 h 436473"/>
              <a:gd name="connsiteX44" fmla="*/ 1211656 w 2023110"/>
              <a:gd name="connsiteY44" fmla="*/ 217627 h 436473"/>
              <a:gd name="connsiteX45" fmla="*/ 1208608 w 2023110"/>
              <a:gd name="connsiteY45" fmla="*/ 176174 h 436473"/>
              <a:gd name="connsiteX46" fmla="*/ 1185443 w 2023110"/>
              <a:gd name="connsiteY46" fmla="*/ 161544 h 436473"/>
              <a:gd name="connsiteX47" fmla="*/ 1159840 w 2023110"/>
              <a:gd name="connsiteY47" fmla="*/ 189585 h 436473"/>
              <a:gd name="connsiteX48" fmla="*/ 1180567 w 2023110"/>
              <a:gd name="connsiteY48" fmla="*/ 223723 h 436473"/>
              <a:gd name="connsiteX49" fmla="*/ 1247013 w 2023110"/>
              <a:gd name="connsiteY49" fmla="*/ 270662 h 436473"/>
              <a:gd name="connsiteX50" fmla="*/ 1267130 w 2023110"/>
              <a:gd name="connsiteY50" fmla="*/ 291389 h 436473"/>
              <a:gd name="connsiteX51" fmla="*/ 1277493 w 2023110"/>
              <a:gd name="connsiteY51" fmla="*/ 340157 h 436473"/>
              <a:gd name="connsiteX52" fmla="*/ 1265301 w 2023110"/>
              <a:gd name="connsiteY52" fmla="*/ 402945 h 436473"/>
              <a:gd name="connsiteX53" fmla="*/ 1181176 w 2023110"/>
              <a:gd name="connsiteY53" fmla="*/ 436473 h 436473"/>
              <a:gd name="connsiteX54" fmla="*/ 1086688 w 2023110"/>
              <a:gd name="connsiteY54" fmla="*/ 353568 h 436473"/>
              <a:gd name="connsiteX55" fmla="*/ 1086688 w 2023110"/>
              <a:gd name="connsiteY55" fmla="*/ 320649 h 436473"/>
              <a:gd name="connsiteX56" fmla="*/ 1153744 w 2023110"/>
              <a:gd name="connsiteY56" fmla="*/ 320649 h 436473"/>
              <a:gd name="connsiteX57" fmla="*/ 1157402 w 2023110"/>
              <a:gd name="connsiteY57" fmla="*/ 369417 h 436473"/>
              <a:gd name="connsiteX58" fmla="*/ 1182395 w 2023110"/>
              <a:gd name="connsiteY58" fmla="*/ 384657 h 436473"/>
              <a:gd name="connsiteX59" fmla="*/ 1210437 w 2023110"/>
              <a:gd name="connsiteY59" fmla="*/ 350520 h 436473"/>
              <a:gd name="connsiteX60" fmla="*/ 1207389 w 2023110"/>
              <a:gd name="connsiteY60" fmla="*/ 328574 h 436473"/>
              <a:gd name="connsiteX61" fmla="*/ 1189101 w 2023110"/>
              <a:gd name="connsiteY61" fmla="*/ 309677 h 436473"/>
              <a:gd name="connsiteX62" fmla="*/ 1128751 w 2023110"/>
              <a:gd name="connsiteY62" fmla="*/ 267005 h 436473"/>
              <a:gd name="connsiteX63" fmla="*/ 1108634 w 2023110"/>
              <a:gd name="connsiteY63" fmla="*/ 247497 h 436473"/>
              <a:gd name="connsiteX64" fmla="*/ 1091565 w 2023110"/>
              <a:gd name="connsiteY64" fmla="*/ 192024 h 436473"/>
              <a:gd name="connsiteX65" fmla="*/ 1185443 w 2023110"/>
              <a:gd name="connsiteY65" fmla="*/ 111557 h 436473"/>
              <a:gd name="connsiteX66" fmla="*/ 129235 w 2023110"/>
              <a:gd name="connsiteY66" fmla="*/ 109118 h 436473"/>
              <a:gd name="connsiteX67" fmla="*/ 100584 w 2023110"/>
              <a:gd name="connsiteY67" fmla="*/ 293827 h 436473"/>
              <a:gd name="connsiteX68" fmla="*/ 155448 w 2023110"/>
              <a:gd name="connsiteY68" fmla="*/ 293827 h 436473"/>
              <a:gd name="connsiteX69" fmla="*/ 303886 w 2023110"/>
              <a:gd name="connsiteY69" fmla="*/ 5486 h 436473"/>
              <a:gd name="connsiteX70" fmla="*/ 376428 w 2023110"/>
              <a:gd name="connsiteY70" fmla="*/ 5486 h 436473"/>
              <a:gd name="connsiteX71" fmla="*/ 376428 w 2023110"/>
              <a:gd name="connsiteY71" fmla="*/ 118262 h 436473"/>
              <a:gd name="connsiteX72" fmla="*/ 419710 w 2023110"/>
              <a:gd name="connsiteY72" fmla="*/ 118262 h 436473"/>
              <a:gd name="connsiteX73" fmla="*/ 419710 w 2023110"/>
              <a:gd name="connsiteY73" fmla="*/ 166420 h 436473"/>
              <a:gd name="connsiteX74" fmla="*/ 375818 w 2023110"/>
              <a:gd name="connsiteY74" fmla="*/ 166420 h 436473"/>
              <a:gd name="connsiteX75" fmla="*/ 375818 w 2023110"/>
              <a:gd name="connsiteY75" fmla="*/ 344424 h 436473"/>
              <a:gd name="connsiteX76" fmla="*/ 381305 w 2023110"/>
              <a:gd name="connsiteY76" fmla="*/ 368808 h 436473"/>
              <a:gd name="connsiteX77" fmla="*/ 408737 w 2023110"/>
              <a:gd name="connsiteY77" fmla="*/ 378561 h 436473"/>
              <a:gd name="connsiteX78" fmla="*/ 415442 w 2023110"/>
              <a:gd name="connsiteY78" fmla="*/ 377952 h 436473"/>
              <a:gd name="connsiteX79" fmla="*/ 421538 w 2023110"/>
              <a:gd name="connsiteY79" fmla="*/ 377952 h 436473"/>
              <a:gd name="connsiteX80" fmla="*/ 421538 w 2023110"/>
              <a:gd name="connsiteY80" fmla="*/ 429768 h 436473"/>
              <a:gd name="connsiteX81" fmla="*/ 383134 w 2023110"/>
              <a:gd name="connsiteY81" fmla="*/ 433425 h 436473"/>
              <a:gd name="connsiteX82" fmla="*/ 318516 w 2023110"/>
              <a:gd name="connsiteY82" fmla="*/ 415747 h 436473"/>
              <a:gd name="connsiteX83" fmla="*/ 304495 w 2023110"/>
              <a:gd name="connsiteY83" fmla="*/ 368198 h 436473"/>
              <a:gd name="connsiteX84" fmla="*/ 304495 w 2023110"/>
              <a:gd name="connsiteY84" fmla="*/ 166420 h 436473"/>
              <a:gd name="connsiteX85" fmla="*/ 264871 w 2023110"/>
              <a:gd name="connsiteY85" fmla="*/ 166420 h 436473"/>
              <a:gd name="connsiteX86" fmla="*/ 264871 w 2023110"/>
              <a:gd name="connsiteY86" fmla="*/ 118262 h 436473"/>
              <a:gd name="connsiteX87" fmla="*/ 303886 w 2023110"/>
              <a:gd name="connsiteY87" fmla="*/ 118262 h 436473"/>
              <a:gd name="connsiteX88" fmla="*/ 573176 w 2023110"/>
              <a:gd name="connsiteY88" fmla="*/ 0 h 436473"/>
              <a:gd name="connsiteX89" fmla="*/ 645109 w 2023110"/>
              <a:gd name="connsiteY89" fmla="*/ 0 h 436473"/>
              <a:gd name="connsiteX90" fmla="*/ 645109 w 2023110"/>
              <a:gd name="connsiteY90" fmla="*/ 224942 h 436473"/>
              <a:gd name="connsiteX91" fmla="*/ 704850 w 2023110"/>
              <a:gd name="connsiteY91" fmla="*/ 118262 h 436473"/>
              <a:gd name="connsiteX92" fmla="*/ 785317 w 2023110"/>
              <a:gd name="connsiteY92" fmla="*/ 118262 h 436473"/>
              <a:gd name="connsiteX93" fmla="*/ 705460 w 2023110"/>
              <a:gd name="connsiteY93" fmla="*/ 248107 h 436473"/>
              <a:gd name="connsiteX94" fmla="*/ 794461 w 2023110"/>
              <a:gd name="connsiteY94" fmla="*/ 430377 h 436473"/>
              <a:gd name="connsiteX95" fmla="*/ 712165 w 2023110"/>
              <a:gd name="connsiteY95" fmla="*/ 430377 h 436473"/>
              <a:gd name="connsiteX96" fmla="*/ 645109 w 2023110"/>
              <a:gd name="connsiteY96" fmla="*/ 271272 h 436473"/>
              <a:gd name="connsiteX97" fmla="*/ 645109 w 2023110"/>
              <a:gd name="connsiteY97" fmla="*/ 430377 h 436473"/>
              <a:gd name="connsiteX98" fmla="*/ 573176 w 2023110"/>
              <a:gd name="connsiteY98" fmla="*/ 430377 h 436473"/>
              <a:gd name="connsiteX99" fmla="*/ 83515 w 2023110"/>
              <a:gd name="connsiteY99" fmla="*/ 0 h 436473"/>
              <a:gd name="connsiteX100" fmla="*/ 174346 w 2023110"/>
              <a:gd name="connsiteY100" fmla="*/ 0 h 436473"/>
              <a:gd name="connsiteX101" fmla="*/ 254813 w 2023110"/>
              <a:gd name="connsiteY101" fmla="*/ 430377 h 436473"/>
              <a:gd name="connsiteX102" fmla="*/ 174346 w 2023110"/>
              <a:gd name="connsiteY102" fmla="*/ 430377 h 436473"/>
              <a:gd name="connsiteX103" fmla="*/ 163982 w 2023110"/>
              <a:gd name="connsiteY103" fmla="*/ 360273 h 436473"/>
              <a:gd name="connsiteX104" fmla="*/ 90830 w 2023110"/>
              <a:gd name="connsiteY104" fmla="*/ 360273 h 436473"/>
              <a:gd name="connsiteX105" fmla="*/ 79248 w 2023110"/>
              <a:gd name="connsiteY105" fmla="*/ 430377 h 436473"/>
              <a:gd name="connsiteX106" fmla="*/ 0 w 2023110"/>
              <a:gd name="connsiteY106" fmla="*/ 430377 h 4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23110" h="436473">
                <a:moveTo>
                  <a:pt x="1926184" y="169469"/>
                </a:moveTo>
                <a:cubicBezTo>
                  <a:pt x="1908302" y="169469"/>
                  <a:pt x="1899361" y="179832"/>
                  <a:pt x="1899361" y="200558"/>
                </a:cubicBezTo>
                <a:lnTo>
                  <a:pt x="1899361" y="238963"/>
                </a:lnTo>
                <a:lnTo>
                  <a:pt x="1951177" y="238963"/>
                </a:lnTo>
                <a:lnTo>
                  <a:pt x="1951177" y="200558"/>
                </a:lnTo>
                <a:cubicBezTo>
                  <a:pt x="1951177" y="179832"/>
                  <a:pt x="1942846" y="169469"/>
                  <a:pt x="1926184" y="169469"/>
                </a:cubicBezTo>
                <a:close/>
                <a:moveTo>
                  <a:pt x="1585189" y="118262"/>
                </a:moveTo>
                <a:lnTo>
                  <a:pt x="1657731" y="118262"/>
                </a:lnTo>
                <a:lnTo>
                  <a:pt x="1690040" y="334670"/>
                </a:lnTo>
                <a:lnTo>
                  <a:pt x="1727226" y="118262"/>
                </a:lnTo>
                <a:lnTo>
                  <a:pt x="1799768" y="118262"/>
                </a:lnTo>
                <a:lnTo>
                  <a:pt x="1724787" y="430377"/>
                </a:lnTo>
                <a:lnTo>
                  <a:pt x="1654073" y="430377"/>
                </a:lnTo>
                <a:close/>
                <a:moveTo>
                  <a:pt x="1325651" y="118262"/>
                </a:moveTo>
                <a:lnTo>
                  <a:pt x="1398803" y="118262"/>
                </a:lnTo>
                <a:lnTo>
                  <a:pt x="1398803" y="430377"/>
                </a:lnTo>
                <a:lnTo>
                  <a:pt x="1325651" y="430377"/>
                </a:lnTo>
                <a:close/>
                <a:moveTo>
                  <a:pt x="973226" y="118262"/>
                </a:moveTo>
                <a:lnTo>
                  <a:pt x="1046378" y="118262"/>
                </a:lnTo>
                <a:lnTo>
                  <a:pt x="1046378" y="430377"/>
                </a:lnTo>
                <a:lnTo>
                  <a:pt x="973226" y="430377"/>
                </a:lnTo>
                <a:close/>
                <a:moveTo>
                  <a:pt x="449351" y="118262"/>
                </a:moveTo>
                <a:lnTo>
                  <a:pt x="522503" y="118262"/>
                </a:lnTo>
                <a:lnTo>
                  <a:pt x="522503" y="430377"/>
                </a:lnTo>
                <a:lnTo>
                  <a:pt x="449351" y="430377"/>
                </a:lnTo>
                <a:close/>
                <a:moveTo>
                  <a:pt x="1926184" y="111557"/>
                </a:moveTo>
                <a:cubicBezTo>
                  <a:pt x="1958289" y="111557"/>
                  <a:pt x="1983486" y="120700"/>
                  <a:pt x="2001774" y="138989"/>
                </a:cubicBezTo>
                <a:cubicBezTo>
                  <a:pt x="2015998" y="153212"/>
                  <a:pt x="2023110" y="173939"/>
                  <a:pt x="2023110" y="201168"/>
                </a:cubicBezTo>
                <a:lnTo>
                  <a:pt x="2023110" y="290169"/>
                </a:lnTo>
                <a:lnTo>
                  <a:pt x="1898752" y="290169"/>
                </a:lnTo>
                <a:lnTo>
                  <a:pt x="1898752" y="341375"/>
                </a:lnTo>
                <a:cubicBezTo>
                  <a:pt x="1898752" y="366979"/>
                  <a:pt x="1907693" y="379780"/>
                  <a:pt x="1925574" y="379780"/>
                </a:cubicBezTo>
                <a:cubicBezTo>
                  <a:pt x="1934109" y="379780"/>
                  <a:pt x="1940509" y="376936"/>
                  <a:pt x="1944777" y="371246"/>
                </a:cubicBezTo>
                <a:cubicBezTo>
                  <a:pt x="1949044" y="365556"/>
                  <a:pt x="1951177" y="350926"/>
                  <a:pt x="1951177" y="327355"/>
                </a:cubicBezTo>
                <a:lnTo>
                  <a:pt x="2021891" y="327355"/>
                </a:lnTo>
                <a:lnTo>
                  <a:pt x="2021891" y="352348"/>
                </a:lnTo>
                <a:cubicBezTo>
                  <a:pt x="2021891" y="408432"/>
                  <a:pt x="1990192" y="436473"/>
                  <a:pt x="1926793" y="436473"/>
                </a:cubicBezTo>
                <a:cubicBezTo>
                  <a:pt x="1860144" y="436473"/>
                  <a:pt x="1826819" y="403148"/>
                  <a:pt x="1826819" y="336499"/>
                </a:cubicBezTo>
                <a:lnTo>
                  <a:pt x="1826819" y="204825"/>
                </a:lnTo>
                <a:cubicBezTo>
                  <a:pt x="1826819" y="170281"/>
                  <a:pt x="1837995" y="145288"/>
                  <a:pt x="1860347" y="129844"/>
                </a:cubicBezTo>
                <a:cubicBezTo>
                  <a:pt x="1877822" y="117652"/>
                  <a:pt x="1899768" y="111557"/>
                  <a:pt x="1926184" y="111557"/>
                </a:cubicBezTo>
                <a:close/>
                <a:moveTo>
                  <a:pt x="1185443" y="111557"/>
                </a:moveTo>
                <a:cubicBezTo>
                  <a:pt x="1244778" y="111557"/>
                  <a:pt x="1274445" y="135534"/>
                  <a:pt x="1274445" y="183489"/>
                </a:cubicBezTo>
                <a:lnTo>
                  <a:pt x="1274445" y="217627"/>
                </a:lnTo>
                <a:lnTo>
                  <a:pt x="1211656" y="217627"/>
                </a:lnTo>
                <a:cubicBezTo>
                  <a:pt x="1211656" y="196494"/>
                  <a:pt x="1210640" y="182676"/>
                  <a:pt x="1208608" y="176174"/>
                </a:cubicBezTo>
                <a:cubicBezTo>
                  <a:pt x="1204951" y="166420"/>
                  <a:pt x="1197229" y="161544"/>
                  <a:pt x="1185443" y="161544"/>
                </a:cubicBezTo>
                <a:cubicBezTo>
                  <a:pt x="1168375" y="161544"/>
                  <a:pt x="1159840" y="170891"/>
                  <a:pt x="1159840" y="189585"/>
                </a:cubicBezTo>
                <a:cubicBezTo>
                  <a:pt x="1159840" y="202590"/>
                  <a:pt x="1166749" y="213969"/>
                  <a:pt x="1180567" y="223723"/>
                </a:cubicBezTo>
                <a:lnTo>
                  <a:pt x="1247013" y="270662"/>
                </a:lnTo>
                <a:cubicBezTo>
                  <a:pt x="1256360" y="277165"/>
                  <a:pt x="1263066" y="284073"/>
                  <a:pt x="1267130" y="291389"/>
                </a:cubicBezTo>
                <a:cubicBezTo>
                  <a:pt x="1274039" y="301142"/>
                  <a:pt x="1277493" y="317398"/>
                  <a:pt x="1277493" y="340157"/>
                </a:cubicBezTo>
                <a:cubicBezTo>
                  <a:pt x="1277493" y="369417"/>
                  <a:pt x="1273429" y="390347"/>
                  <a:pt x="1265301" y="402945"/>
                </a:cubicBezTo>
                <a:cubicBezTo>
                  <a:pt x="1251483" y="425297"/>
                  <a:pt x="1223442" y="436473"/>
                  <a:pt x="1181176" y="436473"/>
                </a:cubicBezTo>
                <a:cubicBezTo>
                  <a:pt x="1118184" y="436473"/>
                  <a:pt x="1086688" y="408838"/>
                  <a:pt x="1086688" y="353568"/>
                </a:cubicBezTo>
                <a:lnTo>
                  <a:pt x="1086688" y="320649"/>
                </a:lnTo>
                <a:lnTo>
                  <a:pt x="1153744" y="320649"/>
                </a:lnTo>
                <a:cubicBezTo>
                  <a:pt x="1153744" y="346252"/>
                  <a:pt x="1154963" y="362509"/>
                  <a:pt x="1157402" y="369417"/>
                </a:cubicBezTo>
                <a:cubicBezTo>
                  <a:pt x="1160653" y="379577"/>
                  <a:pt x="1168984" y="384657"/>
                  <a:pt x="1182395" y="384657"/>
                </a:cubicBezTo>
                <a:cubicBezTo>
                  <a:pt x="1201090" y="384657"/>
                  <a:pt x="1210437" y="373278"/>
                  <a:pt x="1210437" y="350520"/>
                </a:cubicBezTo>
                <a:cubicBezTo>
                  <a:pt x="1210437" y="340360"/>
                  <a:pt x="1209421" y="333045"/>
                  <a:pt x="1207389" y="328574"/>
                </a:cubicBezTo>
                <a:cubicBezTo>
                  <a:pt x="1204544" y="322478"/>
                  <a:pt x="1198448" y="316179"/>
                  <a:pt x="1189101" y="309677"/>
                </a:cubicBezTo>
                <a:lnTo>
                  <a:pt x="1128751" y="267005"/>
                </a:lnTo>
                <a:cubicBezTo>
                  <a:pt x="1122655" y="262534"/>
                  <a:pt x="1115949" y="256032"/>
                  <a:pt x="1108634" y="247497"/>
                </a:cubicBezTo>
                <a:cubicBezTo>
                  <a:pt x="1097255" y="234086"/>
                  <a:pt x="1091565" y="215595"/>
                  <a:pt x="1091565" y="192024"/>
                </a:cubicBezTo>
                <a:cubicBezTo>
                  <a:pt x="1091565" y="138379"/>
                  <a:pt x="1122858" y="111557"/>
                  <a:pt x="1185443" y="111557"/>
                </a:cubicBezTo>
                <a:close/>
                <a:moveTo>
                  <a:pt x="129235" y="109118"/>
                </a:moveTo>
                <a:lnTo>
                  <a:pt x="100584" y="293827"/>
                </a:lnTo>
                <a:lnTo>
                  <a:pt x="155448" y="293827"/>
                </a:lnTo>
                <a:close/>
                <a:moveTo>
                  <a:pt x="303886" y="5486"/>
                </a:moveTo>
                <a:lnTo>
                  <a:pt x="376428" y="5486"/>
                </a:lnTo>
                <a:lnTo>
                  <a:pt x="376428" y="118262"/>
                </a:lnTo>
                <a:lnTo>
                  <a:pt x="419710" y="118262"/>
                </a:lnTo>
                <a:lnTo>
                  <a:pt x="419710" y="166420"/>
                </a:lnTo>
                <a:lnTo>
                  <a:pt x="375818" y="166420"/>
                </a:lnTo>
                <a:lnTo>
                  <a:pt x="375818" y="344424"/>
                </a:lnTo>
                <a:cubicBezTo>
                  <a:pt x="375818" y="356209"/>
                  <a:pt x="377647" y="364337"/>
                  <a:pt x="381305" y="368808"/>
                </a:cubicBezTo>
                <a:cubicBezTo>
                  <a:pt x="386182" y="375310"/>
                  <a:pt x="395326" y="378561"/>
                  <a:pt x="408737" y="378561"/>
                </a:cubicBezTo>
                <a:cubicBezTo>
                  <a:pt x="410362" y="378561"/>
                  <a:pt x="412598" y="378358"/>
                  <a:pt x="415442" y="377952"/>
                </a:cubicBezTo>
                <a:lnTo>
                  <a:pt x="421538" y="377952"/>
                </a:lnTo>
                <a:lnTo>
                  <a:pt x="421538" y="429768"/>
                </a:lnTo>
                <a:cubicBezTo>
                  <a:pt x="411785" y="432206"/>
                  <a:pt x="398983" y="433425"/>
                  <a:pt x="383134" y="433425"/>
                </a:cubicBezTo>
                <a:cubicBezTo>
                  <a:pt x="351434" y="433425"/>
                  <a:pt x="329895" y="427532"/>
                  <a:pt x="318516" y="415747"/>
                </a:cubicBezTo>
                <a:cubicBezTo>
                  <a:pt x="309169" y="406400"/>
                  <a:pt x="304495" y="390550"/>
                  <a:pt x="304495" y="368198"/>
                </a:cubicBezTo>
                <a:lnTo>
                  <a:pt x="304495" y="166420"/>
                </a:lnTo>
                <a:lnTo>
                  <a:pt x="264871" y="166420"/>
                </a:lnTo>
                <a:lnTo>
                  <a:pt x="264871" y="118262"/>
                </a:lnTo>
                <a:lnTo>
                  <a:pt x="303886" y="118262"/>
                </a:lnTo>
                <a:close/>
                <a:moveTo>
                  <a:pt x="573176" y="0"/>
                </a:moveTo>
                <a:lnTo>
                  <a:pt x="645109" y="0"/>
                </a:lnTo>
                <a:lnTo>
                  <a:pt x="645109" y="224942"/>
                </a:lnTo>
                <a:lnTo>
                  <a:pt x="704850" y="118262"/>
                </a:lnTo>
                <a:lnTo>
                  <a:pt x="785317" y="118262"/>
                </a:lnTo>
                <a:lnTo>
                  <a:pt x="705460" y="248107"/>
                </a:lnTo>
                <a:lnTo>
                  <a:pt x="794461" y="430377"/>
                </a:lnTo>
                <a:lnTo>
                  <a:pt x="712165" y="430377"/>
                </a:lnTo>
                <a:lnTo>
                  <a:pt x="645109" y="271272"/>
                </a:lnTo>
                <a:lnTo>
                  <a:pt x="645109" y="430377"/>
                </a:lnTo>
                <a:lnTo>
                  <a:pt x="573176" y="430377"/>
                </a:lnTo>
                <a:close/>
                <a:moveTo>
                  <a:pt x="83515" y="0"/>
                </a:moveTo>
                <a:lnTo>
                  <a:pt x="174346" y="0"/>
                </a:lnTo>
                <a:lnTo>
                  <a:pt x="254813" y="430377"/>
                </a:lnTo>
                <a:lnTo>
                  <a:pt x="174346" y="430377"/>
                </a:lnTo>
                <a:lnTo>
                  <a:pt x="163982" y="360273"/>
                </a:lnTo>
                <a:lnTo>
                  <a:pt x="90830" y="360273"/>
                </a:lnTo>
                <a:lnTo>
                  <a:pt x="79248" y="430377"/>
                </a:lnTo>
                <a:lnTo>
                  <a:pt x="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501" b="2"/>
          <a:stretch/>
        </p:blipFill>
        <p:spPr>
          <a:xfrm>
            <a:off x="6350" y="2983424"/>
            <a:ext cx="12179300" cy="3874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758609-B718-F7E7-505E-BDABD37DABB7}"/>
              </a:ext>
            </a:extLst>
          </p:cNvPr>
          <p:cNvSpPr txBox="1"/>
          <p:nvPr userDrawn="1"/>
        </p:nvSpPr>
        <p:spPr>
          <a:xfrm>
            <a:off x="7749141" y="2419143"/>
            <a:ext cx="2311527" cy="426111"/>
          </a:xfrm>
          <a:custGeom>
            <a:avLst/>
            <a:gdLst>
              <a:gd name="connsiteX0" fmla="*/ 1886865 w 2311527"/>
              <a:gd name="connsiteY0" fmla="*/ 161544 h 426111"/>
              <a:gd name="connsiteX1" fmla="*/ 1851508 w 2311527"/>
              <a:gd name="connsiteY1" fmla="*/ 184709 h 426111"/>
              <a:gd name="connsiteX2" fmla="*/ 1838097 w 2311527"/>
              <a:gd name="connsiteY2" fmla="*/ 201778 h 426111"/>
              <a:gd name="connsiteX3" fmla="*/ 1835049 w 2311527"/>
              <a:gd name="connsiteY3" fmla="*/ 236525 h 426111"/>
              <a:gd name="connsiteX4" fmla="*/ 1852118 w 2311527"/>
              <a:gd name="connsiteY4" fmla="*/ 270663 h 426111"/>
              <a:gd name="connsiteX5" fmla="*/ 1886865 w 2311527"/>
              <a:gd name="connsiteY5" fmla="*/ 252984 h 426111"/>
              <a:gd name="connsiteX6" fmla="*/ 1616888 w 2311527"/>
              <a:gd name="connsiteY6" fmla="*/ 54864 h 426111"/>
              <a:gd name="connsiteX7" fmla="*/ 1587018 w 2311527"/>
              <a:gd name="connsiteY7" fmla="*/ 90831 h 426111"/>
              <a:gd name="connsiteX8" fmla="*/ 1587018 w 2311527"/>
              <a:gd name="connsiteY8" fmla="*/ 231039 h 426111"/>
              <a:gd name="connsiteX9" fmla="*/ 1616279 w 2311527"/>
              <a:gd name="connsiteY9" fmla="*/ 265786 h 426111"/>
              <a:gd name="connsiteX10" fmla="*/ 1645539 w 2311527"/>
              <a:gd name="connsiteY10" fmla="*/ 233477 h 426111"/>
              <a:gd name="connsiteX11" fmla="*/ 1645539 w 2311527"/>
              <a:gd name="connsiteY11" fmla="*/ 89002 h 426111"/>
              <a:gd name="connsiteX12" fmla="*/ 1616888 w 2311527"/>
              <a:gd name="connsiteY12" fmla="*/ 54864 h 426111"/>
              <a:gd name="connsiteX13" fmla="*/ 740588 w 2311527"/>
              <a:gd name="connsiteY13" fmla="*/ 54864 h 426111"/>
              <a:gd name="connsiteX14" fmla="*/ 710718 w 2311527"/>
              <a:gd name="connsiteY14" fmla="*/ 90831 h 426111"/>
              <a:gd name="connsiteX15" fmla="*/ 710718 w 2311527"/>
              <a:gd name="connsiteY15" fmla="*/ 231039 h 426111"/>
              <a:gd name="connsiteX16" fmla="*/ 739979 w 2311527"/>
              <a:gd name="connsiteY16" fmla="*/ 265786 h 426111"/>
              <a:gd name="connsiteX17" fmla="*/ 769239 w 2311527"/>
              <a:gd name="connsiteY17" fmla="*/ 233477 h 426111"/>
              <a:gd name="connsiteX18" fmla="*/ 769239 w 2311527"/>
              <a:gd name="connsiteY18" fmla="*/ 89002 h 426111"/>
              <a:gd name="connsiteX19" fmla="*/ 740588 w 2311527"/>
              <a:gd name="connsiteY19" fmla="*/ 54864 h 426111"/>
              <a:gd name="connsiteX20" fmla="*/ 990448 w 2311527"/>
              <a:gd name="connsiteY20" fmla="*/ 45720 h 426111"/>
              <a:gd name="connsiteX21" fmla="*/ 964235 w 2311527"/>
              <a:gd name="connsiteY21" fmla="*/ 84125 h 426111"/>
              <a:gd name="connsiteX22" fmla="*/ 964235 w 2311527"/>
              <a:gd name="connsiteY22" fmla="*/ 242621 h 426111"/>
              <a:gd name="connsiteX23" fmla="*/ 989229 w 2311527"/>
              <a:gd name="connsiteY23" fmla="*/ 274930 h 426111"/>
              <a:gd name="connsiteX24" fmla="*/ 1014832 w 2311527"/>
              <a:gd name="connsiteY24" fmla="*/ 242012 h 426111"/>
              <a:gd name="connsiteX25" fmla="*/ 1014832 w 2311527"/>
              <a:gd name="connsiteY25" fmla="*/ 83516 h 426111"/>
              <a:gd name="connsiteX26" fmla="*/ 990448 w 2311527"/>
              <a:gd name="connsiteY26" fmla="*/ 45720 h 426111"/>
              <a:gd name="connsiteX27" fmla="*/ 2238375 w 2311527"/>
              <a:gd name="connsiteY27" fmla="*/ 6706 h 426111"/>
              <a:gd name="connsiteX28" fmla="*/ 2311527 w 2311527"/>
              <a:gd name="connsiteY28" fmla="*/ 6706 h 426111"/>
              <a:gd name="connsiteX29" fmla="*/ 2311527 w 2311527"/>
              <a:gd name="connsiteY29" fmla="*/ 318821 h 426111"/>
              <a:gd name="connsiteX30" fmla="*/ 2238375 w 2311527"/>
              <a:gd name="connsiteY30" fmla="*/ 318821 h 426111"/>
              <a:gd name="connsiteX31" fmla="*/ 352425 w 2311527"/>
              <a:gd name="connsiteY31" fmla="*/ 6706 h 426111"/>
              <a:gd name="connsiteX32" fmla="*/ 425577 w 2311527"/>
              <a:gd name="connsiteY32" fmla="*/ 6706 h 426111"/>
              <a:gd name="connsiteX33" fmla="*/ 425577 w 2311527"/>
              <a:gd name="connsiteY33" fmla="*/ 318821 h 426111"/>
              <a:gd name="connsiteX34" fmla="*/ 352425 w 2311527"/>
              <a:gd name="connsiteY34" fmla="*/ 318821 h 426111"/>
              <a:gd name="connsiteX35" fmla="*/ 0 w 2311527"/>
              <a:gd name="connsiteY35" fmla="*/ 6706 h 426111"/>
              <a:gd name="connsiteX36" fmla="*/ 73152 w 2311527"/>
              <a:gd name="connsiteY36" fmla="*/ 6706 h 426111"/>
              <a:gd name="connsiteX37" fmla="*/ 73152 w 2311527"/>
              <a:gd name="connsiteY37" fmla="*/ 318821 h 426111"/>
              <a:gd name="connsiteX38" fmla="*/ 0 w 2311527"/>
              <a:gd name="connsiteY38" fmla="*/ 318821 h 426111"/>
              <a:gd name="connsiteX39" fmla="*/ 1652245 w 2311527"/>
              <a:gd name="connsiteY39" fmla="*/ 610 h 426111"/>
              <a:gd name="connsiteX40" fmla="*/ 1699794 w 2311527"/>
              <a:gd name="connsiteY40" fmla="*/ 20727 h 426111"/>
              <a:gd name="connsiteX41" fmla="*/ 1718082 w 2311527"/>
              <a:gd name="connsiteY41" fmla="*/ 82906 h 426111"/>
              <a:gd name="connsiteX42" fmla="*/ 1718082 w 2311527"/>
              <a:gd name="connsiteY42" fmla="*/ 248108 h 426111"/>
              <a:gd name="connsiteX43" fmla="*/ 1707719 w 2311527"/>
              <a:gd name="connsiteY43" fmla="*/ 295047 h 426111"/>
              <a:gd name="connsiteX44" fmla="*/ 1654074 w 2311527"/>
              <a:gd name="connsiteY44" fmla="*/ 324917 h 426111"/>
              <a:gd name="connsiteX45" fmla="*/ 1586408 w 2311527"/>
              <a:gd name="connsiteY45" fmla="*/ 292608 h 426111"/>
              <a:gd name="connsiteX46" fmla="*/ 1586408 w 2311527"/>
              <a:gd name="connsiteY46" fmla="*/ 426111 h 426111"/>
              <a:gd name="connsiteX47" fmla="*/ 1514475 w 2311527"/>
              <a:gd name="connsiteY47" fmla="*/ 426111 h 426111"/>
              <a:gd name="connsiteX48" fmla="*/ 1514475 w 2311527"/>
              <a:gd name="connsiteY48" fmla="*/ 6706 h 426111"/>
              <a:gd name="connsiteX49" fmla="*/ 1586408 w 2311527"/>
              <a:gd name="connsiteY49" fmla="*/ 6706 h 426111"/>
              <a:gd name="connsiteX50" fmla="*/ 1586408 w 2311527"/>
              <a:gd name="connsiteY50" fmla="*/ 30480 h 426111"/>
              <a:gd name="connsiteX51" fmla="*/ 1652245 w 2311527"/>
              <a:gd name="connsiteY51" fmla="*/ 610 h 426111"/>
              <a:gd name="connsiteX52" fmla="*/ 1267588 w 2311527"/>
              <a:gd name="connsiteY52" fmla="*/ 610 h 426111"/>
              <a:gd name="connsiteX53" fmla="*/ 1326719 w 2311527"/>
              <a:gd name="connsiteY53" fmla="*/ 31700 h 426111"/>
              <a:gd name="connsiteX54" fmla="*/ 1398042 w 2311527"/>
              <a:gd name="connsiteY54" fmla="*/ 610 h 426111"/>
              <a:gd name="connsiteX55" fmla="*/ 1443152 w 2311527"/>
              <a:gd name="connsiteY55" fmla="*/ 18288 h 426111"/>
              <a:gd name="connsiteX56" fmla="*/ 1460831 w 2311527"/>
              <a:gd name="connsiteY56" fmla="*/ 71324 h 426111"/>
              <a:gd name="connsiteX57" fmla="*/ 1460831 w 2311527"/>
              <a:gd name="connsiteY57" fmla="*/ 318821 h 426111"/>
              <a:gd name="connsiteX58" fmla="*/ 1388288 w 2311527"/>
              <a:gd name="connsiteY58" fmla="*/ 318821 h 426111"/>
              <a:gd name="connsiteX59" fmla="*/ 1388288 w 2311527"/>
              <a:gd name="connsiteY59" fmla="*/ 88392 h 426111"/>
              <a:gd name="connsiteX60" fmla="*/ 1362075 w 2311527"/>
              <a:gd name="connsiteY60" fmla="*/ 51816 h 426111"/>
              <a:gd name="connsiteX61" fmla="*/ 1333424 w 2311527"/>
              <a:gd name="connsiteY61" fmla="*/ 91440 h 426111"/>
              <a:gd name="connsiteX62" fmla="*/ 1333424 w 2311527"/>
              <a:gd name="connsiteY62" fmla="*/ 318821 h 426111"/>
              <a:gd name="connsiteX63" fmla="*/ 1260882 w 2311527"/>
              <a:gd name="connsiteY63" fmla="*/ 318821 h 426111"/>
              <a:gd name="connsiteX64" fmla="*/ 1260882 w 2311527"/>
              <a:gd name="connsiteY64" fmla="*/ 89612 h 426111"/>
              <a:gd name="connsiteX65" fmla="*/ 1234059 w 2311527"/>
              <a:gd name="connsiteY65" fmla="*/ 50597 h 426111"/>
              <a:gd name="connsiteX66" fmla="*/ 1206018 w 2311527"/>
              <a:gd name="connsiteY66" fmla="*/ 87783 h 426111"/>
              <a:gd name="connsiteX67" fmla="*/ 1206018 w 2311527"/>
              <a:gd name="connsiteY67" fmla="*/ 318821 h 426111"/>
              <a:gd name="connsiteX68" fmla="*/ 1133475 w 2311527"/>
              <a:gd name="connsiteY68" fmla="*/ 318821 h 426111"/>
              <a:gd name="connsiteX69" fmla="*/ 1133475 w 2311527"/>
              <a:gd name="connsiteY69" fmla="*/ 6706 h 426111"/>
              <a:gd name="connsiteX70" fmla="*/ 1206627 w 2311527"/>
              <a:gd name="connsiteY70" fmla="*/ 6706 h 426111"/>
              <a:gd name="connsiteX71" fmla="*/ 1206627 w 2311527"/>
              <a:gd name="connsiteY71" fmla="*/ 27432 h 426111"/>
              <a:gd name="connsiteX72" fmla="*/ 1267588 w 2311527"/>
              <a:gd name="connsiteY72" fmla="*/ 610 h 426111"/>
              <a:gd name="connsiteX73" fmla="*/ 990448 w 2311527"/>
              <a:gd name="connsiteY73" fmla="*/ 610 h 426111"/>
              <a:gd name="connsiteX74" fmla="*/ 1056285 w 2311527"/>
              <a:gd name="connsiteY74" fmla="*/ 17679 h 426111"/>
              <a:gd name="connsiteX75" fmla="*/ 1086765 w 2311527"/>
              <a:gd name="connsiteY75" fmla="*/ 87783 h 426111"/>
              <a:gd name="connsiteX76" fmla="*/ 1086765 w 2311527"/>
              <a:gd name="connsiteY76" fmla="*/ 237744 h 426111"/>
              <a:gd name="connsiteX77" fmla="*/ 986791 w 2311527"/>
              <a:gd name="connsiteY77" fmla="*/ 324917 h 426111"/>
              <a:gd name="connsiteX78" fmla="*/ 891693 w 2311527"/>
              <a:gd name="connsiteY78" fmla="*/ 230429 h 426111"/>
              <a:gd name="connsiteX79" fmla="*/ 891693 w 2311527"/>
              <a:gd name="connsiteY79" fmla="*/ 90831 h 426111"/>
              <a:gd name="connsiteX80" fmla="*/ 990448 w 2311527"/>
              <a:gd name="connsiteY80" fmla="*/ 610 h 426111"/>
              <a:gd name="connsiteX81" fmla="*/ 775945 w 2311527"/>
              <a:gd name="connsiteY81" fmla="*/ 610 h 426111"/>
              <a:gd name="connsiteX82" fmla="*/ 823494 w 2311527"/>
              <a:gd name="connsiteY82" fmla="*/ 20727 h 426111"/>
              <a:gd name="connsiteX83" fmla="*/ 841782 w 2311527"/>
              <a:gd name="connsiteY83" fmla="*/ 82906 h 426111"/>
              <a:gd name="connsiteX84" fmla="*/ 841782 w 2311527"/>
              <a:gd name="connsiteY84" fmla="*/ 248108 h 426111"/>
              <a:gd name="connsiteX85" fmla="*/ 831419 w 2311527"/>
              <a:gd name="connsiteY85" fmla="*/ 295047 h 426111"/>
              <a:gd name="connsiteX86" fmla="*/ 777774 w 2311527"/>
              <a:gd name="connsiteY86" fmla="*/ 324917 h 426111"/>
              <a:gd name="connsiteX87" fmla="*/ 710108 w 2311527"/>
              <a:gd name="connsiteY87" fmla="*/ 292608 h 426111"/>
              <a:gd name="connsiteX88" fmla="*/ 710108 w 2311527"/>
              <a:gd name="connsiteY88" fmla="*/ 426111 h 426111"/>
              <a:gd name="connsiteX89" fmla="*/ 638175 w 2311527"/>
              <a:gd name="connsiteY89" fmla="*/ 426111 h 426111"/>
              <a:gd name="connsiteX90" fmla="*/ 638175 w 2311527"/>
              <a:gd name="connsiteY90" fmla="*/ 6706 h 426111"/>
              <a:gd name="connsiteX91" fmla="*/ 710108 w 2311527"/>
              <a:gd name="connsiteY91" fmla="*/ 6706 h 426111"/>
              <a:gd name="connsiteX92" fmla="*/ 710108 w 2311527"/>
              <a:gd name="connsiteY92" fmla="*/ 30480 h 426111"/>
              <a:gd name="connsiteX93" fmla="*/ 775945 w 2311527"/>
              <a:gd name="connsiteY93" fmla="*/ 610 h 426111"/>
              <a:gd name="connsiteX94" fmla="*/ 2098167 w 2311527"/>
              <a:gd name="connsiteY94" fmla="*/ 0 h 426111"/>
              <a:gd name="connsiteX95" fmla="*/ 2187169 w 2311527"/>
              <a:gd name="connsiteY95" fmla="*/ 71933 h 426111"/>
              <a:gd name="connsiteX96" fmla="*/ 2187169 w 2311527"/>
              <a:gd name="connsiteY96" fmla="*/ 106071 h 426111"/>
              <a:gd name="connsiteX97" fmla="*/ 2124380 w 2311527"/>
              <a:gd name="connsiteY97" fmla="*/ 106071 h 426111"/>
              <a:gd name="connsiteX98" fmla="*/ 2121333 w 2311527"/>
              <a:gd name="connsiteY98" fmla="*/ 64618 h 426111"/>
              <a:gd name="connsiteX99" fmla="*/ 2098167 w 2311527"/>
              <a:gd name="connsiteY99" fmla="*/ 49988 h 426111"/>
              <a:gd name="connsiteX100" fmla="*/ 2072564 w 2311527"/>
              <a:gd name="connsiteY100" fmla="*/ 78029 h 426111"/>
              <a:gd name="connsiteX101" fmla="*/ 2093291 w 2311527"/>
              <a:gd name="connsiteY101" fmla="*/ 112167 h 426111"/>
              <a:gd name="connsiteX102" fmla="*/ 2159737 w 2311527"/>
              <a:gd name="connsiteY102" fmla="*/ 159106 h 426111"/>
              <a:gd name="connsiteX103" fmla="*/ 2179854 w 2311527"/>
              <a:gd name="connsiteY103" fmla="*/ 179832 h 426111"/>
              <a:gd name="connsiteX104" fmla="*/ 2190217 w 2311527"/>
              <a:gd name="connsiteY104" fmla="*/ 228600 h 426111"/>
              <a:gd name="connsiteX105" fmla="*/ 2178025 w 2311527"/>
              <a:gd name="connsiteY105" fmla="*/ 291389 h 426111"/>
              <a:gd name="connsiteX106" fmla="*/ 2093900 w 2311527"/>
              <a:gd name="connsiteY106" fmla="*/ 324917 h 426111"/>
              <a:gd name="connsiteX107" fmla="*/ 1999412 w 2311527"/>
              <a:gd name="connsiteY107" fmla="*/ 242012 h 426111"/>
              <a:gd name="connsiteX108" fmla="*/ 1999412 w 2311527"/>
              <a:gd name="connsiteY108" fmla="*/ 209093 h 426111"/>
              <a:gd name="connsiteX109" fmla="*/ 2066468 w 2311527"/>
              <a:gd name="connsiteY109" fmla="*/ 209093 h 426111"/>
              <a:gd name="connsiteX110" fmla="*/ 2070126 w 2311527"/>
              <a:gd name="connsiteY110" fmla="*/ 257861 h 426111"/>
              <a:gd name="connsiteX111" fmla="*/ 2095119 w 2311527"/>
              <a:gd name="connsiteY111" fmla="*/ 273101 h 426111"/>
              <a:gd name="connsiteX112" fmla="*/ 2123161 w 2311527"/>
              <a:gd name="connsiteY112" fmla="*/ 238964 h 426111"/>
              <a:gd name="connsiteX113" fmla="*/ 2120113 w 2311527"/>
              <a:gd name="connsiteY113" fmla="*/ 217018 h 426111"/>
              <a:gd name="connsiteX114" fmla="*/ 2101825 w 2311527"/>
              <a:gd name="connsiteY114" fmla="*/ 198120 h 426111"/>
              <a:gd name="connsiteX115" fmla="*/ 2041475 w 2311527"/>
              <a:gd name="connsiteY115" fmla="*/ 155448 h 426111"/>
              <a:gd name="connsiteX116" fmla="*/ 2021358 w 2311527"/>
              <a:gd name="connsiteY116" fmla="*/ 135941 h 426111"/>
              <a:gd name="connsiteX117" fmla="*/ 2004289 w 2311527"/>
              <a:gd name="connsiteY117" fmla="*/ 80468 h 426111"/>
              <a:gd name="connsiteX118" fmla="*/ 2098167 w 2311527"/>
              <a:gd name="connsiteY118" fmla="*/ 0 h 426111"/>
              <a:gd name="connsiteX119" fmla="*/ 1866748 w 2311527"/>
              <a:gd name="connsiteY119" fmla="*/ 0 h 426111"/>
              <a:gd name="connsiteX120" fmla="*/ 1922222 w 2311527"/>
              <a:gd name="connsiteY120" fmla="*/ 11583 h 426111"/>
              <a:gd name="connsiteX121" fmla="*/ 1959407 w 2311527"/>
              <a:gd name="connsiteY121" fmla="*/ 68885 h 426111"/>
              <a:gd name="connsiteX122" fmla="*/ 1959407 w 2311527"/>
              <a:gd name="connsiteY122" fmla="*/ 242621 h 426111"/>
              <a:gd name="connsiteX123" fmla="*/ 1961236 w 2311527"/>
              <a:gd name="connsiteY123" fmla="*/ 293218 h 426111"/>
              <a:gd name="connsiteX124" fmla="*/ 1973428 w 2311527"/>
              <a:gd name="connsiteY124" fmla="*/ 318821 h 426111"/>
              <a:gd name="connsiteX125" fmla="*/ 1897228 w 2311527"/>
              <a:gd name="connsiteY125" fmla="*/ 318821 h 426111"/>
              <a:gd name="connsiteX126" fmla="*/ 1888694 w 2311527"/>
              <a:gd name="connsiteY126" fmla="*/ 291389 h 426111"/>
              <a:gd name="connsiteX127" fmla="*/ 1863700 w 2311527"/>
              <a:gd name="connsiteY127" fmla="*/ 315164 h 426111"/>
              <a:gd name="connsiteX128" fmla="*/ 1825905 w 2311527"/>
              <a:gd name="connsiteY128" fmla="*/ 325527 h 426111"/>
              <a:gd name="connsiteX129" fmla="*/ 1772260 w 2311527"/>
              <a:gd name="connsiteY129" fmla="*/ 293828 h 426111"/>
              <a:gd name="connsiteX130" fmla="*/ 1764335 w 2311527"/>
              <a:gd name="connsiteY130" fmla="*/ 239573 h 426111"/>
              <a:gd name="connsiteX131" fmla="*/ 1770431 w 2311527"/>
              <a:gd name="connsiteY131" fmla="*/ 179223 h 426111"/>
              <a:gd name="connsiteX132" fmla="*/ 1811884 w 2311527"/>
              <a:gd name="connsiteY132" fmla="*/ 143256 h 426111"/>
              <a:gd name="connsiteX133" fmla="*/ 1887475 w 2311527"/>
              <a:gd name="connsiteY133" fmla="*/ 105461 h 426111"/>
              <a:gd name="connsiteX134" fmla="*/ 1886865 w 2311527"/>
              <a:gd name="connsiteY134" fmla="*/ 70714 h 426111"/>
              <a:gd name="connsiteX135" fmla="*/ 1861871 w 2311527"/>
              <a:gd name="connsiteY135" fmla="*/ 49988 h 426111"/>
              <a:gd name="connsiteX136" fmla="*/ 1839926 w 2311527"/>
              <a:gd name="connsiteY136" fmla="*/ 62180 h 426111"/>
              <a:gd name="connsiteX137" fmla="*/ 1836878 w 2311527"/>
              <a:gd name="connsiteY137" fmla="*/ 103023 h 426111"/>
              <a:gd name="connsiteX138" fmla="*/ 1770431 w 2311527"/>
              <a:gd name="connsiteY138" fmla="*/ 103023 h 426111"/>
              <a:gd name="connsiteX139" fmla="*/ 1772870 w 2311527"/>
              <a:gd name="connsiteY139" fmla="*/ 52426 h 426111"/>
              <a:gd name="connsiteX140" fmla="*/ 1787500 w 2311527"/>
              <a:gd name="connsiteY140" fmla="*/ 23775 h 426111"/>
              <a:gd name="connsiteX141" fmla="*/ 1866748 w 2311527"/>
              <a:gd name="connsiteY141" fmla="*/ 0 h 426111"/>
              <a:gd name="connsiteX142" fmla="*/ 212217 w 2311527"/>
              <a:gd name="connsiteY142" fmla="*/ 0 h 426111"/>
              <a:gd name="connsiteX143" fmla="*/ 301219 w 2311527"/>
              <a:gd name="connsiteY143" fmla="*/ 71933 h 426111"/>
              <a:gd name="connsiteX144" fmla="*/ 301219 w 2311527"/>
              <a:gd name="connsiteY144" fmla="*/ 106071 h 426111"/>
              <a:gd name="connsiteX145" fmla="*/ 238430 w 2311527"/>
              <a:gd name="connsiteY145" fmla="*/ 106071 h 426111"/>
              <a:gd name="connsiteX146" fmla="*/ 235382 w 2311527"/>
              <a:gd name="connsiteY146" fmla="*/ 64618 h 426111"/>
              <a:gd name="connsiteX147" fmla="*/ 212217 w 2311527"/>
              <a:gd name="connsiteY147" fmla="*/ 49988 h 426111"/>
              <a:gd name="connsiteX148" fmla="*/ 186614 w 2311527"/>
              <a:gd name="connsiteY148" fmla="*/ 78029 h 426111"/>
              <a:gd name="connsiteX149" fmla="*/ 207341 w 2311527"/>
              <a:gd name="connsiteY149" fmla="*/ 112167 h 426111"/>
              <a:gd name="connsiteX150" fmla="*/ 273787 w 2311527"/>
              <a:gd name="connsiteY150" fmla="*/ 159106 h 426111"/>
              <a:gd name="connsiteX151" fmla="*/ 293904 w 2311527"/>
              <a:gd name="connsiteY151" fmla="*/ 179832 h 426111"/>
              <a:gd name="connsiteX152" fmla="*/ 304267 w 2311527"/>
              <a:gd name="connsiteY152" fmla="*/ 228600 h 426111"/>
              <a:gd name="connsiteX153" fmla="*/ 292075 w 2311527"/>
              <a:gd name="connsiteY153" fmla="*/ 291389 h 426111"/>
              <a:gd name="connsiteX154" fmla="*/ 207950 w 2311527"/>
              <a:gd name="connsiteY154" fmla="*/ 324917 h 426111"/>
              <a:gd name="connsiteX155" fmla="*/ 113462 w 2311527"/>
              <a:gd name="connsiteY155" fmla="*/ 242012 h 426111"/>
              <a:gd name="connsiteX156" fmla="*/ 113462 w 2311527"/>
              <a:gd name="connsiteY156" fmla="*/ 209093 h 426111"/>
              <a:gd name="connsiteX157" fmla="*/ 180518 w 2311527"/>
              <a:gd name="connsiteY157" fmla="*/ 209093 h 426111"/>
              <a:gd name="connsiteX158" fmla="*/ 184176 w 2311527"/>
              <a:gd name="connsiteY158" fmla="*/ 257861 h 426111"/>
              <a:gd name="connsiteX159" fmla="*/ 209169 w 2311527"/>
              <a:gd name="connsiteY159" fmla="*/ 273101 h 426111"/>
              <a:gd name="connsiteX160" fmla="*/ 237211 w 2311527"/>
              <a:gd name="connsiteY160" fmla="*/ 238964 h 426111"/>
              <a:gd name="connsiteX161" fmla="*/ 234163 w 2311527"/>
              <a:gd name="connsiteY161" fmla="*/ 217018 h 426111"/>
              <a:gd name="connsiteX162" fmla="*/ 215875 w 2311527"/>
              <a:gd name="connsiteY162" fmla="*/ 198120 h 426111"/>
              <a:gd name="connsiteX163" fmla="*/ 155525 w 2311527"/>
              <a:gd name="connsiteY163" fmla="*/ 155448 h 426111"/>
              <a:gd name="connsiteX164" fmla="*/ 135408 w 2311527"/>
              <a:gd name="connsiteY164" fmla="*/ 135941 h 426111"/>
              <a:gd name="connsiteX165" fmla="*/ 118339 w 2311527"/>
              <a:gd name="connsiteY165" fmla="*/ 80468 h 426111"/>
              <a:gd name="connsiteX166" fmla="*/ 212217 w 2311527"/>
              <a:gd name="connsiteY166" fmla="*/ 0 h 4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2311527" h="426111">
                <a:moveTo>
                  <a:pt x="1886865" y="161544"/>
                </a:moveTo>
                <a:lnTo>
                  <a:pt x="1851508" y="184709"/>
                </a:lnTo>
                <a:cubicBezTo>
                  <a:pt x="1844599" y="189180"/>
                  <a:pt x="1840129" y="194869"/>
                  <a:pt x="1838097" y="201778"/>
                </a:cubicBezTo>
                <a:cubicBezTo>
                  <a:pt x="1836065" y="208687"/>
                  <a:pt x="1835049" y="220269"/>
                  <a:pt x="1835049" y="236525"/>
                </a:cubicBezTo>
                <a:cubicBezTo>
                  <a:pt x="1835049" y="259284"/>
                  <a:pt x="1840739" y="270663"/>
                  <a:pt x="1852118" y="270663"/>
                </a:cubicBezTo>
                <a:cubicBezTo>
                  <a:pt x="1861465" y="270663"/>
                  <a:pt x="1873047" y="264770"/>
                  <a:pt x="1886865" y="252984"/>
                </a:cubicBezTo>
                <a:close/>
                <a:moveTo>
                  <a:pt x="1616888" y="54864"/>
                </a:moveTo>
                <a:cubicBezTo>
                  <a:pt x="1596975" y="54864"/>
                  <a:pt x="1587018" y="66853"/>
                  <a:pt x="1587018" y="90831"/>
                </a:cubicBezTo>
                <a:lnTo>
                  <a:pt x="1587018" y="231039"/>
                </a:lnTo>
                <a:cubicBezTo>
                  <a:pt x="1587018" y="254204"/>
                  <a:pt x="1596771" y="265786"/>
                  <a:pt x="1616279" y="265786"/>
                </a:cubicBezTo>
                <a:cubicBezTo>
                  <a:pt x="1635786" y="265786"/>
                  <a:pt x="1645539" y="255016"/>
                  <a:pt x="1645539" y="233477"/>
                </a:cubicBezTo>
                <a:lnTo>
                  <a:pt x="1645539" y="89002"/>
                </a:lnTo>
                <a:cubicBezTo>
                  <a:pt x="1645539" y="66244"/>
                  <a:pt x="1635989" y="54864"/>
                  <a:pt x="1616888" y="54864"/>
                </a:cubicBezTo>
                <a:close/>
                <a:moveTo>
                  <a:pt x="740588" y="54864"/>
                </a:moveTo>
                <a:cubicBezTo>
                  <a:pt x="720675" y="54864"/>
                  <a:pt x="710718" y="66853"/>
                  <a:pt x="710718" y="90831"/>
                </a:cubicBezTo>
                <a:lnTo>
                  <a:pt x="710718" y="231039"/>
                </a:lnTo>
                <a:cubicBezTo>
                  <a:pt x="710718" y="254204"/>
                  <a:pt x="720471" y="265786"/>
                  <a:pt x="739979" y="265786"/>
                </a:cubicBezTo>
                <a:cubicBezTo>
                  <a:pt x="759486" y="265786"/>
                  <a:pt x="769239" y="255016"/>
                  <a:pt x="769239" y="233477"/>
                </a:cubicBezTo>
                <a:lnTo>
                  <a:pt x="769239" y="89002"/>
                </a:lnTo>
                <a:cubicBezTo>
                  <a:pt x="769239" y="66244"/>
                  <a:pt x="759689" y="54864"/>
                  <a:pt x="740588" y="54864"/>
                </a:cubicBezTo>
                <a:close/>
                <a:moveTo>
                  <a:pt x="990448" y="45720"/>
                </a:moveTo>
                <a:cubicBezTo>
                  <a:pt x="972973" y="45720"/>
                  <a:pt x="964235" y="58522"/>
                  <a:pt x="964235" y="84125"/>
                </a:cubicBezTo>
                <a:lnTo>
                  <a:pt x="964235" y="242621"/>
                </a:lnTo>
                <a:cubicBezTo>
                  <a:pt x="964235" y="264160"/>
                  <a:pt x="972566" y="274930"/>
                  <a:pt x="989229" y="274930"/>
                </a:cubicBezTo>
                <a:cubicBezTo>
                  <a:pt x="1006298" y="274930"/>
                  <a:pt x="1014832" y="263957"/>
                  <a:pt x="1014832" y="242012"/>
                </a:cubicBezTo>
                <a:lnTo>
                  <a:pt x="1014832" y="83516"/>
                </a:lnTo>
                <a:cubicBezTo>
                  <a:pt x="1014832" y="58319"/>
                  <a:pt x="1006704" y="45720"/>
                  <a:pt x="990448" y="45720"/>
                </a:cubicBezTo>
                <a:close/>
                <a:moveTo>
                  <a:pt x="2238375" y="6706"/>
                </a:moveTo>
                <a:lnTo>
                  <a:pt x="2311527" y="6706"/>
                </a:lnTo>
                <a:lnTo>
                  <a:pt x="2311527" y="318821"/>
                </a:lnTo>
                <a:lnTo>
                  <a:pt x="2238375" y="318821"/>
                </a:lnTo>
                <a:close/>
                <a:moveTo>
                  <a:pt x="352425" y="6706"/>
                </a:moveTo>
                <a:lnTo>
                  <a:pt x="425577" y="6706"/>
                </a:lnTo>
                <a:lnTo>
                  <a:pt x="425577" y="318821"/>
                </a:lnTo>
                <a:lnTo>
                  <a:pt x="352425" y="318821"/>
                </a:lnTo>
                <a:close/>
                <a:moveTo>
                  <a:pt x="0" y="6706"/>
                </a:moveTo>
                <a:lnTo>
                  <a:pt x="73152" y="6706"/>
                </a:lnTo>
                <a:lnTo>
                  <a:pt x="73152" y="318821"/>
                </a:lnTo>
                <a:lnTo>
                  <a:pt x="0" y="318821"/>
                </a:lnTo>
                <a:close/>
                <a:moveTo>
                  <a:pt x="1652245" y="610"/>
                </a:moveTo>
                <a:cubicBezTo>
                  <a:pt x="1671752" y="610"/>
                  <a:pt x="1687602" y="7316"/>
                  <a:pt x="1699794" y="20727"/>
                </a:cubicBezTo>
                <a:cubicBezTo>
                  <a:pt x="1711986" y="34138"/>
                  <a:pt x="1718082" y="54864"/>
                  <a:pt x="1718082" y="82906"/>
                </a:cubicBezTo>
                <a:lnTo>
                  <a:pt x="1718082" y="248108"/>
                </a:lnTo>
                <a:cubicBezTo>
                  <a:pt x="1718082" y="267208"/>
                  <a:pt x="1714627" y="282855"/>
                  <a:pt x="1707719" y="295047"/>
                </a:cubicBezTo>
                <a:cubicBezTo>
                  <a:pt x="1696339" y="314960"/>
                  <a:pt x="1678458" y="324917"/>
                  <a:pt x="1654074" y="324917"/>
                </a:cubicBezTo>
                <a:cubicBezTo>
                  <a:pt x="1634567" y="324917"/>
                  <a:pt x="1612012" y="314148"/>
                  <a:pt x="1586408" y="292608"/>
                </a:cubicBezTo>
                <a:lnTo>
                  <a:pt x="1586408" y="426111"/>
                </a:lnTo>
                <a:lnTo>
                  <a:pt x="1514475" y="426111"/>
                </a:lnTo>
                <a:lnTo>
                  <a:pt x="1514475" y="6706"/>
                </a:lnTo>
                <a:lnTo>
                  <a:pt x="1586408" y="6706"/>
                </a:lnTo>
                <a:lnTo>
                  <a:pt x="1586408" y="30480"/>
                </a:lnTo>
                <a:cubicBezTo>
                  <a:pt x="1609573" y="10567"/>
                  <a:pt x="1631519" y="610"/>
                  <a:pt x="1652245" y="610"/>
                </a:cubicBezTo>
                <a:close/>
                <a:moveTo>
                  <a:pt x="1267588" y="610"/>
                </a:moveTo>
                <a:cubicBezTo>
                  <a:pt x="1290346" y="610"/>
                  <a:pt x="1310056" y="10973"/>
                  <a:pt x="1326719" y="31700"/>
                </a:cubicBezTo>
                <a:cubicBezTo>
                  <a:pt x="1349883" y="10973"/>
                  <a:pt x="1373658" y="610"/>
                  <a:pt x="1398042" y="610"/>
                </a:cubicBezTo>
                <a:cubicBezTo>
                  <a:pt x="1416330" y="610"/>
                  <a:pt x="1431367" y="6503"/>
                  <a:pt x="1443152" y="18288"/>
                </a:cubicBezTo>
                <a:cubicBezTo>
                  <a:pt x="1454938" y="30074"/>
                  <a:pt x="1460831" y="47752"/>
                  <a:pt x="1460831" y="71324"/>
                </a:cubicBezTo>
                <a:lnTo>
                  <a:pt x="1460831" y="318821"/>
                </a:lnTo>
                <a:lnTo>
                  <a:pt x="1388288" y="318821"/>
                </a:lnTo>
                <a:lnTo>
                  <a:pt x="1388288" y="88392"/>
                </a:lnTo>
                <a:cubicBezTo>
                  <a:pt x="1388288" y="64008"/>
                  <a:pt x="1379551" y="51816"/>
                  <a:pt x="1362075" y="51816"/>
                </a:cubicBezTo>
                <a:cubicBezTo>
                  <a:pt x="1342975" y="51816"/>
                  <a:pt x="1333424" y="65024"/>
                  <a:pt x="1333424" y="91440"/>
                </a:cubicBezTo>
                <a:lnTo>
                  <a:pt x="1333424" y="318821"/>
                </a:lnTo>
                <a:lnTo>
                  <a:pt x="1260882" y="318821"/>
                </a:lnTo>
                <a:lnTo>
                  <a:pt x="1260882" y="89612"/>
                </a:lnTo>
                <a:cubicBezTo>
                  <a:pt x="1260882" y="63602"/>
                  <a:pt x="1251941" y="50597"/>
                  <a:pt x="1234059" y="50597"/>
                </a:cubicBezTo>
                <a:cubicBezTo>
                  <a:pt x="1215365" y="50597"/>
                  <a:pt x="1206018" y="62992"/>
                  <a:pt x="1206018" y="87783"/>
                </a:cubicBezTo>
                <a:lnTo>
                  <a:pt x="1206018" y="318821"/>
                </a:lnTo>
                <a:lnTo>
                  <a:pt x="1133475" y="318821"/>
                </a:lnTo>
                <a:lnTo>
                  <a:pt x="1133475" y="6706"/>
                </a:lnTo>
                <a:lnTo>
                  <a:pt x="1206627" y="6706"/>
                </a:lnTo>
                <a:lnTo>
                  <a:pt x="1206627" y="27432"/>
                </a:lnTo>
                <a:cubicBezTo>
                  <a:pt x="1227354" y="9551"/>
                  <a:pt x="1247674" y="610"/>
                  <a:pt x="1267588" y="610"/>
                </a:cubicBezTo>
                <a:close/>
                <a:moveTo>
                  <a:pt x="990448" y="610"/>
                </a:moveTo>
                <a:cubicBezTo>
                  <a:pt x="1017677" y="610"/>
                  <a:pt x="1039623" y="6300"/>
                  <a:pt x="1056285" y="17679"/>
                </a:cubicBezTo>
                <a:cubicBezTo>
                  <a:pt x="1076605" y="31496"/>
                  <a:pt x="1086765" y="54864"/>
                  <a:pt x="1086765" y="87783"/>
                </a:cubicBezTo>
                <a:lnTo>
                  <a:pt x="1086765" y="237744"/>
                </a:lnTo>
                <a:cubicBezTo>
                  <a:pt x="1086765" y="295860"/>
                  <a:pt x="1053440" y="324917"/>
                  <a:pt x="986791" y="324917"/>
                </a:cubicBezTo>
                <a:cubicBezTo>
                  <a:pt x="923392" y="324917"/>
                  <a:pt x="891693" y="293421"/>
                  <a:pt x="891693" y="230429"/>
                </a:cubicBezTo>
                <a:lnTo>
                  <a:pt x="891693" y="90831"/>
                </a:lnTo>
                <a:cubicBezTo>
                  <a:pt x="891693" y="30684"/>
                  <a:pt x="924611" y="610"/>
                  <a:pt x="990448" y="610"/>
                </a:cubicBezTo>
                <a:close/>
                <a:moveTo>
                  <a:pt x="775945" y="610"/>
                </a:moveTo>
                <a:cubicBezTo>
                  <a:pt x="795452" y="610"/>
                  <a:pt x="811302" y="7316"/>
                  <a:pt x="823494" y="20727"/>
                </a:cubicBezTo>
                <a:cubicBezTo>
                  <a:pt x="835686" y="34138"/>
                  <a:pt x="841782" y="54864"/>
                  <a:pt x="841782" y="82906"/>
                </a:cubicBezTo>
                <a:lnTo>
                  <a:pt x="841782" y="248108"/>
                </a:lnTo>
                <a:cubicBezTo>
                  <a:pt x="841782" y="267208"/>
                  <a:pt x="838327" y="282855"/>
                  <a:pt x="831419" y="295047"/>
                </a:cubicBezTo>
                <a:cubicBezTo>
                  <a:pt x="820039" y="314960"/>
                  <a:pt x="802158" y="324917"/>
                  <a:pt x="777774" y="324917"/>
                </a:cubicBezTo>
                <a:cubicBezTo>
                  <a:pt x="758267" y="324917"/>
                  <a:pt x="735711" y="314148"/>
                  <a:pt x="710108" y="292608"/>
                </a:cubicBezTo>
                <a:lnTo>
                  <a:pt x="710108" y="426111"/>
                </a:lnTo>
                <a:lnTo>
                  <a:pt x="638175" y="426111"/>
                </a:lnTo>
                <a:lnTo>
                  <a:pt x="638175" y="6706"/>
                </a:lnTo>
                <a:lnTo>
                  <a:pt x="710108" y="6706"/>
                </a:lnTo>
                <a:lnTo>
                  <a:pt x="710108" y="30480"/>
                </a:lnTo>
                <a:cubicBezTo>
                  <a:pt x="733273" y="10567"/>
                  <a:pt x="755219" y="610"/>
                  <a:pt x="775945" y="610"/>
                </a:cubicBezTo>
                <a:close/>
                <a:moveTo>
                  <a:pt x="2098167" y="0"/>
                </a:moveTo>
                <a:cubicBezTo>
                  <a:pt x="2157502" y="0"/>
                  <a:pt x="2187169" y="23978"/>
                  <a:pt x="2187169" y="71933"/>
                </a:cubicBezTo>
                <a:lnTo>
                  <a:pt x="2187169" y="106071"/>
                </a:lnTo>
                <a:lnTo>
                  <a:pt x="2124380" y="106071"/>
                </a:lnTo>
                <a:cubicBezTo>
                  <a:pt x="2124380" y="84938"/>
                  <a:pt x="2123364" y="71120"/>
                  <a:pt x="2121333" y="64618"/>
                </a:cubicBezTo>
                <a:cubicBezTo>
                  <a:pt x="2117675" y="54864"/>
                  <a:pt x="2109953" y="49988"/>
                  <a:pt x="2098167" y="49988"/>
                </a:cubicBezTo>
                <a:cubicBezTo>
                  <a:pt x="2081099" y="49988"/>
                  <a:pt x="2072564" y="59335"/>
                  <a:pt x="2072564" y="78029"/>
                </a:cubicBezTo>
                <a:cubicBezTo>
                  <a:pt x="2072564" y="91034"/>
                  <a:pt x="2079473" y="102413"/>
                  <a:pt x="2093291" y="112167"/>
                </a:cubicBezTo>
                <a:lnTo>
                  <a:pt x="2159737" y="159106"/>
                </a:lnTo>
                <a:cubicBezTo>
                  <a:pt x="2169084" y="165608"/>
                  <a:pt x="2175790" y="172517"/>
                  <a:pt x="2179854" y="179832"/>
                </a:cubicBezTo>
                <a:cubicBezTo>
                  <a:pt x="2186763" y="189586"/>
                  <a:pt x="2190217" y="205842"/>
                  <a:pt x="2190217" y="228600"/>
                </a:cubicBezTo>
                <a:cubicBezTo>
                  <a:pt x="2190217" y="257861"/>
                  <a:pt x="2186153" y="278791"/>
                  <a:pt x="2178025" y="291389"/>
                </a:cubicBezTo>
                <a:cubicBezTo>
                  <a:pt x="2164207" y="313741"/>
                  <a:pt x="2136166" y="324917"/>
                  <a:pt x="2093900" y="324917"/>
                </a:cubicBezTo>
                <a:cubicBezTo>
                  <a:pt x="2030908" y="324917"/>
                  <a:pt x="1999412" y="297282"/>
                  <a:pt x="1999412" y="242012"/>
                </a:cubicBezTo>
                <a:lnTo>
                  <a:pt x="1999412" y="209093"/>
                </a:lnTo>
                <a:lnTo>
                  <a:pt x="2066468" y="209093"/>
                </a:lnTo>
                <a:cubicBezTo>
                  <a:pt x="2066468" y="234696"/>
                  <a:pt x="2067687" y="250952"/>
                  <a:pt x="2070126" y="257861"/>
                </a:cubicBezTo>
                <a:cubicBezTo>
                  <a:pt x="2073377" y="268021"/>
                  <a:pt x="2081708" y="273101"/>
                  <a:pt x="2095119" y="273101"/>
                </a:cubicBezTo>
                <a:cubicBezTo>
                  <a:pt x="2113814" y="273101"/>
                  <a:pt x="2123161" y="261722"/>
                  <a:pt x="2123161" y="238964"/>
                </a:cubicBezTo>
                <a:cubicBezTo>
                  <a:pt x="2123161" y="228804"/>
                  <a:pt x="2122145" y="221488"/>
                  <a:pt x="2120113" y="217018"/>
                </a:cubicBezTo>
                <a:cubicBezTo>
                  <a:pt x="2117268" y="210922"/>
                  <a:pt x="2111172" y="204623"/>
                  <a:pt x="2101825" y="198120"/>
                </a:cubicBezTo>
                <a:lnTo>
                  <a:pt x="2041475" y="155448"/>
                </a:lnTo>
                <a:cubicBezTo>
                  <a:pt x="2035379" y="150978"/>
                  <a:pt x="2028673" y="144476"/>
                  <a:pt x="2021358" y="135941"/>
                </a:cubicBezTo>
                <a:cubicBezTo>
                  <a:pt x="2009979" y="122530"/>
                  <a:pt x="2004289" y="104039"/>
                  <a:pt x="2004289" y="80468"/>
                </a:cubicBezTo>
                <a:cubicBezTo>
                  <a:pt x="2004289" y="26823"/>
                  <a:pt x="2035582" y="0"/>
                  <a:pt x="2098167" y="0"/>
                </a:cubicBezTo>
                <a:close/>
                <a:moveTo>
                  <a:pt x="1866748" y="0"/>
                </a:moveTo>
                <a:cubicBezTo>
                  <a:pt x="1888694" y="0"/>
                  <a:pt x="1907185" y="3861"/>
                  <a:pt x="1922222" y="11583"/>
                </a:cubicBezTo>
                <a:cubicBezTo>
                  <a:pt x="1947012" y="24181"/>
                  <a:pt x="1959407" y="43282"/>
                  <a:pt x="1959407" y="68885"/>
                </a:cubicBezTo>
                <a:lnTo>
                  <a:pt x="1959407" y="242621"/>
                </a:lnTo>
                <a:cubicBezTo>
                  <a:pt x="1959407" y="268631"/>
                  <a:pt x="1960017" y="285496"/>
                  <a:pt x="1961236" y="293218"/>
                </a:cubicBezTo>
                <a:cubicBezTo>
                  <a:pt x="1962862" y="305410"/>
                  <a:pt x="1966926" y="313944"/>
                  <a:pt x="1973428" y="318821"/>
                </a:cubicBezTo>
                <a:lnTo>
                  <a:pt x="1897228" y="318821"/>
                </a:lnTo>
                <a:cubicBezTo>
                  <a:pt x="1891945" y="313132"/>
                  <a:pt x="1889100" y="303988"/>
                  <a:pt x="1888694" y="291389"/>
                </a:cubicBezTo>
                <a:cubicBezTo>
                  <a:pt x="1878940" y="302768"/>
                  <a:pt x="1870609" y="310693"/>
                  <a:pt x="1863700" y="315164"/>
                </a:cubicBezTo>
                <a:cubicBezTo>
                  <a:pt x="1853134" y="322072"/>
                  <a:pt x="1840535" y="325527"/>
                  <a:pt x="1825905" y="325527"/>
                </a:cubicBezTo>
                <a:cubicBezTo>
                  <a:pt x="1799083" y="325527"/>
                  <a:pt x="1781201" y="314960"/>
                  <a:pt x="1772260" y="293828"/>
                </a:cubicBezTo>
                <a:cubicBezTo>
                  <a:pt x="1766977" y="282042"/>
                  <a:pt x="1764335" y="263957"/>
                  <a:pt x="1764335" y="239573"/>
                </a:cubicBezTo>
                <a:cubicBezTo>
                  <a:pt x="1764335" y="209093"/>
                  <a:pt x="1766367" y="188976"/>
                  <a:pt x="1770431" y="179223"/>
                </a:cubicBezTo>
                <a:cubicBezTo>
                  <a:pt x="1775714" y="166218"/>
                  <a:pt x="1789532" y="154229"/>
                  <a:pt x="1811884" y="143256"/>
                </a:cubicBezTo>
                <a:lnTo>
                  <a:pt x="1887475" y="105461"/>
                </a:lnTo>
                <a:cubicBezTo>
                  <a:pt x="1887475" y="84328"/>
                  <a:pt x="1887271" y="72746"/>
                  <a:pt x="1886865" y="70714"/>
                </a:cubicBezTo>
                <a:cubicBezTo>
                  <a:pt x="1885646" y="56896"/>
                  <a:pt x="1877315" y="49988"/>
                  <a:pt x="1861871" y="49988"/>
                </a:cubicBezTo>
                <a:cubicBezTo>
                  <a:pt x="1850086" y="49988"/>
                  <a:pt x="1842771" y="54052"/>
                  <a:pt x="1839926" y="62180"/>
                </a:cubicBezTo>
                <a:cubicBezTo>
                  <a:pt x="1837894" y="67869"/>
                  <a:pt x="1836878" y="81484"/>
                  <a:pt x="1836878" y="103023"/>
                </a:cubicBezTo>
                <a:lnTo>
                  <a:pt x="1770431" y="103023"/>
                </a:lnTo>
                <a:cubicBezTo>
                  <a:pt x="1770431" y="77013"/>
                  <a:pt x="1771244" y="60148"/>
                  <a:pt x="1772870" y="52426"/>
                </a:cubicBezTo>
                <a:cubicBezTo>
                  <a:pt x="1774495" y="41453"/>
                  <a:pt x="1779372" y="31903"/>
                  <a:pt x="1787500" y="23775"/>
                </a:cubicBezTo>
                <a:cubicBezTo>
                  <a:pt x="1803350" y="7925"/>
                  <a:pt x="1829766" y="0"/>
                  <a:pt x="1866748" y="0"/>
                </a:cubicBezTo>
                <a:close/>
                <a:moveTo>
                  <a:pt x="212217" y="0"/>
                </a:moveTo>
                <a:cubicBezTo>
                  <a:pt x="271552" y="0"/>
                  <a:pt x="301219" y="23978"/>
                  <a:pt x="301219" y="71933"/>
                </a:cubicBezTo>
                <a:lnTo>
                  <a:pt x="301219" y="106071"/>
                </a:lnTo>
                <a:lnTo>
                  <a:pt x="238430" y="106071"/>
                </a:lnTo>
                <a:cubicBezTo>
                  <a:pt x="238430" y="84938"/>
                  <a:pt x="237414" y="71120"/>
                  <a:pt x="235382" y="64618"/>
                </a:cubicBezTo>
                <a:cubicBezTo>
                  <a:pt x="231725" y="54864"/>
                  <a:pt x="224003" y="49988"/>
                  <a:pt x="212217" y="49988"/>
                </a:cubicBezTo>
                <a:cubicBezTo>
                  <a:pt x="195149" y="49988"/>
                  <a:pt x="186614" y="59335"/>
                  <a:pt x="186614" y="78029"/>
                </a:cubicBezTo>
                <a:cubicBezTo>
                  <a:pt x="186614" y="91034"/>
                  <a:pt x="193523" y="102413"/>
                  <a:pt x="207341" y="112167"/>
                </a:cubicBezTo>
                <a:lnTo>
                  <a:pt x="273787" y="159106"/>
                </a:lnTo>
                <a:cubicBezTo>
                  <a:pt x="283134" y="165608"/>
                  <a:pt x="289840" y="172517"/>
                  <a:pt x="293904" y="179832"/>
                </a:cubicBezTo>
                <a:cubicBezTo>
                  <a:pt x="300813" y="189586"/>
                  <a:pt x="304267" y="205842"/>
                  <a:pt x="304267" y="228600"/>
                </a:cubicBezTo>
                <a:cubicBezTo>
                  <a:pt x="304267" y="257861"/>
                  <a:pt x="300203" y="278791"/>
                  <a:pt x="292075" y="291389"/>
                </a:cubicBezTo>
                <a:cubicBezTo>
                  <a:pt x="278257" y="313741"/>
                  <a:pt x="250216" y="324917"/>
                  <a:pt x="207950" y="324917"/>
                </a:cubicBezTo>
                <a:cubicBezTo>
                  <a:pt x="144958" y="324917"/>
                  <a:pt x="113462" y="297282"/>
                  <a:pt x="113462" y="242012"/>
                </a:cubicBezTo>
                <a:lnTo>
                  <a:pt x="113462" y="209093"/>
                </a:lnTo>
                <a:lnTo>
                  <a:pt x="180518" y="209093"/>
                </a:lnTo>
                <a:cubicBezTo>
                  <a:pt x="180518" y="234696"/>
                  <a:pt x="181737" y="250952"/>
                  <a:pt x="184176" y="257861"/>
                </a:cubicBezTo>
                <a:cubicBezTo>
                  <a:pt x="187427" y="268021"/>
                  <a:pt x="195758" y="273101"/>
                  <a:pt x="209169" y="273101"/>
                </a:cubicBezTo>
                <a:cubicBezTo>
                  <a:pt x="227864" y="273101"/>
                  <a:pt x="237211" y="261722"/>
                  <a:pt x="237211" y="238964"/>
                </a:cubicBezTo>
                <a:cubicBezTo>
                  <a:pt x="237211" y="228804"/>
                  <a:pt x="236195" y="221488"/>
                  <a:pt x="234163" y="217018"/>
                </a:cubicBezTo>
                <a:cubicBezTo>
                  <a:pt x="231318" y="210922"/>
                  <a:pt x="225222" y="204623"/>
                  <a:pt x="215875" y="198120"/>
                </a:cubicBezTo>
                <a:lnTo>
                  <a:pt x="155525" y="155448"/>
                </a:lnTo>
                <a:cubicBezTo>
                  <a:pt x="149429" y="150978"/>
                  <a:pt x="142723" y="144476"/>
                  <a:pt x="135408" y="135941"/>
                </a:cubicBezTo>
                <a:cubicBezTo>
                  <a:pt x="124029" y="122530"/>
                  <a:pt x="118339" y="104039"/>
                  <a:pt x="118339" y="80468"/>
                </a:cubicBezTo>
                <a:cubicBezTo>
                  <a:pt x="118339" y="26823"/>
                  <a:pt x="149632" y="0"/>
                  <a:pt x="2122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81B37-7443-3D3F-4B22-DB178FA244D7}"/>
              </a:ext>
            </a:extLst>
          </p:cNvPr>
          <p:cNvSpPr txBox="1"/>
          <p:nvPr userDrawn="1"/>
        </p:nvSpPr>
        <p:spPr>
          <a:xfrm>
            <a:off x="7738778" y="2992777"/>
            <a:ext cx="2574722" cy="538886"/>
          </a:xfrm>
          <a:custGeom>
            <a:avLst/>
            <a:gdLst/>
            <a:ahLst/>
            <a:cxnLst/>
            <a:rect l="l" t="t" r="r" b="b"/>
            <a:pathLst>
              <a:path w="2574722" h="538886">
                <a:moveTo>
                  <a:pt x="2477796" y="170078"/>
                </a:moveTo>
                <a:cubicBezTo>
                  <a:pt x="2459914" y="170078"/>
                  <a:pt x="2450973" y="180441"/>
                  <a:pt x="2450973" y="201168"/>
                </a:cubicBezTo>
                <a:lnTo>
                  <a:pt x="2450973" y="239573"/>
                </a:lnTo>
                <a:lnTo>
                  <a:pt x="2502789" y="239573"/>
                </a:lnTo>
                <a:lnTo>
                  <a:pt x="2502789" y="201168"/>
                </a:lnTo>
                <a:cubicBezTo>
                  <a:pt x="2502789" y="180441"/>
                  <a:pt x="2494458" y="170078"/>
                  <a:pt x="2477796" y="170078"/>
                </a:cubicBezTo>
                <a:close/>
                <a:moveTo>
                  <a:pt x="1591971" y="170078"/>
                </a:moveTo>
                <a:cubicBezTo>
                  <a:pt x="1574089" y="170078"/>
                  <a:pt x="1565148" y="180441"/>
                  <a:pt x="1565148" y="201168"/>
                </a:cubicBezTo>
                <a:lnTo>
                  <a:pt x="1565148" y="239573"/>
                </a:lnTo>
                <a:lnTo>
                  <a:pt x="1616964" y="239573"/>
                </a:lnTo>
                <a:lnTo>
                  <a:pt x="1616964" y="201168"/>
                </a:lnTo>
                <a:cubicBezTo>
                  <a:pt x="1616964" y="180441"/>
                  <a:pt x="1608633" y="170078"/>
                  <a:pt x="1591971" y="170078"/>
                </a:cubicBezTo>
                <a:close/>
                <a:moveTo>
                  <a:pt x="849021" y="170078"/>
                </a:moveTo>
                <a:cubicBezTo>
                  <a:pt x="831139" y="170078"/>
                  <a:pt x="822199" y="180441"/>
                  <a:pt x="822199" y="201168"/>
                </a:cubicBezTo>
                <a:lnTo>
                  <a:pt x="822199" y="239573"/>
                </a:lnTo>
                <a:lnTo>
                  <a:pt x="874014" y="239573"/>
                </a:lnTo>
                <a:lnTo>
                  <a:pt x="874014" y="201168"/>
                </a:lnTo>
                <a:cubicBezTo>
                  <a:pt x="874014" y="180441"/>
                  <a:pt x="865683" y="170078"/>
                  <a:pt x="849021" y="170078"/>
                </a:cubicBezTo>
                <a:close/>
                <a:moveTo>
                  <a:pt x="2012976" y="118872"/>
                </a:moveTo>
                <a:lnTo>
                  <a:pt x="2084908" y="118872"/>
                </a:lnTo>
                <a:lnTo>
                  <a:pt x="2125142" y="319430"/>
                </a:lnTo>
                <a:lnTo>
                  <a:pt x="2156232" y="118872"/>
                </a:lnTo>
                <a:lnTo>
                  <a:pt x="2227555" y="118872"/>
                </a:lnTo>
                <a:lnTo>
                  <a:pt x="2156232" y="452933"/>
                </a:lnTo>
                <a:cubicBezTo>
                  <a:pt x="2149323" y="485851"/>
                  <a:pt x="2140382" y="508000"/>
                  <a:pt x="2129409" y="519379"/>
                </a:cubicBezTo>
                <a:cubicBezTo>
                  <a:pt x="2117624" y="532384"/>
                  <a:pt x="2097913" y="538886"/>
                  <a:pt x="2070278" y="538886"/>
                </a:cubicBezTo>
                <a:cubicBezTo>
                  <a:pt x="2059712" y="538886"/>
                  <a:pt x="2043659" y="537057"/>
                  <a:pt x="2022120" y="533400"/>
                </a:cubicBezTo>
                <a:lnTo>
                  <a:pt x="2032483" y="476097"/>
                </a:lnTo>
                <a:cubicBezTo>
                  <a:pt x="2041017" y="478942"/>
                  <a:pt x="2050568" y="480365"/>
                  <a:pt x="2061134" y="480365"/>
                </a:cubicBezTo>
                <a:cubicBezTo>
                  <a:pt x="2074139" y="480365"/>
                  <a:pt x="2083486" y="472440"/>
                  <a:pt x="2089176" y="456590"/>
                </a:cubicBezTo>
                <a:cubicBezTo>
                  <a:pt x="2093646" y="444398"/>
                  <a:pt x="2095272" y="435864"/>
                  <a:pt x="2094052" y="430987"/>
                </a:cubicBezTo>
                <a:close/>
                <a:moveTo>
                  <a:pt x="1915364" y="118872"/>
                </a:moveTo>
                <a:lnTo>
                  <a:pt x="1988516" y="118872"/>
                </a:lnTo>
                <a:lnTo>
                  <a:pt x="1988516" y="430987"/>
                </a:lnTo>
                <a:lnTo>
                  <a:pt x="1915364" y="430987"/>
                </a:lnTo>
                <a:close/>
                <a:moveTo>
                  <a:pt x="238964" y="118872"/>
                </a:moveTo>
                <a:lnTo>
                  <a:pt x="312116" y="118872"/>
                </a:lnTo>
                <a:lnTo>
                  <a:pt x="312116" y="430987"/>
                </a:lnTo>
                <a:lnTo>
                  <a:pt x="238964" y="430987"/>
                </a:lnTo>
                <a:close/>
                <a:moveTo>
                  <a:pt x="1877644" y="113385"/>
                </a:moveTo>
                <a:lnTo>
                  <a:pt x="1877644" y="185318"/>
                </a:lnTo>
                <a:cubicBezTo>
                  <a:pt x="1867891" y="182067"/>
                  <a:pt x="1859763" y="180441"/>
                  <a:pt x="1853260" y="180441"/>
                </a:cubicBezTo>
                <a:cubicBezTo>
                  <a:pt x="1832940" y="180441"/>
                  <a:pt x="1819326" y="188569"/>
                  <a:pt x="1812417" y="204825"/>
                </a:cubicBezTo>
                <a:cubicBezTo>
                  <a:pt x="1808353" y="213766"/>
                  <a:pt x="1806321" y="227990"/>
                  <a:pt x="1806321" y="247497"/>
                </a:cubicBezTo>
                <a:lnTo>
                  <a:pt x="1806321" y="430987"/>
                </a:lnTo>
                <a:lnTo>
                  <a:pt x="1734388" y="430987"/>
                </a:lnTo>
                <a:lnTo>
                  <a:pt x="1734388" y="118872"/>
                </a:lnTo>
                <a:lnTo>
                  <a:pt x="1806931" y="118872"/>
                </a:lnTo>
                <a:lnTo>
                  <a:pt x="1806321" y="158496"/>
                </a:lnTo>
                <a:cubicBezTo>
                  <a:pt x="1823390" y="127609"/>
                  <a:pt x="1847164" y="112573"/>
                  <a:pt x="1877644" y="113385"/>
                </a:cubicBezTo>
                <a:close/>
                <a:moveTo>
                  <a:pt x="1125551" y="112776"/>
                </a:moveTo>
                <a:cubicBezTo>
                  <a:pt x="1148309" y="112776"/>
                  <a:pt x="1168019" y="123139"/>
                  <a:pt x="1184682" y="143865"/>
                </a:cubicBezTo>
                <a:cubicBezTo>
                  <a:pt x="1207846" y="123139"/>
                  <a:pt x="1231621" y="112776"/>
                  <a:pt x="1256005" y="112776"/>
                </a:cubicBezTo>
                <a:cubicBezTo>
                  <a:pt x="1274293" y="112776"/>
                  <a:pt x="1289330" y="118669"/>
                  <a:pt x="1301115" y="130454"/>
                </a:cubicBezTo>
                <a:cubicBezTo>
                  <a:pt x="1312901" y="142240"/>
                  <a:pt x="1318794" y="159918"/>
                  <a:pt x="1318794" y="183489"/>
                </a:cubicBezTo>
                <a:lnTo>
                  <a:pt x="1318794" y="430987"/>
                </a:lnTo>
                <a:lnTo>
                  <a:pt x="1246251" y="430987"/>
                </a:lnTo>
                <a:lnTo>
                  <a:pt x="1246251" y="200558"/>
                </a:lnTo>
                <a:cubicBezTo>
                  <a:pt x="1246251" y="176174"/>
                  <a:pt x="1237514" y="163982"/>
                  <a:pt x="1220038" y="163982"/>
                </a:cubicBezTo>
                <a:cubicBezTo>
                  <a:pt x="1200938" y="163982"/>
                  <a:pt x="1191387" y="177190"/>
                  <a:pt x="1191387" y="203606"/>
                </a:cubicBezTo>
                <a:lnTo>
                  <a:pt x="1191387" y="430987"/>
                </a:lnTo>
                <a:lnTo>
                  <a:pt x="1118845" y="430987"/>
                </a:lnTo>
                <a:lnTo>
                  <a:pt x="1118845" y="201777"/>
                </a:lnTo>
                <a:cubicBezTo>
                  <a:pt x="1118845" y="175768"/>
                  <a:pt x="1109904" y="162763"/>
                  <a:pt x="1092023" y="162763"/>
                </a:cubicBezTo>
                <a:cubicBezTo>
                  <a:pt x="1073328" y="162763"/>
                  <a:pt x="1063981" y="175158"/>
                  <a:pt x="1063981" y="199949"/>
                </a:cubicBezTo>
                <a:lnTo>
                  <a:pt x="1063981" y="430987"/>
                </a:lnTo>
                <a:lnTo>
                  <a:pt x="991439" y="430987"/>
                </a:lnTo>
                <a:lnTo>
                  <a:pt x="991439" y="118872"/>
                </a:lnTo>
                <a:lnTo>
                  <a:pt x="1064591" y="118872"/>
                </a:lnTo>
                <a:lnTo>
                  <a:pt x="1064591" y="139598"/>
                </a:lnTo>
                <a:cubicBezTo>
                  <a:pt x="1085317" y="121717"/>
                  <a:pt x="1105637" y="112776"/>
                  <a:pt x="1125551" y="112776"/>
                </a:cubicBezTo>
                <a:close/>
                <a:moveTo>
                  <a:pt x="2477796" y="112166"/>
                </a:moveTo>
                <a:cubicBezTo>
                  <a:pt x="2509902" y="112166"/>
                  <a:pt x="2535098" y="121310"/>
                  <a:pt x="2553386" y="139598"/>
                </a:cubicBezTo>
                <a:cubicBezTo>
                  <a:pt x="2567610" y="153822"/>
                  <a:pt x="2574722" y="174549"/>
                  <a:pt x="2574722" y="201777"/>
                </a:cubicBezTo>
                <a:lnTo>
                  <a:pt x="2574722" y="290779"/>
                </a:lnTo>
                <a:lnTo>
                  <a:pt x="2450364" y="290779"/>
                </a:lnTo>
                <a:lnTo>
                  <a:pt x="2450364" y="341985"/>
                </a:lnTo>
                <a:cubicBezTo>
                  <a:pt x="2450364" y="367589"/>
                  <a:pt x="2459304" y="380390"/>
                  <a:pt x="2477186" y="380390"/>
                </a:cubicBezTo>
                <a:cubicBezTo>
                  <a:pt x="2485720" y="380390"/>
                  <a:pt x="2492121" y="377545"/>
                  <a:pt x="2496388" y="371856"/>
                </a:cubicBezTo>
                <a:cubicBezTo>
                  <a:pt x="2500656" y="366166"/>
                  <a:pt x="2502789" y="351536"/>
                  <a:pt x="2502789" y="327965"/>
                </a:cubicBezTo>
                <a:lnTo>
                  <a:pt x="2573503" y="327965"/>
                </a:lnTo>
                <a:lnTo>
                  <a:pt x="2573503" y="352958"/>
                </a:lnTo>
                <a:cubicBezTo>
                  <a:pt x="2573503" y="409041"/>
                  <a:pt x="2541804" y="437083"/>
                  <a:pt x="2478405" y="437083"/>
                </a:cubicBezTo>
                <a:cubicBezTo>
                  <a:pt x="2411756" y="437083"/>
                  <a:pt x="2378431" y="403758"/>
                  <a:pt x="2378431" y="337109"/>
                </a:cubicBezTo>
                <a:lnTo>
                  <a:pt x="2378431" y="205435"/>
                </a:lnTo>
                <a:cubicBezTo>
                  <a:pt x="2378431" y="170891"/>
                  <a:pt x="2389607" y="145897"/>
                  <a:pt x="2411959" y="130454"/>
                </a:cubicBezTo>
                <a:cubicBezTo>
                  <a:pt x="2429434" y="118262"/>
                  <a:pt x="2451380" y="112166"/>
                  <a:pt x="2477796" y="112166"/>
                </a:cubicBezTo>
                <a:close/>
                <a:moveTo>
                  <a:pt x="1591971" y="112166"/>
                </a:moveTo>
                <a:cubicBezTo>
                  <a:pt x="1624076" y="112166"/>
                  <a:pt x="1649273" y="121310"/>
                  <a:pt x="1667561" y="139598"/>
                </a:cubicBezTo>
                <a:cubicBezTo>
                  <a:pt x="1681785" y="153822"/>
                  <a:pt x="1688897" y="174549"/>
                  <a:pt x="1688897" y="201777"/>
                </a:cubicBezTo>
                <a:lnTo>
                  <a:pt x="1688897" y="290779"/>
                </a:lnTo>
                <a:lnTo>
                  <a:pt x="1564539" y="290779"/>
                </a:lnTo>
                <a:lnTo>
                  <a:pt x="1564539" y="341985"/>
                </a:lnTo>
                <a:cubicBezTo>
                  <a:pt x="1564539" y="367589"/>
                  <a:pt x="1573480" y="380390"/>
                  <a:pt x="1591361" y="380390"/>
                </a:cubicBezTo>
                <a:cubicBezTo>
                  <a:pt x="1599896" y="380390"/>
                  <a:pt x="1606296" y="377545"/>
                  <a:pt x="1610564" y="371856"/>
                </a:cubicBezTo>
                <a:cubicBezTo>
                  <a:pt x="1614831" y="366166"/>
                  <a:pt x="1616964" y="351536"/>
                  <a:pt x="1616964" y="327965"/>
                </a:cubicBezTo>
                <a:lnTo>
                  <a:pt x="1687678" y="327965"/>
                </a:lnTo>
                <a:lnTo>
                  <a:pt x="1687678" y="352958"/>
                </a:lnTo>
                <a:cubicBezTo>
                  <a:pt x="1687678" y="409041"/>
                  <a:pt x="1655979" y="437083"/>
                  <a:pt x="1592580" y="437083"/>
                </a:cubicBezTo>
                <a:cubicBezTo>
                  <a:pt x="1525931" y="437083"/>
                  <a:pt x="1492606" y="403758"/>
                  <a:pt x="1492606" y="337109"/>
                </a:cubicBezTo>
                <a:lnTo>
                  <a:pt x="1492606" y="205435"/>
                </a:lnTo>
                <a:cubicBezTo>
                  <a:pt x="1492606" y="170891"/>
                  <a:pt x="1503782" y="145897"/>
                  <a:pt x="1526134" y="130454"/>
                </a:cubicBezTo>
                <a:cubicBezTo>
                  <a:pt x="1543609" y="118262"/>
                  <a:pt x="1565555" y="112166"/>
                  <a:pt x="1591971" y="112166"/>
                </a:cubicBezTo>
                <a:close/>
                <a:moveTo>
                  <a:pt x="849021" y="112166"/>
                </a:moveTo>
                <a:cubicBezTo>
                  <a:pt x="881126" y="112166"/>
                  <a:pt x="906323" y="121310"/>
                  <a:pt x="924611" y="139598"/>
                </a:cubicBezTo>
                <a:cubicBezTo>
                  <a:pt x="938835" y="153822"/>
                  <a:pt x="945947" y="174549"/>
                  <a:pt x="945947" y="201777"/>
                </a:cubicBezTo>
                <a:lnTo>
                  <a:pt x="945947" y="290779"/>
                </a:lnTo>
                <a:lnTo>
                  <a:pt x="821589" y="290779"/>
                </a:lnTo>
                <a:lnTo>
                  <a:pt x="821589" y="341985"/>
                </a:lnTo>
                <a:cubicBezTo>
                  <a:pt x="821589" y="367589"/>
                  <a:pt x="830530" y="380390"/>
                  <a:pt x="848411" y="380390"/>
                </a:cubicBezTo>
                <a:cubicBezTo>
                  <a:pt x="856946" y="380390"/>
                  <a:pt x="863346" y="377545"/>
                  <a:pt x="867614" y="371856"/>
                </a:cubicBezTo>
                <a:cubicBezTo>
                  <a:pt x="871881" y="366166"/>
                  <a:pt x="874014" y="351536"/>
                  <a:pt x="874014" y="327965"/>
                </a:cubicBezTo>
                <a:lnTo>
                  <a:pt x="944728" y="327965"/>
                </a:lnTo>
                <a:lnTo>
                  <a:pt x="944728" y="352958"/>
                </a:lnTo>
                <a:cubicBezTo>
                  <a:pt x="944728" y="409041"/>
                  <a:pt x="913029" y="437083"/>
                  <a:pt x="849630" y="437083"/>
                </a:cubicBezTo>
                <a:cubicBezTo>
                  <a:pt x="782981" y="437083"/>
                  <a:pt x="749656" y="403758"/>
                  <a:pt x="749656" y="337109"/>
                </a:cubicBezTo>
                <a:lnTo>
                  <a:pt x="749656" y="205435"/>
                </a:lnTo>
                <a:cubicBezTo>
                  <a:pt x="749656" y="170891"/>
                  <a:pt x="760832" y="145897"/>
                  <a:pt x="783184" y="130454"/>
                </a:cubicBezTo>
                <a:cubicBezTo>
                  <a:pt x="800659" y="118262"/>
                  <a:pt x="822605" y="112166"/>
                  <a:pt x="849021" y="112166"/>
                </a:cubicBezTo>
                <a:close/>
                <a:moveTo>
                  <a:pt x="451181" y="112166"/>
                </a:moveTo>
                <a:cubicBezTo>
                  <a:pt x="510515" y="112166"/>
                  <a:pt x="540182" y="136144"/>
                  <a:pt x="540182" y="184099"/>
                </a:cubicBezTo>
                <a:lnTo>
                  <a:pt x="540182" y="218237"/>
                </a:lnTo>
                <a:lnTo>
                  <a:pt x="477393" y="218237"/>
                </a:lnTo>
                <a:cubicBezTo>
                  <a:pt x="477393" y="197104"/>
                  <a:pt x="476377" y="183286"/>
                  <a:pt x="474345" y="176784"/>
                </a:cubicBezTo>
                <a:cubicBezTo>
                  <a:pt x="470688" y="167030"/>
                  <a:pt x="462966" y="162153"/>
                  <a:pt x="451181" y="162153"/>
                </a:cubicBezTo>
                <a:cubicBezTo>
                  <a:pt x="434112" y="162153"/>
                  <a:pt x="425577" y="171501"/>
                  <a:pt x="425577" y="190195"/>
                </a:cubicBezTo>
                <a:cubicBezTo>
                  <a:pt x="425577" y="203200"/>
                  <a:pt x="432486" y="214579"/>
                  <a:pt x="446304" y="224333"/>
                </a:cubicBezTo>
                <a:lnTo>
                  <a:pt x="512750" y="271272"/>
                </a:lnTo>
                <a:cubicBezTo>
                  <a:pt x="522098" y="277774"/>
                  <a:pt x="528803" y="284683"/>
                  <a:pt x="532867" y="291998"/>
                </a:cubicBezTo>
                <a:cubicBezTo>
                  <a:pt x="539776" y="301752"/>
                  <a:pt x="543230" y="318008"/>
                  <a:pt x="543230" y="340766"/>
                </a:cubicBezTo>
                <a:cubicBezTo>
                  <a:pt x="543230" y="370027"/>
                  <a:pt x="539166" y="390957"/>
                  <a:pt x="531038" y="403555"/>
                </a:cubicBezTo>
                <a:cubicBezTo>
                  <a:pt x="517221" y="425907"/>
                  <a:pt x="489179" y="437083"/>
                  <a:pt x="446913" y="437083"/>
                </a:cubicBezTo>
                <a:cubicBezTo>
                  <a:pt x="383921" y="437083"/>
                  <a:pt x="352425" y="409448"/>
                  <a:pt x="352425" y="354177"/>
                </a:cubicBezTo>
                <a:lnTo>
                  <a:pt x="352425" y="321259"/>
                </a:lnTo>
                <a:lnTo>
                  <a:pt x="419481" y="321259"/>
                </a:lnTo>
                <a:cubicBezTo>
                  <a:pt x="419481" y="346862"/>
                  <a:pt x="420701" y="363118"/>
                  <a:pt x="423139" y="370027"/>
                </a:cubicBezTo>
                <a:cubicBezTo>
                  <a:pt x="426390" y="380187"/>
                  <a:pt x="434721" y="385267"/>
                  <a:pt x="448133" y="385267"/>
                </a:cubicBezTo>
                <a:cubicBezTo>
                  <a:pt x="466827" y="385267"/>
                  <a:pt x="476174" y="373888"/>
                  <a:pt x="476174" y="351129"/>
                </a:cubicBezTo>
                <a:cubicBezTo>
                  <a:pt x="476174" y="340969"/>
                  <a:pt x="475158" y="333654"/>
                  <a:pt x="473126" y="329184"/>
                </a:cubicBezTo>
                <a:cubicBezTo>
                  <a:pt x="470281" y="323088"/>
                  <a:pt x="464185" y="316789"/>
                  <a:pt x="454838" y="310286"/>
                </a:cubicBezTo>
                <a:lnTo>
                  <a:pt x="394488" y="267614"/>
                </a:lnTo>
                <a:cubicBezTo>
                  <a:pt x="388392" y="263144"/>
                  <a:pt x="381686" y="256641"/>
                  <a:pt x="374371" y="248107"/>
                </a:cubicBezTo>
                <a:cubicBezTo>
                  <a:pt x="362992" y="234696"/>
                  <a:pt x="357302" y="216205"/>
                  <a:pt x="357302" y="192633"/>
                </a:cubicBezTo>
                <a:cubicBezTo>
                  <a:pt x="357302" y="138989"/>
                  <a:pt x="388595" y="112166"/>
                  <a:pt x="45118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9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607848" y="6096"/>
                </a:moveTo>
                <a:lnTo>
                  <a:pt x="680390" y="6096"/>
                </a:lnTo>
                <a:lnTo>
                  <a:pt x="680390" y="118872"/>
                </a:lnTo>
                <a:lnTo>
                  <a:pt x="723672" y="118872"/>
                </a:lnTo>
                <a:lnTo>
                  <a:pt x="723672" y="167030"/>
                </a:lnTo>
                <a:lnTo>
                  <a:pt x="679781" y="167030"/>
                </a:lnTo>
                <a:lnTo>
                  <a:pt x="679781" y="345033"/>
                </a:lnTo>
                <a:cubicBezTo>
                  <a:pt x="679781" y="356819"/>
                  <a:pt x="681609" y="364947"/>
                  <a:pt x="685267" y="369417"/>
                </a:cubicBezTo>
                <a:cubicBezTo>
                  <a:pt x="690144" y="375920"/>
                  <a:pt x="699288" y="379171"/>
                  <a:pt x="712699" y="379171"/>
                </a:cubicBezTo>
                <a:cubicBezTo>
                  <a:pt x="714325" y="379171"/>
                  <a:pt x="716560" y="378968"/>
                  <a:pt x="719405" y="378561"/>
                </a:cubicBezTo>
                <a:lnTo>
                  <a:pt x="725501" y="378561"/>
                </a:lnTo>
                <a:lnTo>
                  <a:pt x="725501" y="430377"/>
                </a:lnTo>
                <a:cubicBezTo>
                  <a:pt x="715747" y="432816"/>
                  <a:pt x="702945" y="434035"/>
                  <a:pt x="687096" y="434035"/>
                </a:cubicBezTo>
                <a:cubicBezTo>
                  <a:pt x="655397" y="434035"/>
                  <a:pt x="633857" y="428142"/>
                  <a:pt x="622478" y="416357"/>
                </a:cubicBezTo>
                <a:cubicBezTo>
                  <a:pt x="613131" y="407009"/>
                  <a:pt x="608457" y="391160"/>
                  <a:pt x="608457" y="368808"/>
                </a:cubicBezTo>
                <a:lnTo>
                  <a:pt x="608457" y="167030"/>
                </a:lnTo>
                <a:lnTo>
                  <a:pt x="568833" y="167030"/>
                </a:lnTo>
                <a:lnTo>
                  <a:pt x="568833" y="118872"/>
                </a:lnTo>
                <a:lnTo>
                  <a:pt x="607848" y="118872"/>
                </a:lnTo>
                <a:close/>
                <a:moveTo>
                  <a:pt x="2258264" y="609"/>
                </a:moveTo>
                <a:lnTo>
                  <a:pt x="2331416" y="609"/>
                </a:lnTo>
                <a:lnTo>
                  <a:pt x="2331416" y="430987"/>
                </a:lnTo>
                <a:lnTo>
                  <a:pt x="2258264" y="430987"/>
                </a:lnTo>
                <a:close/>
                <a:moveTo>
                  <a:pt x="1372438" y="609"/>
                </a:moveTo>
                <a:lnTo>
                  <a:pt x="1445590" y="609"/>
                </a:lnTo>
                <a:lnTo>
                  <a:pt x="1445590" y="430987"/>
                </a:lnTo>
                <a:lnTo>
                  <a:pt x="1372438" y="430987"/>
                </a:lnTo>
                <a:close/>
                <a:moveTo>
                  <a:pt x="1915364" y="0"/>
                </a:moveTo>
                <a:lnTo>
                  <a:pt x="1987906" y="0"/>
                </a:lnTo>
                <a:lnTo>
                  <a:pt x="1987906" y="73761"/>
                </a:lnTo>
                <a:lnTo>
                  <a:pt x="1915364" y="73761"/>
                </a:lnTo>
                <a:close/>
                <a:moveTo>
                  <a:pt x="238964" y="0"/>
                </a:moveTo>
                <a:lnTo>
                  <a:pt x="311506" y="0"/>
                </a:lnTo>
                <a:lnTo>
                  <a:pt x="311506" y="73761"/>
                </a:lnTo>
                <a:lnTo>
                  <a:pt x="23896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29" b="2"/>
          <a:stretch/>
        </p:blipFill>
        <p:spPr>
          <a:xfrm>
            <a:off x="6350" y="3657601"/>
            <a:ext cx="12179300" cy="32003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77987E-DEAA-E1E4-28A1-25F1A1A7BA05}"/>
              </a:ext>
            </a:extLst>
          </p:cNvPr>
          <p:cNvSpPr txBox="1"/>
          <p:nvPr userDrawn="1"/>
        </p:nvSpPr>
        <p:spPr>
          <a:xfrm>
            <a:off x="7722929" y="3677967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7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7 w 3109265"/>
              <a:gd name="connsiteY29" fmla="*/ 431597 h 539496"/>
              <a:gd name="connsiteX30" fmla="*/ 0 w 3109265"/>
              <a:gd name="connsiteY30" fmla="*/ 119482 h 539496"/>
              <a:gd name="connsiteX31" fmla="*/ 71932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8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6 w 3109265"/>
              <a:gd name="connsiteY42" fmla="*/ 431597 h 539496"/>
              <a:gd name="connsiteX43" fmla="*/ 2607869 w 3109265"/>
              <a:gd name="connsiteY43" fmla="*/ 113995 h 539496"/>
              <a:gd name="connsiteX44" fmla="*/ 2607869 w 3109265"/>
              <a:gd name="connsiteY44" fmla="*/ 185928 h 539496"/>
              <a:gd name="connsiteX45" fmla="*/ 2583485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9 w 3109265"/>
              <a:gd name="connsiteY53" fmla="*/ 113995 h 539496"/>
              <a:gd name="connsiteX54" fmla="*/ 912419 w 3109265"/>
              <a:gd name="connsiteY54" fmla="*/ 113995 h 539496"/>
              <a:gd name="connsiteX55" fmla="*/ 912419 w 3109265"/>
              <a:gd name="connsiteY55" fmla="*/ 185928 h 539496"/>
              <a:gd name="connsiteX56" fmla="*/ 888035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3 w 3109265"/>
              <a:gd name="connsiteY60" fmla="*/ 431597 h 539496"/>
              <a:gd name="connsiteX61" fmla="*/ 769163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9 w 3109265"/>
              <a:gd name="connsiteY64" fmla="*/ 113995 h 539496"/>
              <a:gd name="connsiteX65" fmla="*/ 1751000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099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7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1000 w 3109265"/>
              <a:gd name="connsiteY85" fmla="*/ 113386 h 539496"/>
              <a:gd name="connsiteX86" fmla="*/ 1208075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099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7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3 w 3109265"/>
              <a:gd name="connsiteY102" fmla="*/ 431597 h 539496"/>
              <a:gd name="connsiteX103" fmla="*/ 1073963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5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5 w 3109265"/>
              <a:gd name="connsiteY109" fmla="*/ 181661 h 539496"/>
              <a:gd name="connsiteX110" fmla="*/ 2833345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39 h 539496"/>
              <a:gd name="connsiteX116" fmla="*/ 2699842 w 3109265"/>
              <a:gd name="connsiteY116" fmla="*/ 438303 h 539496"/>
              <a:gd name="connsiteX117" fmla="*/ 2646197 w 3109265"/>
              <a:gd name="connsiteY117" fmla="*/ 406603 h 539496"/>
              <a:gd name="connsiteX118" fmla="*/ 2638272 w 3109265"/>
              <a:gd name="connsiteY118" fmla="*/ 352349 h 539496"/>
              <a:gd name="connsiteX119" fmla="*/ 2644369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9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9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7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39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5 w 3109265"/>
              <a:gd name="connsiteY157" fmla="*/ 181661 h 539496"/>
              <a:gd name="connsiteX158" fmla="*/ 2185645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39 h 539496"/>
              <a:gd name="connsiteX164" fmla="*/ 2052142 w 3109265"/>
              <a:gd name="connsiteY164" fmla="*/ 438303 h 539496"/>
              <a:gd name="connsiteX165" fmla="*/ 1998497 w 3109265"/>
              <a:gd name="connsiteY165" fmla="*/ 406603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39 h 539496"/>
              <a:gd name="connsiteX187" fmla="*/ 299542 w 3109265"/>
              <a:gd name="connsiteY187" fmla="*/ 438303 h 539496"/>
              <a:gd name="connsiteX188" fmla="*/ 245897 w 3109265"/>
              <a:gd name="connsiteY188" fmla="*/ 406603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1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1 h 539496"/>
              <a:gd name="connsiteX211" fmla="*/ 617525 w 3109265"/>
              <a:gd name="connsiteY211" fmla="*/ 379171 h 539496"/>
              <a:gd name="connsiteX212" fmla="*/ 617525 w 3109265"/>
              <a:gd name="connsiteY212" fmla="*/ 430987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19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5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7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7" y="431597"/>
                </a:lnTo>
                <a:close/>
                <a:moveTo>
                  <a:pt x="0" y="119482"/>
                </a:moveTo>
                <a:lnTo>
                  <a:pt x="71932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8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6" y="431597"/>
                </a:cubicBezTo>
                <a:close/>
                <a:moveTo>
                  <a:pt x="2607869" y="113995"/>
                </a:moveTo>
                <a:lnTo>
                  <a:pt x="2607869" y="185928"/>
                </a:lnTo>
                <a:cubicBezTo>
                  <a:pt x="2598115" y="182677"/>
                  <a:pt x="2589987" y="181052"/>
                  <a:pt x="2583485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19"/>
                  <a:pt x="2577389" y="113183"/>
                  <a:pt x="2607869" y="113995"/>
                </a:cubicBezTo>
                <a:close/>
                <a:moveTo>
                  <a:pt x="912419" y="113995"/>
                </a:moveTo>
                <a:lnTo>
                  <a:pt x="912419" y="185928"/>
                </a:lnTo>
                <a:cubicBezTo>
                  <a:pt x="902665" y="182677"/>
                  <a:pt x="894537" y="181052"/>
                  <a:pt x="888035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3" y="431597"/>
                </a:lnTo>
                <a:lnTo>
                  <a:pt x="769163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19"/>
                  <a:pt x="881939" y="113183"/>
                  <a:pt x="912419" y="113995"/>
                </a:cubicBezTo>
                <a:close/>
                <a:moveTo>
                  <a:pt x="1751000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099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7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1000" y="113386"/>
                </a:cubicBezTo>
                <a:close/>
                <a:moveTo>
                  <a:pt x="1208075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099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7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3" y="431597"/>
                </a:lnTo>
                <a:lnTo>
                  <a:pt x="1073963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5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5" y="156058"/>
                  <a:pt x="2833345" y="181661"/>
                </a:cubicBezTo>
                <a:lnTo>
                  <a:pt x="2833345" y="355397"/>
                </a:lnTo>
                <a:cubicBezTo>
                  <a:pt x="2833345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39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3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9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9" y="185522"/>
                  <a:pt x="2760802" y="183490"/>
                </a:cubicBezTo>
                <a:cubicBezTo>
                  <a:pt x="2759583" y="169672"/>
                  <a:pt x="2751251" y="162764"/>
                  <a:pt x="2735809" y="162764"/>
                </a:cubicBezTo>
                <a:cubicBezTo>
                  <a:pt x="2724023" y="162764"/>
                  <a:pt x="2716708" y="166828"/>
                  <a:pt x="2713863" y="174956"/>
                </a:cubicBezTo>
                <a:cubicBezTo>
                  <a:pt x="2711831" y="180645"/>
                  <a:pt x="2710815" y="194259"/>
                  <a:pt x="2710815" y="215799"/>
                </a:cubicBezTo>
                <a:lnTo>
                  <a:pt x="2644369" y="215799"/>
                </a:lnTo>
                <a:cubicBezTo>
                  <a:pt x="2644369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7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39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5" y="156058"/>
                  <a:pt x="2185645" y="181661"/>
                </a:cubicBezTo>
                <a:lnTo>
                  <a:pt x="2185645" y="355397"/>
                </a:lnTo>
                <a:cubicBezTo>
                  <a:pt x="2185645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39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3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59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39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19" y="438303"/>
                  <a:pt x="254838" y="427736"/>
                  <a:pt x="245897" y="406603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1" y="278994"/>
                  <a:pt x="263169" y="267005"/>
                  <a:pt x="285521" y="256032"/>
                </a:cubicBezTo>
                <a:lnTo>
                  <a:pt x="361111" y="218237"/>
                </a:lnTo>
                <a:cubicBezTo>
                  <a:pt x="361111" y="197104"/>
                  <a:pt x="360908" y="185522"/>
                  <a:pt x="360502" y="183490"/>
                </a:cubicBezTo>
                <a:cubicBezTo>
                  <a:pt x="359283" y="169672"/>
                  <a:pt x="350951" y="162764"/>
                  <a:pt x="335508" y="162764"/>
                </a:cubicBezTo>
                <a:cubicBezTo>
                  <a:pt x="323723" y="162764"/>
                  <a:pt x="316407" y="166828"/>
                  <a:pt x="313563" y="174956"/>
                </a:cubicBezTo>
                <a:cubicBezTo>
                  <a:pt x="311531" y="180645"/>
                  <a:pt x="310515" y="194259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4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8" y="379781"/>
                  <a:pt x="608584" y="379578"/>
                  <a:pt x="611429" y="379171"/>
                </a:cubicBezTo>
                <a:lnTo>
                  <a:pt x="617525" y="379171"/>
                </a:lnTo>
                <a:lnTo>
                  <a:pt x="617525" y="430987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0" y="434645"/>
                  <a:pt x="525881" y="428752"/>
                  <a:pt x="514502" y="416967"/>
                </a:cubicBezTo>
                <a:cubicBezTo>
                  <a:pt x="505155" y="407619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19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6F60F98-0ED9-4A53-A226-0D90005BD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3725" b="2"/>
          <a:stretch/>
        </p:blipFill>
        <p:spPr>
          <a:xfrm>
            <a:off x="6350" y="4370521"/>
            <a:ext cx="12179300" cy="24874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A66833-6E77-A58F-CE9A-04AD0AA905B6}"/>
              </a:ext>
            </a:extLst>
          </p:cNvPr>
          <p:cNvSpPr txBox="1"/>
          <p:nvPr userDrawn="1"/>
        </p:nvSpPr>
        <p:spPr>
          <a:xfrm>
            <a:off x="7745484" y="4373902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7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1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7 w 1679981"/>
              <a:gd name="connsiteY57" fmla="*/ 430987 h 437693"/>
              <a:gd name="connsiteX58" fmla="*/ 365607 w 1679981"/>
              <a:gd name="connsiteY58" fmla="*/ 118872 h 437693"/>
              <a:gd name="connsiteX59" fmla="*/ 438759 w 1679981"/>
              <a:gd name="connsiteY59" fmla="*/ 118872 h 437693"/>
              <a:gd name="connsiteX60" fmla="*/ 438759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7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2 w 1679981"/>
              <a:gd name="connsiteY116" fmla="*/ 609 h 437693"/>
              <a:gd name="connsiteX117" fmla="*/ 314934 w 1679981"/>
              <a:gd name="connsiteY117" fmla="*/ 609 h 437693"/>
              <a:gd name="connsiteX118" fmla="*/ 314934 w 1679981"/>
              <a:gd name="connsiteY118" fmla="*/ 430987 h 437693"/>
              <a:gd name="connsiteX119" fmla="*/ 241782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3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5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7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1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7" y="430987"/>
                </a:lnTo>
                <a:lnTo>
                  <a:pt x="365607" y="118872"/>
                </a:lnTo>
                <a:lnTo>
                  <a:pt x="438759" y="118872"/>
                </a:lnTo>
                <a:lnTo>
                  <a:pt x="438759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29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7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2" y="609"/>
                </a:moveTo>
                <a:lnTo>
                  <a:pt x="314934" y="609"/>
                </a:lnTo>
                <a:lnTo>
                  <a:pt x="314934" y="430987"/>
                </a:lnTo>
                <a:lnTo>
                  <a:pt x="241782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AAB967C-7798-EA72-63B8-60610DABB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30" b="2"/>
          <a:stretch/>
        </p:blipFill>
        <p:spPr>
          <a:xfrm>
            <a:off x="6350" y="5029200"/>
            <a:ext cx="12179300" cy="182879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78E141-7F77-4C7A-D739-9DFD9742BA5E}"/>
              </a:ext>
            </a:extLst>
          </p:cNvPr>
          <p:cNvSpPr txBox="1"/>
          <p:nvPr userDrawn="1"/>
        </p:nvSpPr>
        <p:spPr>
          <a:xfrm>
            <a:off x="7726586" y="5059092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1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2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5 w 3803752"/>
              <a:gd name="connsiteY57" fmla="*/ 431597 h 549250"/>
              <a:gd name="connsiteX58" fmla="*/ 1251281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1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6 w 3803752"/>
              <a:gd name="connsiteY77" fmla="*/ 431597 h 549250"/>
              <a:gd name="connsiteX78" fmla="*/ 1070306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7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6 w 3803752"/>
              <a:gd name="connsiteY133" fmla="*/ 218847 h 549250"/>
              <a:gd name="connsiteX134" fmla="*/ 2658238 w 3803752"/>
              <a:gd name="connsiteY134" fmla="*/ 177394 h 549250"/>
              <a:gd name="connsiteX135" fmla="*/ 2635072 w 3803752"/>
              <a:gd name="connsiteY135" fmla="*/ 162763 h 549250"/>
              <a:gd name="connsiteX136" fmla="*/ 2609470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5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8 w 3803752"/>
              <a:gd name="connsiteY152" fmla="*/ 354787 h 549250"/>
              <a:gd name="connsiteX153" fmla="*/ 2536318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7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0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7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7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49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7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4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7 w 3803752"/>
              <a:gd name="connsiteY286" fmla="*/ 167640 h 549250"/>
              <a:gd name="connsiteX287" fmla="*/ 110947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1 w 3803752"/>
              <a:gd name="connsiteY290" fmla="*/ 379171 h 549250"/>
              <a:gd name="connsiteX291" fmla="*/ 156667 w 3803752"/>
              <a:gd name="connsiteY291" fmla="*/ 379171 h 549250"/>
              <a:gd name="connsiteX292" fmla="*/ 156667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8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1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2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60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5" y="431597"/>
                </a:cubicBezTo>
                <a:close/>
                <a:moveTo>
                  <a:pt x="1251281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1" y="370637"/>
                  <a:pt x="1251281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8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6" y="431597"/>
                </a:lnTo>
                <a:lnTo>
                  <a:pt x="1070306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3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7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7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6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6" y="218847"/>
                </a:lnTo>
                <a:cubicBezTo>
                  <a:pt x="2661286" y="197714"/>
                  <a:pt x="2660269" y="183896"/>
                  <a:pt x="2658238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70" y="172111"/>
                  <a:pt x="2609470" y="190805"/>
                </a:cubicBezTo>
                <a:cubicBezTo>
                  <a:pt x="2609470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5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8" y="403962"/>
                  <a:pt x="2536318" y="354787"/>
                </a:cubicBezTo>
                <a:lnTo>
                  <a:pt x="2536318" y="321869"/>
                </a:lnTo>
                <a:lnTo>
                  <a:pt x="2603373" y="321869"/>
                </a:lnTo>
                <a:cubicBezTo>
                  <a:pt x="2603373" y="347472"/>
                  <a:pt x="2604593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7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79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20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0" y="376733"/>
                  <a:pt x="643890" y="352349"/>
                </a:cubicBezTo>
                <a:cubicBezTo>
                  <a:pt x="643890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6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7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7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4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49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7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2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4" y="278994"/>
                  <a:pt x="202362" y="267005"/>
                  <a:pt x="224714" y="256032"/>
                </a:cubicBezTo>
                <a:lnTo>
                  <a:pt x="300304" y="218237"/>
                </a:lnTo>
                <a:cubicBezTo>
                  <a:pt x="300304" y="197104"/>
                  <a:pt x="300101" y="185522"/>
                  <a:pt x="299695" y="183490"/>
                </a:cubicBezTo>
                <a:cubicBezTo>
                  <a:pt x="298476" y="169672"/>
                  <a:pt x="290144" y="162763"/>
                  <a:pt x="274701" y="162763"/>
                </a:cubicBezTo>
                <a:cubicBezTo>
                  <a:pt x="262916" y="162763"/>
                  <a:pt x="255600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7" y="167640"/>
                </a:lnTo>
                <a:lnTo>
                  <a:pt x="110947" y="345644"/>
                </a:lnTo>
                <a:cubicBezTo>
                  <a:pt x="110947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1" y="379781"/>
                  <a:pt x="147727" y="379578"/>
                  <a:pt x="150571" y="379171"/>
                </a:cubicBezTo>
                <a:lnTo>
                  <a:pt x="156667" y="379171"/>
                </a:lnTo>
                <a:lnTo>
                  <a:pt x="156667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3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2722308-5A3E-82C8-9E48-86EF105EB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630" b="2"/>
          <a:stretch/>
        </p:blipFill>
        <p:spPr>
          <a:xfrm>
            <a:off x="6350" y="5804114"/>
            <a:ext cx="12179300" cy="105388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F40F22D-E7AF-6372-AA88-7C7B4B4739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28" t="14343" r="24090" b="14343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11C70D-A3B5-AA96-D869-806173B85F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 contrast="-16000"/>
                    </a14:imgEffect>
                  </a14:imgLayer>
                </a14:imgProps>
              </a:ext>
            </a:extLst>
          </a:blip>
          <a:srcRect l="6297" r="629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52133FCC-22A5-9B4D-B202-B50E7E1B5D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F0FDF57-216E-794D-B62A-A42EC2292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8698AC2-1B20-7D4B-9103-6FEF8D218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E070F4B-8E7F-C442-8794-1519D8C01A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BAA0B9FD-54F3-8D4D-B825-B0D09387C3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9E1AA184-D174-49D8-AC60-A81D63C001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83307" y="-532348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7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733F988-23A9-9E48-88B4-7F6FF9DF1C96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274C946-54B9-4124-9128-14B7282E24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0650" y="-35816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2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4600E96-6E1D-E058-E354-7A3CB0031671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30815-5836-0DE7-49DD-1DFD3A8FBB8C}"/>
              </a:ext>
            </a:extLst>
          </p:cNvPr>
          <p:cNvSpPr txBox="1"/>
          <p:nvPr userDrawn="1"/>
        </p:nvSpPr>
        <p:spPr>
          <a:xfrm>
            <a:off x="7722929" y="1784231"/>
            <a:ext cx="3165120" cy="546201"/>
          </a:xfrm>
          <a:custGeom>
            <a:avLst/>
            <a:gdLst/>
            <a:ahLst/>
            <a:cxnLst/>
            <a:rect l="l" t="t" r="r" b="b"/>
            <a:pathLst>
              <a:path w="3165120" h="546201">
                <a:moveTo>
                  <a:pt x="79248" y="240182"/>
                </a:moveTo>
                <a:lnTo>
                  <a:pt x="79248" y="376123"/>
                </a:lnTo>
                <a:lnTo>
                  <a:pt x="112167" y="376123"/>
                </a:lnTo>
                <a:cubicBezTo>
                  <a:pt x="130048" y="376123"/>
                  <a:pt x="141631" y="373888"/>
                  <a:pt x="146914" y="369417"/>
                </a:cubicBezTo>
                <a:cubicBezTo>
                  <a:pt x="153823" y="363728"/>
                  <a:pt x="157277" y="351536"/>
                  <a:pt x="157277" y="332841"/>
                </a:cubicBezTo>
                <a:lnTo>
                  <a:pt x="157277" y="282244"/>
                </a:lnTo>
                <a:cubicBezTo>
                  <a:pt x="157277" y="265176"/>
                  <a:pt x="154229" y="253898"/>
                  <a:pt x="148133" y="248412"/>
                </a:cubicBezTo>
                <a:cubicBezTo>
                  <a:pt x="142037" y="242925"/>
                  <a:pt x="130455" y="240182"/>
                  <a:pt x="113386" y="240182"/>
                </a:cubicBezTo>
                <a:close/>
                <a:moveTo>
                  <a:pt x="2644750" y="177393"/>
                </a:moveTo>
                <a:cubicBezTo>
                  <a:pt x="2626868" y="177393"/>
                  <a:pt x="2617927" y="187756"/>
                  <a:pt x="2617927" y="208483"/>
                </a:cubicBezTo>
                <a:lnTo>
                  <a:pt x="2617927" y="246888"/>
                </a:lnTo>
                <a:lnTo>
                  <a:pt x="2669743" y="246888"/>
                </a:lnTo>
                <a:lnTo>
                  <a:pt x="2669743" y="208483"/>
                </a:lnTo>
                <a:cubicBezTo>
                  <a:pt x="2669743" y="187756"/>
                  <a:pt x="2661412" y="177393"/>
                  <a:pt x="2644750" y="177393"/>
                </a:cubicBezTo>
                <a:close/>
                <a:moveTo>
                  <a:pt x="2149450" y="177393"/>
                </a:moveTo>
                <a:cubicBezTo>
                  <a:pt x="2131568" y="177393"/>
                  <a:pt x="2122627" y="187756"/>
                  <a:pt x="2122627" y="208483"/>
                </a:cubicBezTo>
                <a:lnTo>
                  <a:pt x="2122627" y="246888"/>
                </a:lnTo>
                <a:lnTo>
                  <a:pt x="2174443" y="246888"/>
                </a:lnTo>
                <a:lnTo>
                  <a:pt x="2174443" y="208483"/>
                </a:lnTo>
                <a:cubicBezTo>
                  <a:pt x="2174443" y="187756"/>
                  <a:pt x="2166112" y="177393"/>
                  <a:pt x="2149450" y="177393"/>
                </a:cubicBezTo>
                <a:close/>
                <a:moveTo>
                  <a:pt x="1749400" y="177393"/>
                </a:moveTo>
                <a:cubicBezTo>
                  <a:pt x="1731518" y="177393"/>
                  <a:pt x="1722577" y="187756"/>
                  <a:pt x="1722577" y="208483"/>
                </a:cubicBezTo>
                <a:lnTo>
                  <a:pt x="1722577" y="246888"/>
                </a:lnTo>
                <a:lnTo>
                  <a:pt x="1774394" y="246888"/>
                </a:lnTo>
                <a:lnTo>
                  <a:pt x="1774394" y="208483"/>
                </a:lnTo>
                <a:cubicBezTo>
                  <a:pt x="1774394" y="187756"/>
                  <a:pt x="1766062" y="177393"/>
                  <a:pt x="1749400" y="177393"/>
                </a:cubicBezTo>
                <a:close/>
                <a:moveTo>
                  <a:pt x="729615" y="165201"/>
                </a:moveTo>
                <a:cubicBezTo>
                  <a:pt x="712140" y="165201"/>
                  <a:pt x="703402" y="178003"/>
                  <a:pt x="703402" y="203606"/>
                </a:cubicBezTo>
                <a:lnTo>
                  <a:pt x="703402" y="362102"/>
                </a:lnTo>
                <a:cubicBezTo>
                  <a:pt x="703402" y="383641"/>
                  <a:pt x="711734" y="394411"/>
                  <a:pt x="728396" y="394411"/>
                </a:cubicBezTo>
                <a:cubicBezTo>
                  <a:pt x="745465" y="394411"/>
                  <a:pt x="753999" y="383438"/>
                  <a:pt x="753999" y="361492"/>
                </a:cubicBezTo>
                <a:lnTo>
                  <a:pt x="753999" y="202996"/>
                </a:lnTo>
                <a:cubicBezTo>
                  <a:pt x="753999" y="177800"/>
                  <a:pt x="745871" y="165201"/>
                  <a:pt x="729615" y="165201"/>
                </a:cubicBezTo>
                <a:close/>
                <a:moveTo>
                  <a:pt x="3091968" y="126187"/>
                </a:moveTo>
                <a:lnTo>
                  <a:pt x="3165120" y="126187"/>
                </a:lnTo>
                <a:lnTo>
                  <a:pt x="3165120" y="438302"/>
                </a:lnTo>
                <a:lnTo>
                  <a:pt x="3091968" y="438302"/>
                </a:lnTo>
                <a:close/>
                <a:moveTo>
                  <a:pt x="1110768" y="126187"/>
                </a:moveTo>
                <a:lnTo>
                  <a:pt x="1183310" y="126187"/>
                </a:lnTo>
                <a:lnTo>
                  <a:pt x="1183310" y="351129"/>
                </a:lnTo>
                <a:cubicBezTo>
                  <a:pt x="1183310" y="375920"/>
                  <a:pt x="1192251" y="388315"/>
                  <a:pt x="1210132" y="388315"/>
                </a:cubicBezTo>
                <a:cubicBezTo>
                  <a:pt x="1228827" y="388315"/>
                  <a:pt x="1238174" y="374497"/>
                  <a:pt x="1238174" y="346862"/>
                </a:cubicBezTo>
                <a:lnTo>
                  <a:pt x="1238174" y="126187"/>
                </a:lnTo>
                <a:lnTo>
                  <a:pt x="1311326" y="126187"/>
                </a:lnTo>
                <a:lnTo>
                  <a:pt x="1311326" y="438302"/>
                </a:lnTo>
                <a:lnTo>
                  <a:pt x="1238174" y="438302"/>
                </a:lnTo>
                <a:lnTo>
                  <a:pt x="1238174" y="413308"/>
                </a:lnTo>
                <a:cubicBezTo>
                  <a:pt x="1212977" y="433628"/>
                  <a:pt x="1190625" y="443788"/>
                  <a:pt x="1171118" y="443788"/>
                </a:cubicBezTo>
                <a:cubicBezTo>
                  <a:pt x="1137793" y="443788"/>
                  <a:pt x="1118286" y="427736"/>
                  <a:pt x="1112596" y="395630"/>
                </a:cubicBezTo>
                <a:cubicBezTo>
                  <a:pt x="1111377" y="388721"/>
                  <a:pt x="1110768" y="377342"/>
                  <a:pt x="1110768" y="361492"/>
                </a:cubicBezTo>
                <a:close/>
                <a:moveTo>
                  <a:pt x="389230" y="126187"/>
                </a:moveTo>
                <a:lnTo>
                  <a:pt x="461163" y="126187"/>
                </a:lnTo>
                <a:lnTo>
                  <a:pt x="501396" y="326745"/>
                </a:lnTo>
                <a:lnTo>
                  <a:pt x="532486" y="126187"/>
                </a:lnTo>
                <a:lnTo>
                  <a:pt x="603809" y="126187"/>
                </a:lnTo>
                <a:lnTo>
                  <a:pt x="532486" y="460248"/>
                </a:lnTo>
                <a:cubicBezTo>
                  <a:pt x="525577" y="493166"/>
                  <a:pt x="516636" y="515315"/>
                  <a:pt x="505663" y="526694"/>
                </a:cubicBezTo>
                <a:cubicBezTo>
                  <a:pt x="493878" y="539699"/>
                  <a:pt x="474167" y="546201"/>
                  <a:pt x="446532" y="546201"/>
                </a:cubicBezTo>
                <a:cubicBezTo>
                  <a:pt x="435966" y="546201"/>
                  <a:pt x="419913" y="544372"/>
                  <a:pt x="398374" y="540715"/>
                </a:cubicBezTo>
                <a:lnTo>
                  <a:pt x="408737" y="483412"/>
                </a:lnTo>
                <a:cubicBezTo>
                  <a:pt x="417272" y="486257"/>
                  <a:pt x="426822" y="487680"/>
                  <a:pt x="437388" y="487680"/>
                </a:cubicBezTo>
                <a:cubicBezTo>
                  <a:pt x="450393" y="487680"/>
                  <a:pt x="459740" y="479755"/>
                  <a:pt x="465430" y="463905"/>
                </a:cubicBezTo>
                <a:cubicBezTo>
                  <a:pt x="469900" y="451713"/>
                  <a:pt x="471526" y="443179"/>
                  <a:pt x="470307" y="438302"/>
                </a:cubicBezTo>
                <a:close/>
                <a:moveTo>
                  <a:pt x="291618" y="126187"/>
                </a:moveTo>
                <a:lnTo>
                  <a:pt x="364770" y="126187"/>
                </a:lnTo>
                <a:lnTo>
                  <a:pt x="364770" y="438302"/>
                </a:lnTo>
                <a:lnTo>
                  <a:pt x="291618" y="438302"/>
                </a:lnTo>
                <a:close/>
                <a:moveTo>
                  <a:pt x="2968752" y="125577"/>
                </a:moveTo>
                <a:lnTo>
                  <a:pt x="3041294" y="125577"/>
                </a:lnTo>
                <a:lnTo>
                  <a:pt x="3041294" y="467563"/>
                </a:lnTo>
                <a:cubicBezTo>
                  <a:pt x="3041294" y="499668"/>
                  <a:pt x="3033573" y="521614"/>
                  <a:pt x="3018130" y="533400"/>
                </a:cubicBezTo>
                <a:cubicBezTo>
                  <a:pt x="3007157" y="541528"/>
                  <a:pt x="2989885" y="545592"/>
                  <a:pt x="2966314" y="545592"/>
                </a:cubicBezTo>
                <a:cubicBezTo>
                  <a:pt x="2953309" y="545592"/>
                  <a:pt x="2943352" y="544982"/>
                  <a:pt x="2936443" y="543763"/>
                </a:cubicBezTo>
                <a:lnTo>
                  <a:pt x="2936443" y="483412"/>
                </a:lnTo>
                <a:cubicBezTo>
                  <a:pt x="2951074" y="483819"/>
                  <a:pt x="2960421" y="480974"/>
                  <a:pt x="2964485" y="474878"/>
                </a:cubicBezTo>
                <a:cubicBezTo>
                  <a:pt x="2967330" y="470814"/>
                  <a:pt x="2968752" y="461264"/>
                  <a:pt x="2968752" y="446227"/>
                </a:cubicBezTo>
                <a:close/>
                <a:moveTo>
                  <a:pt x="2930424" y="120700"/>
                </a:moveTo>
                <a:lnTo>
                  <a:pt x="2930424" y="192633"/>
                </a:lnTo>
                <a:cubicBezTo>
                  <a:pt x="2920670" y="189382"/>
                  <a:pt x="2912542" y="187756"/>
                  <a:pt x="2906040" y="187756"/>
                </a:cubicBezTo>
                <a:cubicBezTo>
                  <a:pt x="2885720" y="187756"/>
                  <a:pt x="2872105" y="195884"/>
                  <a:pt x="2865196" y="212140"/>
                </a:cubicBezTo>
                <a:cubicBezTo>
                  <a:pt x="2861132" y="221081"/>
                  <a:pt x="2859100" y="235305"/>
                  <a:pt x="2859100" y="254812"/>
                </a:cubicBezTo>
                <a:lnTo>
                  <a:pt x="2859100" y="438302"/>
                </a:lnTo>
                <a:lnTo>
                  <a:pt x="2787168" y="438302"/>
                </a:lnTo>
                <a:lnTo>
                  <a:pt x="2787168" y="126187"/>
                </a:lnTo>
                <a:lnTo>
                  <a:pt x="2859710" y="126187"/>
                </a:lnTo>
                <a:lnTo>
                  <a:pt x="2859100" y="165811"/>
                </a:lnTo>
                <a:cubicBezTo>
                  <a:pt x="2876169" y="134924"/>
                  <a:pt x="2899944" y="119888"/>
                  <a:pt x="2930424" y="120700"/>
                </a:cubicBezTo>
                <a:close/>
                <a:moveTo>
                  <a:pt x="2427199" y="120091"/>
                </a:moveTo>
                <a:cubicBezTo>
                  <a:pt x="2448332" y="120091"/>
                  <a:pt x="2464994" y="127000"/>
                  <a:pt x="2477186" y="140817"/>
                </a:cubicBezTo>
                <a:cubicBezTo>
                  <a:pt x="2486940" y="152196"/>
                  <a:pt x="2491816" y="170078"/>
                  <a:pt x="2491816" y="194462"/>
                </a:cubicBezTo>
                <a:lnTo>
                  <a:pt x="2491816" y="438302"/>
                </a:lnTo>
                <a:lnTo>
                  <a:pt x="2420493" y="438302"/>
                </a:lnTo>
                <a:lnTo>
                  <a:pt x="2420493" y="209092"/>
                </a:lnTo>
                <a:cubicBezTo>
                  <a:pt x="2420493" y="183896"/>
                  <a:pt x="2411959" y="171297"/>
                  <a:pt x="2394890" y="171297"/>
                </a:cubicBezTo>
                <a:cubicBezTo>
                  <a:pt x="2374570" y="171297"/>
                  <a:pt x="2364410" y="185318"/>
                  <a:pt x="2364410" y="213360"/>
                </a:cubicBezTo>
                <a:lnTo>
                  <a:pt x="2364410" y="438302"/>
                </a:lnTo>
                <a:lnTo>
                  <a:pt x="2291868" y="438302"/>
                </a:lnTo>
                <a:lnTo>
                  <a:pt x="2291868" y="126187"/>
                </a:lnTo>
                <a:lnTo>
                  <a:pt x="2365629" y="126187"/>
                </a:lnTo>
                <a:lnTo>
                  <a:pt x="2364410" y="149352"/>
                </a:lnTo>
                <a:cubicBezTo>
                  <a:pt x="2384730" y="129844"/>
                  <a:pt x="2405660" y="120091"/>
                  <a:pt x="2427199" y="120091"/>
                </a:cubicBezTo>
                <a:close/>
                <a:moveTo>
                  <a:pt x="729615" y="120091"/>
                </a:moveTo>
                <a:cubicBezTo>
                  <a:pt x="756844" y="120091"/>
                  <a:pt x="778790" y="125780"/>
                  <a:pt x="795452" y="137160"/>
                </a:cubicBezTo>
                <a:cubicBezTo>
                  <a:pt x="815772" y="150977"/>
                  <a:pt x="825932" y="174345"/>
                  <a:pt x="825932" y="207264"/>
                </a:cubicBezTo>
                <a:lnTo>
                  <a:pt x="825932" y="357225"/>
                </a:lnTo>
                <a:cubicBezTo>
                  <a:pt x="825932" y="415340"/>
                  <a:pt x="792607" y="444398"/>
                  <a:pt x="725958" y="444398"/>
                </a:cubicBezTo>
                <a:cubicBezTo>
                  <a:pt x="662559" y="444398"/>
                  <a:pt x="630860" y="412902"/>
                  <a:pt x="630860" y="349910"/>
                </a:cubicBezTo>
                <a:lnTo>
                  <a:pt x="630860" y="210312"/>
                </a:lnTo>
                <a:cubicBezTo>
                  <a:pt x="630860" y="150164"/>
                  <a:pt x="663778" y="120091"/>
                  <a:pt x="729615" y="120091"/>
                </a:cubicBezTo>
                <a:close/>
                <a:moveTo>
                  <a:pt x="2644750" y="119481"/>
                </a:moveTo>
                <a:cubicBezTo>
                  <a:pt x="2676856" y="119481"/>
                  <a:pt x="2702052" y="128625"/>
                  <a:pt x="2720340" y="146913"/>
                </a:cubicBezTo>
                <a:cubicBezTo>
                  <a:pt x="2734564" y="161137"/>
                  <a:pt x="2741676" y="181864"/>
                  <a:pt x="2741676" y="209092"/>
                </a:cubicBezTo>
                <a:lnTo>
                  <a:pt x="2741676" y="298094"/>
                </a:lnTo>
                <a:lnTo>
                  <a:pt x="2617318" y="298094"/>
                </a:lnTo>
                <a:lnTo>
                  <a:pt x="2617318" y="349300"/>
                </a:lnTo>
                <a:cubicBezTo>
                  <a:pt x="2617318" y="374904"/>
                  <a:pt x="2626258" y="387705"/>
                  <a:pt x="2644140" y="387705"/>
                </a:cubicBezTo>
                <a:cubicBezTo>
                  <a:pt x="2652674" y="387705"/>
                  <a:pt x="2659075" y="384860"/>
                  <a:pt x="2663342" y="379171"/>
                </a:cubicBezTo>
                <a:cubicBezTo>
                  <a:pt x="2667610" y="373481"/>
                  <a:pt x="2669743" y="358851"/>
                  <a:pt x="2669743" y="335280"/>
                </a:cubicBezTo>
                <a:lnTo>
                  <a:pt x="2740457" y="335280"/>
                </a:lnTo>
                <a:lnTo>
                  <a:pt x="2740457" y="360273"/>
                </a:lnTo>
                <a:cubicBezTo>
                  <a:pt x="2740457" y="416356"/>
                  <a:pt x="2708758" y="444398"/>
                  <a:pt x="2645359" y="444398"/>
                </a:cubicBezTo>
                <a:cubicBezTo>
                  <a:pt x="2578710" y="444398"/>
                  <a:pt x="2545385" y="411073"/>
                  <a:pt x="2545385" y="344424"/>
                </a:cubicBezTo>
                <a:lnTo>
                  <a:pt x="2545385" y="212750"/>
                </a:lnTo>
                <a:cubicBezTo>
                  <a:pt x="2545385" y="178206"/>
                  <a:pt x="2556561" y="153212"/>
                  <a:pt x="2578913" y="137769"/>
                </a:cubicBezTo>
                <a:cubicBezTo>
                  <a:pt x="2596388" y="125577"/>
                  <a:pt x="2618334" y="119481"/>
                  <a:pt x="2644750" y="119481"/>
                </a:cubicBezTo>
                <a:close/>
                <a:moveTo>
                  <a:pt x="2149450" y="119481"/>
                </a:moveTo>
                <a:cubicBezTo>
                  <a:pt x="2181555" y="119481"/>
                  <a:pt x="2206752" y="128625"/>
                  <a:pt x="2225040" y="146913"/>
                </a:cubicBezTo>
                <a:cubicBezTo>
                  <a:pt x="2239264" y="161137"/>
                  <a:pt x="2246376" y="181864"/>
                  <a:pt x="2246376" y="209092"/>
                </a:cubicBezTo>
                <a:lnTo>
                  <a:pt x="2246376" y="298094"/>
                </a:lnTo>
                <a:lnTo>
                  <a:pt x="2122018" y="298094"/>
                </a:lnTo>
                <a:lnTo>
                  <a:pt x="2122018" y="349300"/>
                </a:lnTo>
                <a:cubicBezTo>
                  <a:pt x="2122018" y="374904"/>
                  <a:pt x="2130958" y="387705"/>
                  <a:pt x="2148840" y="387705"/>
                </a:cubicBezTo>
                <a:cubicBezTo>
                  <a:pt x="2157374" y="387705"/>
                  <a:pt x="2163775" y="384860"/>
                  <a:pt x="2168042" y="379171"/>
                </a:cubicBezTo>
                <a:cubicBezTo>
                  <a:pt x="2172310" y="373481"/>
                  <a:pt x="2174443" y="358851"/>
                  <a:pt x="2174443" y="335280"/>
                </a:cubicBezTo>
                <a:lnTo>
                  <a:pt x="2245157" y="335280"/>
                </a:lnTo>
                <a:lnTo>
                  <a:pt x="2245157" y="360273"/>
                </a:lnTo>
                <a:cubicBezTo>
                  <a:pt x="2245157" y="416356"/>
                  <a:pt x="2213458" y="444398"/>
                  <a:pt x="2150059" y="444398"/>
                </a:cubicBezTo>
                <a:cubicBezTo>
                  <a:pt x="2083410" y="444398"/>
                  <a:pt x="2050085" y="411073"/>
                  <a:pt x="2050085" y="344424"/>
                </a:cubicBezTo>
                <a:lnTo>
                  <a:pt x="2050085" y="212750"/>
                </a:lnTo>
                <a:cubicBezTo>
                  <a:pt x="2050085" y="178206"/>
                  <a:pt x="2061261" y="153212"/>
                  <a:pt x="2083613" y="137769"/>
                </a:cubicBezTo>
                <a:cubicBezTo>
                  <a:pt x="2101088" y="125577"/>
                  <a:pt x="2123034" y="119481"/>
                  <a:pt x="2149450" y="119481"/>
                </a:cubicBezTo>
                <a:close/>
                <a:moveTo>
                  <a:pt x="1749400" y="119481"/>
                </a:moveTo>
                <a:cubicBezTo>
                  <a:pt x="1781505" y="119481"/>
                  <a:pt x="1806702" y="128625"/>
                  <a:pt x="1824990" y="146913"/>
                </a:cubicBezTo>
                <a:cubicBezTo>
                  <a:pt x="1839214" y="161137"/>
                  <a:pt x="1846326" y="181864"/>
                  <a:pt x="1846326" y="209092"/>
                </a:cubicBezTo>
                <a:lnTo>
                  <a:pt x="1846326" y="298094"/>
                </a:lnTo>
                <a:lnTo>
                  <a:pt x="1721968" y="298094"/>
                </a:lnTo>
                <a:lnTo>
                  <a:pt x="1721968" y="349300"/>
                </a:lnTo>
                <a:cubicBezTo>
                  <a:pt x="1721968" y="374904"/>
                  <a:pt x="1730909" y="387705"/>
                  <a:pt x="1748790" y="387705"/>
                </a:cubicBezTo>
                <a:cubicBezTo>
                  <a:pt x="1757325" y="387705"/>
                  <a:pt x="1763726" y="384860"/>
                  <a:pt x="1767993" y="379171"/>
                </a:cubicBezTo>
                <a:cubicBezTo>
                  <a:pt x="1772260" y="373481"/>
                  <a:pt x="1774394" y="358851"/>
                  <a:pt x="1774394" y="335280"/>
                </a:cubicBezTo>
                <a:lnTo>
                  <a:pt x="1845107" y="335280"/>
                </a:lnTo>
                <a:lnTo>
                  <a:pt x="1845107" y="360273"/>
                </a:lnTo>
                <a:cubicBezTo>
                  <a:pt x="1845107" y="416356"/>
                  <a:pt x="1813408" y="444398"/>
                  <a:pt x="1750010" y="444398"/>
                </a:cubicBezTo>
                <a:cubicBezTo>
                  <a:pt x="1683360" y="444398"/>
                  <a:pt x="1650035" y="411073"/>
                  <a:pt x="1650035" y="344424"/>
                </a:cubicBezTo>
                <a:lnTo>
                  <a:pt x="1650035" y="212750"/>
                </a:lnTo>
                <a:cubicBezTo>
                  <a:pt x="1650035" y="178206"/>
                  <a:pt x="1661211" y="153212"/>
                  <a:pt x="1683563" y="137769"/>
                </a:cubicBezTo>
                <a:cubicBezTo>
                  <a:pt x="1701038" y="125577"/>
                  <a:pt x="1722984" y="119481"/>
                  <a:pt x="1749400" y="119481"/>
                </a:cubicBezTo>
                <a:close/>
                <a:moveTo>
                  <a:pt x="79248" y="69494"/>
                </a:moveTo>
                <a:lnTo>
                  <a:pt x="79248" y="178003"/>
                </a:lnTo>
                <a:cubicBezTo>
                  <a:pt x="109728" y="178003"/>
                  <a:pt x="126797" y="177596"/>
                  <a:pt x="130455" y="176784"/>
                </a:cubicBezTo>
                <a:cubicBezTo>
                  <a:pt x="144679" y="173532"/>
                  <a:pt x="151791" y="160731"/>
                  <a:pt x="151791" y="138379"/>
                </a:cubicBezTo>
                <a:cubicBezTo>
                  <a:pt x="151791" y="109524"/>
                  <a:pt x="150775" y="92456"/>
                  <a:pt x="148743" y="87172"/>
                </a:cubicBezTo>
                <a:cubicBezTo>
                  <a:pt x="144272" y="75387"/>
                  <a:pt x="131674" y="69494"/>
                  <a:pt x="110947" y="69494"/>
                </a:cubicBezTo>
                <a:close/>
                <a:moveTo>
                  <a:pt x="1384402" y="13411"/>
                </a:moveTo>
                <a:lnTo>
                  <a:pt x="1456944" y="13411"/>
                </a:lnTo>
                <a:lnTo>
                  <a:pt x="1456944" y="126187"/>
                </a:lnTo>
                <a:lnTo>
                  <a:pt x="1500226" y="126187"/>
                </a:lnTo>
                <a:lnTo>
                  <a:pt x="1500226" y="174345"/>
                </a:lnTo>
                <a:lnTo>
                  <a:pt x="1456335" y="174345"/>
                </a:lnTo>
                <a:lnTo>
                  <a:pt x="1456335" y="352348"/>
                </a:lnTo>
                <a:cubicBezTo>
                  <a:pt x="1456335" y="364134"/>
                  <a:pt x="1458164" y="372262"/>
                  <a:pt x="1461821" y="376732"/>
                </a:cubicBezTo>
                <a:cubicBezTo>
                  <a:pt x="1466698" y="383235"/>
                  <a:pt x="1475842" y="386486"/>
                  <a:pt x="1489253" y="386486"/>
                </a:cubicBezTo>
                <a:cubicBezTo>
                  <a:pt x="1490879" y="386486"/>
                  <a:pt x="1493114" y="386283"/>
                  <a:pt x="1495959" y="385876"/>
                </a:cubicBezTo>
                <a:lnTo>
                  <a:pt x="1502055" y="385876"/>
                </a:lnTo>
                <a:lnTo>
                  <a:pt x="1502055" y="437692"/>
                </a:lnTo>
                <a:cubicBezTo>
                  <a:pt x="1492301" y="440131"/>
                  <a:pt x="1479500" y="441350"/>
                  <a:pt x="1463650" y="441350"/>
                </a:cubicBezTo>
                <a:cubicBezTo>
                  <a:pt x="1431951" y="441350"/>
                  <a:pt x="1410411" y="435457"/>
                  <a:pt x="1399032" y="423672"/>
                </a:cubicBezTo>
                <a:cubicBezTo>
                  <a:pt x="1389685" y="414324"/>
                  <a:pt x="1385011" y="398475"/>
                  <a:pt x="1385011" y="376123"/>
                </a:cubicBezTo>
                <a:lnTo>
                  <a:pt x="1385011" y="174345"/>
                </a:lnTo>
                <a:lnTo>
                  <a:pt x="1345388" y="174345"/>
                </a:lnTo>
                <a:lnTo>
                  <a:pt x="1345388" y="126187"/>
                </a:lnTo>
                <a:lnTo>
                  <a:pt x="1384402" y="126187"/>
                </a:lnTo>
                <a:close/>
                <a:moveTo>
                  <a:pt x="1529868" y="7924"/>
                </a:moveTo>
                <a:lnTo>
                  <a:pt x="1603020" y="7924"/>
                </a:lnTo>
                <a:lnTo>
                  <a:pt x="1603020" y="438302"/>
                </a:lnTo>
                <a:lnTo>
                  <a:pt x="1529868" y="438302"/>
                </a:lnTo>
                <a:close/>
                <a:moveTo>
                  <a:pt x="872643" y="7924"/>
                </a:moveTo>
                <a:lnTo>
                  <a:pt x="944575" y="7924"/>
                </a:lnTo>
                <a:lnTo>
                  <a:pt x="944575" y="232867"/>
                </a:lnTo>
                <a:lnTo>
                  <a:pt x="1004316" y="126187"/>
                </a:lnTo>
                <a:lnTo>
                  <a:pt x="1084783" y="126187"/>
                </a:lnTo>
                <a:lnTo>
                  <a:pt x="1004926" y="256032"/>
                </a:lnTo>
                <a:lnTo>
                  <a:pt x="1093927" y="438302"/>
                </a:lnTo>
                <a:lnTo>
                  <a:pt x="1011631" y="438302"/>
                </a:lnTo>
                <a:lnTo>
                  <a:pt x="944575" y="279196"/>
                </a:lnTo>
                <a:lnTo>
                  <a:pt x="944575" y="438302"/>
                </a:lnTo>
                <a:lnTo>
                  <a:pt x="872643" y="438302"/>
                </a:lnTo>
                <a:close/>
                <a:moveTo>
                  <a:pt x="0" y="7924"/>
                </a:moveTo>
                <a:lnTo>
                  <a:pt x="133503" y="7924"/>
                </a:lnTo>
                <a:cubicBezTo>
                  <a:pt x="163983" y="7924"/>
                  <a:pt x="185928" y="12192"/>
                  <a:pt x="199339" y="20726"/>
                </a:cubicBezTo>
                <a:cubicBezTo>
                  <a:pt x="220066" y="34137"/>
                  <a:pt x="230429" y="59131"/>
                  <a:pt x="230429" y="95707"/>
                </a:cubicBezTo>
                <a:lnTo>
                  <a:pt x="230429" y="134112"/>
                </a:lnTo>
                <a:cubicBezTo>
                  <a:pt x="230429" y="160121"/>
                  <a:pt x="225755" y="178409"/>
                  <a:pt x="216408" y="188976"/>
                </a:cubicBezTo>
                <a:cubicBezTo>
                  <a:pt x="209500" y="197104"/>
                  <a:pt x="197307" y="202996"/>
                  <a:pt x="179832" y="206654"/>
                </a:cubicBezTo>
                <a:cubicBezTo>
                  <a:pt x="203810" y="211124"/>
                  <a:pt x="219456" y="219659"/>
                  <a:pt x="226771" y="232257"/>
                </a:cubicBezTo>
                <a:cubicBezTo>
                  <a:pt x="232055" y="241604"/>
                  <a:pt x="234696" y="259283"/>
                  <a:pt x="234696" y="285292"/>
                </a:cubicBezTo>
                <a:lnTo>
                  <a:pt x="234696" y="346252"/>
                </a:lnTo>
                <a:cubicBezTo>
                  <a:pt x="234696" y="385673"/>
                  <a:pt x="224943" y="411886"/>
                  <a:pt x="205436" y="424891"/>
                </a:cubicBezTo>
                <a:cubicBezTo>
                  <a:pt x="192024" y="433832"/>
                  <a:pt x="168859" y="438302"/>
                  <a:pt x="135941" y="438302"/>
                </a:cubicBezTo>
                <a:lnTo>
                  <a:pt x="0" y="438302"/>
                </a:lnTo>
                <a:close/>
                <a:moveTo>
                  <a:pt x="3091968" y="7315"/>
                </a:moveTo>
                <a:lnTo>
                  <a:pt x="3164510" y="7315"/>
                </a:lnTo>
                <a:lnTo>
                  <a:pt x="3164510" y="81076"/>
                </a:lnTo>
                <a:lnTo>
                  <a:pt x="3091968" y="81076"/>
                </a:lnTo>
                <a:close/>
                <a:moveTo>
                  <a:pt x="2968752" y="7315"/>
                </a:moveTo>
                <a:lnTo>
                  <a:pt x="3041294" y="7315"/>
                </a:lnTo>
                <a:lnTo>
                  <a:pt x="3041294" y="80467"/>
                </a:lnTo>
                <a:lnTo>
                  <a:pt x="2968752" y="80467"/>
                </a:lnTo>
                <a:close/>
                <a:moveTo>
                  <a:pt x="291618" y="7315"/>
                </a:moveTo>
                <a:lnTo>
                  <a:pt x="364160" y="7315"/>
                </a:lnTo>
                <a:lnTo>
                  <a:pt x="364160" y="81076"/>
                </a:lnTo>
                <a:lnTo>
                  <a:pt x="291618" y="81076"/>
                </a:lnTo>
                <a:close/>
                <a:moveTo>
                  <a:pt x="1227811" y="0"/>
                </a:moveTo>
                <a:lnTo>
                  <a:pt x="1300353" y="0"/>
                </a:lnTo>
                <a:lnTo>
                  <a:pt x="1300353" y="75590"/>
                </a:lnTo>
                <a:lnTo>
                  <a:pt x="1227811" y="75590"/>
                </a:lnTo>
                <a:close/>
                <a:moveTo>
                  <a:pt x="1116254" y="0"/>
                </a:moveTo>
                <a:lnTo>
                  <a:pt x="1188797" y="0"/>
                </a:lnTo>
                <a:lnTo>
                  <a:pt x="1188797" y="75590"/>
                </a:lnTo>
                <a:lnTo>
                  <a:pt x="1116254" y="7559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6930D1-D4BF-4FC2-6177-87D892B8D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DF39DBD-419F-73D6-BB52-34557B05A3D6}"/>
              </a:ext>
            </a:extLst>
          </p:cNvPr>
          <p:cNvSpPr txBox="1"/>
          <p:nvPr userDrawn="1"/>
        </p:nvSpPr>
        <p:spPr>
          <a:xfrm>
            <a:off x="7715614" y="2534226"/>
            <a:ext cx="2098472" cy="538886"/>
          </a:xfrm>
          <a:custGeom>
            <a:avLst/>
            <a:gdLst/>
            <a:ahLst/>
            <a:cxnLst/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5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49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5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49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1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1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60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7"/>
                  <a:pt x="1545870" y="533400"/>
                </a:cubicBezTo>
                <a:lnTo>
                  <a:pt x="1556233" y="476097"/>
                </a:lnTo>
                <a:cubicBezTo>
                  <a:pt x="1564768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3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5" y="113385"/>
                </a:moveTo>
                <a:lnTo>
                  <a:pt x="1039445" y="185318"/>
                </a:lnTo>
                <a:cubicBezTo>
                  <a:pt x="1029691" y="182067"/>
                  <a:pt x="1021563" y="180441"/>
                  <a:pt x="1015061" y="180441"/>
                </a:cubicBezTo>
                <a:cubicBezTo>
                  <a:pt x="994740" y="180441"/>
                  <a:pt x="981126" y="188569"/>
                  <a:pt x="974217" y="204825"/>
                </a:cubicBezTo>
                <a:cubicBezTo>
                  <a:pt x="970153" y="213766"/>
                  <a:pt x="968121" y="227990"/>
                  <a:pt x="968121" y="247497"/>
                </a:cubicBezTo>
                <a:lnTo>
                  <a:pt x="968121" y="430987"/>
                </a:lnTo>
                <a:lnTo>
                  <a:pt x="896189" y="430987"/>
                </a:lnTo>
                <a:lnTo>
                  <a:pt x="896189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09"/>
                  <a:pt x="1008965" y="112573"/>
                  <a:pt x="1039445" y="113385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1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7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29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7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5"/>
                </a:lnTo>
                <a:cubicBezTo>
                  <a:pt x="1974114" y="367589"/>
                  <a:pt x="1983055" y="380390"/>
                  <a:pt x="2000936" y="380390"/>
                </a:cubicBezTo>
                <a:cubicBezTo>
                  <a:pt x="2009471" y="380390"/>
                  <a:pt x="2015871" y="377545"/>
                  <a:pt x="2020139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1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7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7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5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7"/>
                  <a:pt x="1194613" y="416153"/>
                  <a:pt x="1194207" y="403555"/>
                </a:cubicBezTo>
                <a:cubicBezTo>
                  <a:pt x="1184453" y="414934"/>
                  <a:pt x="1176122" y="422859"/>
                  <a:pt x="1169213" y="427329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3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8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3"/>
                  <a:pt x="1167385" y="162153"/>
                </a:cubicBezTo>
                <a:cubicBezTo>
                  <a:pt x="1155599" y="162153"/>
                  <a:pt x="1148284" y="166217"/>
                  <a:pt x="1145439" y="174345"/>
                </a:cubicBezTo>
                <a:cubicBezTo>
                  <a:pt x="1143407" y="180035"/>
                  <a:pt x="1142391" y="193649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3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7"/>
                  <a:pt x="356413" y="416153"/>
                  <a:pt x="356007" y="403555"/>
                </a:cubicBezTo>
                <a:cubicBezTo>
                  <a:pt x="346253" y="414934"/>
                  <a:pt x="337922" y="422859"/>
                  <a:pt x="331013" y="427329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3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3"/>
                  <a:pt x="329184" y="162153"/>
                </a:cubicBezTo>
                <a:cubicBezTo>
                  <a:pt x="317399" y="162153"/>
                  <a:pt x="310084" y="166217"/>
                  <a:pt x="307239" y="174345"/>
                </a:cubicBezTo>
                <a:cubicBezTo>
                  <a:pt x="305207" y="180035"/>
                  <a:pt x="304191" y="193649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3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6" y="167030"/>
                </a:lnTo>
                <a:lnTo>
                  <a:pt x="822656" y="345033"/>
                </a:lnTo>
                <a:cubicBezTo>
                  <a:pt x="822656" y="356819"/>
                  <a:pt x="824484" y="364947"/>
                  <a:pt x="828142" y="369417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200" y="379171"/>
                  <a:pt x="859435" y="378968"/>
                  <a:pt x="862280" y="378561"/>
                </a:cubicBezTo>
                <a:lnTo>
                  <a:pt x="868376" y="378561"/>
                </a:lnTo>
                <a:lnTo>
                  <a:pt x="868376" y="430377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09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09"/>
                </a:moveTo>
                <a:lnTo>
                  <a:pt x="1855166" y="609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9" y="609"/>
                </a:moveTo>
                <a:lnTo>
                  <a:pt x="1388441" y="609"/>
                </a:lnTo>
                <a:lnTo>
                  <a:pt x="1388441" y="430987"/>
                </a:lnTo>
                <a:lnTo>
                  <a:pt x="1315289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1"/>
                </a:lnTo>
                <a:lnTo>
                  <a:pt x="143911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263817C-68DE-8B7C-1382-B76AD6479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87AA657-CE31-C2BB-12C1-BCFD1A4B4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734" b="-1"/>
          <a:stretch/>
        </p:blipFill>
        <p:spPr>
          <a:xfrm>
            <a:off x="6350" y="3273552"/>
            <a:ext cx="12179300" cy="3584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6D7E408-43F5-FCDC-D11A-57E94152A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0399" b="1"/>
          <a:stretch/>
        </p:blipFill>
        <p:spPr>
          <a:xfrm>
            <a:off x="6350" y="4142232"/>
            <a:ext cx="12179300" cy="271576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E454419-2B5C-EF70-D019-1D122F06C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526" b="1"/>
          <a:stretch/>
        </p:blipFill>
        <p:spPr>
          <a:xfrm>
            <a:off x="6350" y="4974021"/>
            <a:ext cx="12179300" cy="18839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9897C89-02D1-8167-3F04-8E9EB4C10314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0B6544E-9C64-A488-234B-6E840F932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42BD7F0-2F5C-AF3A-4A25-456A89CD126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C16B6E1-268F-9C02-6009-E09783A623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246" b="1"/>
          <a:stretch/>
        </p:blipFill>
        <p:spPr>
          <a:xfrm>
            <a:off x="6350" y="4680488"/>
            <a:ext cx="12179300" cy="217751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2A1E49C-5624-C213-78C2-C8F4CA044599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374B6CB-8382-222C-E771-89A3D5829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BAD32BC-04F5-C26B-59B2-45A15BDAC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771" b="1"/>
          <a:stretch/>
        </p:blipFill>
        <p:spPr>
          <a:xfrm>
            <a:off x="0" y="5470902"/>
            <a:ext cx="12179300" cy="13870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591FBB9-8047-869C-04D1-42D035081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96" t="21817" r="51832" b="21817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AE9799-DEB1-22F0-DB0A-1AF05D560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878" t="25293" r="35498" b="334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1DA239FF-2B59-5777-D0D9-F66EF8B9C7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1F2FFD8-8FF8-B477-2FC6-691B108217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E5B2731-B4FE-825F-8CC1-86F25ABF82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A3B713B-FDA5-0CED-B845-90F759003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EEA6051-469D-AEF8-95AD-71D7F44808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F0EF276C-4035-4BD8-92BF-BAA8B18D2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99636" y="-49175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D04264E-1EFD-6FBF-4408-03765E27AB85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297BAE4-0E23-9EB2-56CD-D914FEDB823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18F0C104-BA14-558A-024F-EE814968F2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1122E9A-7DFB-51F0-C459-D8CF104BC1BD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A83B0838-9006-8A23-6106-003D80CAA16E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24A8670-2060-4097-8626-CAD83991E1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56786" y="-423477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58CE788-7008-46C7-A65D-A8FB7D1059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66979" y="-447971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D Aydınlatma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98597C9-7E63-40FE-9E82-F753BB094D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75143" y="-398985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61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8" r:id="rId2"/>
    <p:sldLayoutId id="2147483663" r:id="rId3"/>
    <p:sldLayoutId id="2147483708" r:id="rId4"/>
    <p:sldLayoutId id="2147483683" r:id="rId5"/>
    <p:sldLayoutId id="2147483689" r:id="rId6"/>
    <p:sldLayoutId id="2147483690" r:id="rId7"/>
    <p:sldLayoutId id="2147483705" r:id="rId8"/>
    <p:sldLayoutId id="2147483701" r:id="rId9"/>
    <p:sldLayoutId id="2147483706" r:id="rId10"/>
    <p:sldLayoutId id="2147483702" r:id="rId11"/>
    <p:sldLayoutId id="2147483703" r:id="rId12"/>
    <p:sldLayoutId id="2147483704" r:id="rId13"/>
    <p:sldLayoutId id="2147483707" r:id="rId14"/>
    <p:sldLayoutId id="2147483693" r:id="rId15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1" kern="120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17.jpg"/><Relationship Id="rId17" Type="http://schemas.openxmlformats.org/officeDocument/2006/relationships/image" Target="../media/image9.png"/><Relationship Id="rId18" Type="http://schemas.openxmlformats.org/officeDocument/2006/relationships/image" Target="../media/image10.svg"/><Relationship Id="rId19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28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2.png"/><Relationship Id="rId11" Type="http://schemas.openxmlformats.org/officeDocument/2006/relationships/image" Target="../media/image38.png"/><Relationship Id="rId12" Type="http://schemas.openxmlformats.org/officeDocument/2006/relationships/image" Target="../media/image17.jpg"/><Relationship Id="rId13" Type="http://schemas.openxmlformats.org/officeDocument/2006/relationships/image" Target="../media/image9.png"/><Relationship Id="rId14" Type="http://schemas.openxmlformats.org/officeDocument/2006/relationships/image" Target="../media/image10.svg"/><Relationship Id="rId1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2357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7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7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Sorumluluk Dağılımı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53492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349240" cy="713232"/>
          </a:xfrm>
          <a:prstGeom prst="roundRect">
            <a:avLst>
              <a:gd name="adj" fmla="val 18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349240" cy="301752"/>
          </a:xfrm>
          <a:prstGeom prst="rect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Şenpiliç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4800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İşveren · sorumluluk alanları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67127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FileSig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2272284"/>
            <a:ext cx="210312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40" y="212140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Sözleşme ve onaylar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6829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Sözleşme imzası ve tasarım onayları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2679191"/>
            <a:ext cx="42976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" y="2761487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2866644"/>
            <a:ext cx="210312" cy="2103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71576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Ruhsat ve izinler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6265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İnşaat ruhsatı ve izinlerinin alınması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3273551"/>
            <a:ext cx="42976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" y="3355847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Hard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461003"/>
            <a:ext cx="210312" cy="2103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331012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Zemin ve temel imalatları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57015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Temellerin imalatı, kontrolü ve kabulü; saha teslim tutanağı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4440" y="3867911"/>
            <a:ext cx="42976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055364"/>
            <a:ext cx="210312" cy="2103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4440" y="390448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Enerji besleme noktaları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15137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Elektrik ve sıcak su/buhar besleme noktalarının hazırlanması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34440" y="4462272"/>
            <a:ext cx="42976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0080" y="4544568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FaPowerO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4649724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4440" y="449884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Kazanların planlı durdurulması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74573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Kesimhane ve ileri işlem kazanlarının entegrasyon için durdurulması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34440" y="5056632"/>
            <a:ext cx="429768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40080" y="5138928"/>
            <a:ext cx="420624" cy="420624"/>
          </a:xfrm>
          <a:prstGeom prst="ellipse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Fa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5244084"/>
            <a:ext cx="210312" cy="2103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4440" y="509320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Performans testi ve kabuller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34009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Performans garanti testine eşlik; geçici ve nihai kabul</a:t>
            </a:r>
          </a:p>
        </p:txBody>
      </p:sp>
      <p:sp>
        <p:nvSpPr>
          <p:cNvPr id="38" name="Oval 37"/>
          <p:cNvSpPr/>
          <p:nvPr/>
        </p:nvSpPr>
        <p:spPr>
          <a:xfrm>
            <a:off x="5788152" y="3154680"/>
            <a:ext cx="621792" cy="621792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Fa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3310128"/>
            <a:ext cx="310896" cy="31089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446520" y="1280160"/>
            <a:ext cx="53492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446520" y="1280160"/>
            <a:ext cx="5349240" cy="713232"/>
          </a:xfrm>
          <a:prstGeom prst="roundRect">
            <a:avLst>
              <a:gd name="adj" fmla="val 18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446520" y="1691640"/>
            <a:ext cx="5349240" cy="301752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133502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Enerjisa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1700784"/>
            <a:ext cx="4800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Ana yüklenici · sorumluluk alanları (özet)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2167127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FaSite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0276" y="2272284"/>
            <a:ext cx="210312" cy="21031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269480" y="212140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Ana yüklenici ve tek muhatap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236829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Proje organizasyonu, iş paketleri ve alt yüklenici yönetimi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269480" y="2679191"/>
            <a:ext cx="429767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675120" y="2761487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FaDraftingCompa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0276" y="2866644"/>
            <a:ext cx="210312" cy="21031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269480" y="271576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Detay mühendislik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296265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Mühendislik alt yüklenicisiyle tasarım ve teknik şartnameler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269480" y="3273551"/>
            <a:ext cx="429767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675120" y="3355847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ShoppingC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0276" y="3461003"/>
            <a:ext cx="210312" cy="21031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69480" y="331012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Satınalma ve imalat takibi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3557015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11 ekipman paketi: sözleşme, imalat kontrolü, sahaya teslim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69480" y="3867911"/>
            <a:ext cx="429767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675120" y="3950208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FaWrenc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0276" y="4055364"/>
            <a:ext cx="210312" cy="2103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269480" y="390448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Montaj ve saha yönetimi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415137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Mekanik, elektrik ve otomasyon montajı; şantiye ve İSG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269480" y="4462272"/>
            <a:ext cx="429767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675120" y="4544568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6" name="Picture 65" descr="FaExchangeAl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0276" y="4649724"/>
            <a:ext cx="210312" cy="21031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269480" y="4498848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Arayüz ve iletişim yönetimi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474573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Alt yükleniciler arası arayüzler, raporlama ve eskalasyon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269480" y="5056632"/>
            <a:ext cx="429767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675120" y="5138928"/>
            <a:ext cx="420624" cy="42062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1" name="Picture 70" descr="FaPla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0276" y="5244084"/>
            <a:ext cx="210312" cy="21031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269480" y="5093207"/>
            <a:ext cx="4297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Devreye alma ve performans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9480" y="5340096"/>
            <a:ext cx="42976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Devreye alma, performans garantisi, dokümantasyon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20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80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10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2" grpId="0" animBg="1"/>
      <p:bldP spid="53" grpId="0" animBg="1"/>
      <p:bldP spid="55" grpId="0" animBg="1"/>
      <p:bldP spid="57" grpId="0" animBg="1"/>
      <p:bldP spid="58" grpId="0" animBg="1"/>
      <p:bldP spid="60" grpId="0" animBg="1"/>
      <p:bldP spid="62" grpId="0" animBg="1"/>
      <p:bldP spid="63" grpId="0" animBg="1"/>
      <p:bldP spid="65" grpId="0" animBg="1"/>
      <p:bldP spid="67" grpId="0" animBg="1"/>
      <p:bldP spid="68" grpId="0" animBg="1"/>
      <p:bldP spid="70" grpId="0" animBg="1"/>
      <p:bldP spid="72" grpId="0" animBg="1"/>
      <p:bldP spid="7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75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9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80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1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Sorumluluklarımızı Nasıl Yöneteceğiz?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280160"/>
            <a:ext cx="2377440" cy="566928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417320" y="128016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Open Sans"/>
              </a:rPr>
              <a:t>Şenpiliç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İşveren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280160"/>
            <a:ext cx="146304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2F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977639" y="128016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2F86"/>
                </a:solidFill>
                <a:latin typeface="Open Sans"/>
              </a:rPr>
              <a:t>Yönlendirme</a:t>
            </a:r>
          </a:p>
          <a:p>
            <a:pPr algn="ctr"/>
            <a:r>
              <a:rPr sz="1000" b="1" i="0">
                <a:solidFill>
                  <a:srgbClr val="1F2F86"/>
                </a:solidFill>
                <a:latin typeface="Open Sans"/>
              </a:rPr>
              <a:t>komitesi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1563624"/>
            <a:ext cx="182879" cy="0"/>
          </a:xfrm>
          <a:prstGeom prst="line">
            <a:avLst/>
          </a:prstGeom>
          <a:ln w="15875">
            <a:solidFill>
              <a:srgbClr val="1F2F8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06040" y="1847088"/>
            <a:ext cx="0" cy="27432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2121408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Enerjisa · Ana Yüklenici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Open Sans"/>
              </a:rPr>
              <a:t>Proje Müdürü · tek muhatap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944368"/>
            <a:ext cx="0" cy="256032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2980" y="3200400"/>
            <a:ext cx="3703320" cy="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2980" y="3200400"/>
            <a:ext cx="0" cy="201168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" y="3401568"/>
            <a:ext cx="1143000" cy="1417320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45236" y="352044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Drafting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6393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344" y="4069080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A9099"/>
                </a:solidFill>
                <a:latin typeface="Open Sans"/>
              </a:rPr>
              <a:t>Alt yüklenici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4297680"/>
            <a:ext cx="1033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Open Sans"/>
              </a:rPr>
              <a:t>Mühendislik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7420" y="3200400"/>
            <a:ext cx="0" cy="201168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45920" y="3401568"/>
            <a:ext cx="1143000" cy="1417320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979676" y="352044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548" y="36393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00784" y="4069080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A9099"/>
                </a:solidFill>
                <a:latin typeface="Open Sans"/>
              </a:rPr>
              <a:t>Alt yüklenici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4297680"/>
            <a:ext cx="1033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Open Sans"/>
              </a:rPr>
              <a:t>Mekanik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51860" y="3200400"/>
            <a:ext cx="0" cy="201168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80360" y="3401568"/>
            <a:ext cx="1143000" cy="1417320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3214116" y="352044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FaMicro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988" y="36393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35224" y="4069080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A9099"/>
                </a:solidFill>
                <a:latin typeface="Open Sans"/>
              </a:rPr>
              <a:t>Alt yüklenici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5224" y="4297680"/>
            <a:ext cx="1033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Open Sans"/>
              </a:rPr>
              <a:t>Elektrik ve otomasyon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86300" y="3200400"/>
            <a:ext cx="0" cy="201168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14800" y="3401568"/>
            <a:ext cx="1143000" cy="1417320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448556" y="352044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Fa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3639312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69664" y="4069080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A9099"/>
                </a:solidFill>
                <a:latin typeface="Open Sans"/>
              </a:rPr>
              <a:t>11 paket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4" y="4297680"/>
            <a:ext cx="10332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Open Sans"/>
              </a:rPr>
              <a:t>Ekipman tedarikçileri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02920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11480" y="502920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Tek sözleşme</a:t>
            </a:r>
            <a:r>
              <a:rPr sz="1200" b="1" i="0">
                <a:solidFill>
                  <a:srgbClr val="02B74F"/>
                </a:solidFill>
                <a:latin typeface="Verdana"/>
              </a:rPr>
              <a:t>  ·  </a:t>
            </a:r>
            <a:r>
              <a:rPr sz="1200" b="1" i="0">
                <a:solidFill>
                  <a:srgbClr val="FFFFFF"/>
                </a:solidFill>
                <a:latin typeface="Verdana"/>
              </a:rPr>
              <a:t>Tek muhatap</a:t>
            </a:r>
            <a:r>
              <a:rPr sz="1200" b="1" i="0">
                <a:solidFill>
                  <a:srgbClr val="02B74F"/>
                </a:solidFill>
                <a:latin typeface="Verdana"/>
              </a:rPr>
              <a:t>  ·  </a:t>
            </a:r>
            <a:r>
              <a:rPr sz="1200" b="1" i="0">
                <a:solidFill>
                  <a:srgbClr val="FFFFFF"/>
                </a:solidFill>
                <a:latin typeface="Verdana"/>
              </a:rPr>
              <a:t>Uçtan uca sorumluluk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2120" y="1280160"/>
            <a:ext cx="6263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696712" y="1426463"/>
            <a:ext cx="493776" cy="493776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Fa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155" y="1549907"/>
            <a:ext cx="246888" cy="2468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36792" y="13533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Organizasyon ve çalışma modeli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1627631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670"/>
                </a:solidFill>
                <a:latin typeface="Open Sans"/>
              </a:rPr>
              <a:t>Anahtar teslim model; alt yüklenici sözleşmeleri Şenpiliç sözleşmesiyle aynı şartlarda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7000" y="149961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287000" y="149961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8A3A"/>
                </a:solidFill>
                <a:latin typeface="Open Sans"/>
              </a:rPr>
              <a:t>Organizasyon şeması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32120" y="2176272"/>
            <a:ext cx="6263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5696712" y="2322576"/>
            <a:ext cx="493776" cy="493776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9" name="Picture 48" descr="FaLayerGro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0155" y="2446020"/>
            <a:ext cx="246888" cy="24688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36792" y="224942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İş paketleri ve alt yüklenici kapsamları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52374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670"/>
                </a:solidFill>
                <a:latin typeface="Open Sans"/>
              </a:rPr>
              <a:t>Mühendislik, mekanik, elektrik-otomasyon ve 11 ekipman paketi ayrı sözleşmelerle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87000" y="239572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28700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8A3A"/>
                </a:solidFill>
                <a:latin typeface="Open Sans"/>
              </a:rPr>
              <a:t>İş kırılım yapısı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32120" y="3072384"/>
            <a:ext cx="6263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696712" y="3218688"/>
            <a:ext cx="493776" cy="493776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VectorSqua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0155" y="3342132"/>
            <a:ext cx="246888" cy="2468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36792" y="314553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Kapsam ve sorumluluk sınırları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3419856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670"/>
                </a:solidFill>
                <a:latin typeface="Open Sans"/>
              </a:rPr>
              <a:t>Her paket için dahil/hariç listesi; Şenpiliç'le sınır: temeller, besleme noktaları, kazanlar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87000" y="3291839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287000" y="3291839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8A3A"/>
                </a:solidFill>
                <a:latin typeface="Open Sans"/>
              </a:rPr>
              <a:t>RACI matrisi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32120" y="3968496"/>
            <a:ext cx="6263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696712" y="4114800"/>
            <a:ext cx="493776" cy="493776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FaExchangeA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0155" y="4238244"/>
            <a:ext cx="246888" cy="24688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336792" y="40416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Alt yükleniciler arası arayüzler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431596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670"/>
                </a:solidFill>
                <a:latin typeface="Open Sans"/>
              </a:rPr>
              <a:t>Arayüz kayıt listesi ve haftalık koordinasyon; NDT ve I/O testleri Enerjisa gözetiminde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87000" y="418795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287000" y="41879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8A3A"/>
                </a:solidFill>
                <a:latin typeface="Open Sans"/>
              </a:rPr>
              <a:t>Arayüz matrisi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32120" y="4864608"/>
            <a:ext cx="6263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696712" y="5010912"/>
            <a:ext cx="493776" cy="493776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FaCommen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0155" y="5134356"/>
            <a:ext cx="246888" cy="24688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336792" y="49377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Şenpiliç – Enerjisa – alt yüklenici iletişimi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6792" y="52120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670"/>
                </a:solidFill>
                <a:latin typeface="Open Sans"/>
              </a:rPr>
              <a:t>Şenpiliç'e tek muhatap; haftalık rapor, aylık komite, tanımlı eskalasyon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287000" y="508406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287000" y="508406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8A3A"/>
                </a:solidFill>
                <a:latin typeface="Open Sans"/>
              </a:rPr>
              <a:t>İletişim planı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56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7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8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9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2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Proje Akışı ve Sorumluluklar</a:t>
            </a:r>
          </a:p>
        </p:txBody>
      </p:sp>
      <p:sp>
        <p:nvSpPr>
          <p:cNvPr id="4" name="Pentagon 3"/>
          <p:cNvSpPr/>
          <p:nvPr/>
        </p:nvSpPr>
        <p:spPr>
          <a:xfrm>
            <a:off x="1691640" y="1280160"/>
            <a:ext cx="1732788" cy="457200"/>
          </a:xfrm>
          <a:prstGeom prst="homePlate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01368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Mühendislik</a:t>
            </a:r>
          </a:p>
        </p:txBody>
      </p:sp>
      <p:sp>
        <p:nvSpPr>
          <p:cNvPr id="6" name="Chevron 5"/>
          <p:cNvSpPr/>
          <p:nvPr/>
        </p:nvSpPr>
        <p:spPr>
          <a:xfrm>
            <a:off x="3387852" y="1280160"/>
            <a:ext cx="1732788" cy="457200"/>
          </a:xfrm>
          <a:prstGeom prst="chevron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89020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Satınalma ve imalat</a:t>
            </a:r>
          </a:p>
        </p:txBody>
      </p:sp>
      <p:sp>
        <p:nvSpPr>
          <p:cNvPr id="8" name="Chevron 7"/>
          <p:cNvSpPr/>
          <p:nvPr/>
        </p:nvSpPr>
        <p:spPr>
          <a:xfrm>
            <a:off x="5084064" y="1280160"/>
            <a:ext cx="1732788" cy="457200"/>
          </a:xfrm>
          <a:prstGeom prst="chevron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85232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Saha hazırlık ve montaj</a:t>
            </a:r>
          </a:p>
        </p:txBody>
      </p:sp>
      <p:sp>
        <p:nvSpPr>
          <p:cNvPr id="10" name="Chevron 9"/>
          <p:cNvSpPr/>
          <p:nvPr/>
        </p:nvSpPr>
        <p:spPr>
          <a:xfrm>
            <a:off x="6780276" y="1280160"/>
            <a:ext cx="1732788" cy="457200"/>
          </a:xfrm>
          <a:prstGeom prst="chevron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1444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Devreye alma</a:t>
            </a:r>
          </a:p>
        </p:txBody>
      </p:sp>
      <p:sp>
        <p:nvSpPr>
          <p:cNvPr id="12" name="Chevron 11"/>
          <p:cNvSpPr/>
          <p:nvPr/>
        </p:nvSpPr>
        <p:spPr>
          <a:xfrm>
            <a:off x="8476488" y="1280160"/>
            <a:ext cx="1732788" cy="457200"/>
          </a:xfrm>
          <a:prstGeom prst="chevron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77656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Kazan entegrasyonu</a:t>
            </a:r>
          </a:p>
        </p:txBody>
      </p:sp>
      <p:sp>
        <p:nvSpPr>
          <p:cNvPr id="14" name="Chevron 13"/>
          <p:cNvSpPr/>
          <p:nvPr/>
        </p:nvSpPr>
        <p:spPr>
          <a:xfrm>
            <a:off x="10172700" y="1280160"/>
            <a:ext cx="1732788" cy="457200"/>
          </a:xfrm>
          <a:prstGeom prst="chevron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373868" y="1280160"/>
            <a:ext cx="13944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Performans ve kapanış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847088"/>
            <a:ext cx="1188720" cy="1216152"/>
          </a:xfrm>
          <a:prstGeom prst="roundRect">
            <a:avLst>
              <a:gd name="adj" fmla="val 12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1847088"/>
            <a:ext cx="1097280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Verdana"/>
              </a:rPr>
              <a:t>Şenpiliç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72968"/>
            <a:ext cx="1188720" cy="1216152"/>
          </a:xfrm>
          <a:prstGeom prst="roundRect">
            <a:avLst>
              <a:gd name="adj" fmla="val 12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172968"/>
            <a:ext cx="1097280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Verdana"/>
              </a:rPr>
              <a:t>Enerjisa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98848"/>
            <a:ext cx="1188720" cy="1216152"/>
          </a:xfrm>
          <a:prstGeom prst="roundRect">
            <a:avLst>
              <a:gd name="adj" fmla="val 12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4498848"/>
            <a:ext cx="1097280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Verdana"/>
              </a:rPr>
              <a:t>Alt yükleniciler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83080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Sözleşme ve tasarım onayları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83080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Mühendislik alt yüklenicisinin seçimi ve yönetimi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449884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783080" y="457200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Detay mühendislik: hesaplar, P&amp;ID, yerleşim, şartnameler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7852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79292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İnşaat ruhsatı ve izinler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7852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9292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11 ekipman paketi: satınalma, imalat takibi, sahaya teslim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7852" y="449884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79292" y="457200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Ekipman imalatı (tedarikçiler)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75504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Zemin ve temeller · elektrik, sıcak su/buhar besleme noktaları · saha teslimi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84064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75504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Mobilizasyon, şantiye ve İSG · montaj denetimi, NDT kontrolü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84064" y="449884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75504" y="457200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Reaktör ve mekanik montaj · elektrik, otomasyon ve enstrümantasyon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80276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71716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Geçici kabule katılım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80276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71716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Devreye alma yönetimi · geçici kabul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0276" y="449884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71716" y="457200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Soğuk ve sıcak devreye alma, aşılama, biyogaz üretimi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76488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567928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Kazanların planlı devre dışı bırakılması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76488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567928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Entegrasyon koordinasyonu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76488" y="449884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567928" y="457200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Brülör değişimi, bağlantılar, gaz kaçak testleri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72700" y="184708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264140" y="192024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Performans testine eşlik · nihai kabul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72700" y="3172968"/>
            <a:ext cx="1623060" cy="1216152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264140" y="3246120"/>
            <a:ext cx="144018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22223"/>
                </a:solidFill>
                <a:latin typeface="Open Sans"/>
              </a:rPr>
              <a:t>Performans garantisi · punch list, as-built ve işletme dokümanları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78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9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0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1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82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83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4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Devreye Alma, Performans Testi ve Kapanış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F86"/>
                </a:solidFill>
                <a:latin typeface="Ope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60020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Devreye 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92024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Soğuk devreye alma, aşılama, biyogaz üretimi, sıcak devreye alma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72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62456" y="2560320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62456" y="2560320"/>
            <a:ext cx="10744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sp>
        <p:nvSpPr>
          <p:cNvPr id="12" name="Chevron 11"/>
          <p:cNvSpPr/>
          <p:nvPr/>
        </p:nvSpPr>
        <p:spPr>
          <a:xfrm>
            <a:off x="2551176" y="1920240"/>
            <a:ext cx="146304" cy="310896"/>
          </a:xfrm>
          <a:prstGeom prst="chevron">
            <a:avLst/>
          </a:prstGeom>
          <a:solidFill>
            <a:srgbClr val="BF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731312" y="12801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95904" y="1371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F86"/>
                </a:solidFill>
                <a:latin typeface="Open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904" y="160020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Geçici kabul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904" y="192024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Tesis işletmeye alınır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5904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95904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2288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82288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Şenpiliç</a:t>
            </a:r>
          </a:p>
        </p:txBody>
      </p:sp>
      <p:sp>
        <p:nvSpPr>
          <p:cNvPr id="21" name="Chevron 20"/>
          <p:cNvSpPr/>
          <p:nvPr/>
        </p:nvSpPr>
        <p:spPr>
          <a:xfrm>
            <a:off x="4871008" y="1920240"/>
            <a:ext cx="146304" cy="310896"/>
          </a:xfrm>
          <a:prstGeom prst="chevron">
            <a:avLst/>
          </a:prstGeom>
          <a:solidFill>
            <a:srgbClr val="BF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51145" y="12801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15737" y="1371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F86"/>
                </a:solidFill>
                <a:latin typeface="Ope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5737" y="160020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Kazan entegrasyonu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5737" y="192024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Kazanlar durdurulur, çift yakıtlı brülörler takılır, kaçak testleri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5737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15737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Şenpiliç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02121" y="2560320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02121" y="2560320"/>
            <a:ext cx="10744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sp>
        <p:nvSpPr>
          <p:cNvPr id="30" name="Chevron 29"/>
          <p:cNvSpPr/>
          <p:nvPr/>
        </p:nvSpPr>
        <p:spPr>
          <a:xfrm>
            <a:off x="7190841" y="1920240"/>
            <a:ext cx="146304" cy="310896"/>
          </a:xfrm>
          <a:prstGeom prst="chevron">
            <a:avLst/>
          </a:prstGeom>
          <a:solidFill>
            <a:srgbClr val="BF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370978" y="12801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35570" y="1371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F86"/>
                </a:solidFill>
                <a:latin typeface="Open Sa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5570" y="160020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Performans testi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5570" y="192024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Stabilizasyon sonrası 14 günlük kesintisiz test, günlük online KOİ takibi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5570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35570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954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21954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Şenpiliç</a:t>
            </a:r>
          </a:p>
        </p:txBody>
      </p:sp>
      <p:sp>
        <p:nvSpPr>
          <p:cNvPr id="39" name="Chevron 38"/>
          <p:cNvSpPr/>
          <p:nvPr/>
        </p:nvSpPr>
        <p:spPr>
          <a:xfrm>
            <a:off x="9510674" y="1920240"/>
            <a:ext cx="146304" cy="310896"/>
          </a:xfrm>
          <a:prstGeom prst="chevron">
            <a:avLst/>
          </a:prstGeom>
          <a:solidFill>
            <a:srgbClr val="BF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690811" y="12801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55403" y="1371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F86"/>
                </a:solidFill>
                <a:latin typeface="Open San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5403" y="160020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Nihai kabul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5403" y="192024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Punch list, as-built ve işletme-bakım dokümanları, proje kapanışı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55403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855403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41787" y="25603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641787" y="25603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pen Sans"/>
              </a:rPr>
              <a:t>Şenpiliç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0632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Verdana"/>
              </a:rPr>
              <a:t>Performans garanti testine yalnız normal yük (%50–%150) günleri girer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3429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1480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2F86"/>
                </a:solidFill>
                <a:latin typeface="Open Sans"/>
              </a:rPr>
              <a:t>&lt;%5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3858768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2920" y="3913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Aralık dışı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16966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Performans garantisi uygulanmaz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38528" y="3429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938528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2F86"/>
                </a:solidFill>
                <a:latin typeface="Open Sans"/>
              </a:rPr>
              <a:t>%5–%25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38528" y="3858768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2029968" y="3913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Düşük yük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29968" y="416966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En fazla 3 ardışık gün; teste dâhil edilmez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65576" y="3429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465576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2F86"/>
                </a:solidFill>
                <a:latin typeface="Open Sans"/>
              </a:rPr>
              <a:t>%25–%50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65576" y="3858768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557016" y="3913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Düşük yük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57016" y="416966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En fazla 3–7 ardışık gün; teste dâhil edilmez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92624" y="3429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992624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Open Sans"/>
              </a:rPr>
              <a:t>%50–%150  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92624" y="3858768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E9EBF7"/>
          </a:solidFill>
          <a:ln w="15875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084064" y="3913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Normal işletme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84064" y="416966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Teste sayılır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19672" y="34290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2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519672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2F86"/>
                </a:solidFill>
                <a:latin typeface="Open Sans"/>
              </a:rPr>
              <a:t>&gt; %150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19672" y="3858768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611112" y="3913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Üst sınır aşımı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11112" y="416966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670"/>
                </a:solidFill>
                <a:latin typeface="Open Sans"/>
              </a:rPr>
              <a:t>Fazla yük bypass edilir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83879" y="3063240"/>
            <a:ext cx="3611880" cy="1755648"/>
          </a:xfrm>
          <a:prstGeom prst="roundRect">
            <a:avLst>
              <a:gd name="adj" fmla="val 8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366760" y="3154680"/>
            <a:ext cx="32918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8A3A"/>
                </a:solidFill>
                <a:latin typeface="Open Sans"/>
              </a:rPr>
              <a:t>Başarı kriteri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22223"/>
                </a:solidFill>
                <a:latin typeface="Open Sans"/>
              </a:rPr>
              <a:t>14 günlük testin kümülatif değerinde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2223"/>
                </a:solidFill>
                <a:latin typeface="Open Sans"/>
              </a:rPr>
              <a:t>Y</a:t>
            </a:r>
            <a:r>
              <a:rPr sz="900" b="1" i="0">
                <a:solidFill>
                  <a:srgbClr val="222223"/>
                </a:solidFill>
                <a:latin typeface="Open Sans"/>
              </a:rPr>
              <a:t>CH₄,küm</a:t>
            </a:r>
            <a:r>
              <a:rPr sz="1200" b="1" i="0">
                <a:solidFill>
                  <a:srgbClr val="222223"/>
                </a:solidFill>
                <a:latin typeface="Open Sans"/>
              </a:rPr>
              <a:t> ≥ 0,28 Nm³ CH₄/kg giderilen KOİ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3"/>
                </a:solidFill>
                <a:latin typeface="Open Sans"/>
              </a:rPr>
              <a:t>(−%5 tolerans). Sağlanırsa test başarılı sayılır ve kabul tutanağı imzalanır.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4983480"/>
            <a:ext cx="11384280" cy="731520"/>
          </a:xfrm>
          <a:prstGeom prst="roundRect">
            <a:avLst>
              <a:gd name="adj" fmla="val 12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FE3BC"/>
                </a:solidFill>
                <a:latin typeface="Open Sans"/>
              </a:rPr>
              <a:t>Şenpiliç'in rolü  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Tasarım KOİ yükünde atık su verme zorunluluğu yoktur. Günlük yük %50–150 aralığında kaldıkça gün içi dalgalanmalar performans başarısızlığı sayılmaz. Şenpiliç test boyunca Enerjisa'ya eşlik eder.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ASSIFICATION" val="I4886p293727nO8"/>
</p:tagLst>
</file>

<file path=ppt/theme/theme1.xml><?xml version="1.0" encoding="utf-8"?>
<a:theme xmlns:a="http://schemas.openxmlformats.org/drawingml/2006/main" name="Enerjisa">
  <a:themeElements>
    <a:clrScheme name="ENERJISA">
      <a:dk1>
        <a:srgbClr val="000000"/>
      </a:dk1>
      <a:lt1>
        <a:srgbClr val="FFFFFF"/>
      </a:lt1>
      <a:dk2>
        <a:srgbClr val="FFFB00"/>
      </a:dk2>
      <a:lt2>
        <a:srgbClr val="FFA300"/>
      </a:lt2>
      <a:accent1>
        <a:srgbClr val="00888A"/>
      </a:accent1>
      <a:accent2>
        <a:srgbClr val="45A789"/>
      </a:accent2>
      <a:accent3>
        <a:srgbClr val="93BC4F"/>
      </a:accent3>
      <a:accent4>
        <a:srgbClr val="D7DF23"/>
      </a:accent4>
      <a:accent5>
        <a:srgbClr val="F3C522"/>
      </a:accent5>
      <a:accent6>
        <a:srgbClr val="24C6D0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Praxis Co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nerjisa" id="{34568B0C-E18E-6E43-999D-2576DA2F719B}" vid="{764E53E1-B55E-8246-A4F1-C9FFFA1B23A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e6412ec4-9a9a-4c83-a47b-d26524506f4a</TitusGUID>
  <TitusMetadata xmlns="">eyJucyI6IkVORVJKSVNBIiwicHJvcHMiOlt7Im4iOiJDTEFTU0lGSUNBVElPTiIsInZhbHMiOlt7InZhbHVlIjoiSTQ4ODZwMjkzNzI3bk84In1dfSx7Im4iOiJTSU5JUkxJUEFZTEFTSU0iLCJ2YWxzIjpbXX0seyJuIjoiU0lSS0VUSUNJS1VMTEFOSU0iLCJ2YWxzIjpbXX1dfQ==</TitusMetadata>
</titu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0115890377A484C80C354744C69C8B5" ma:contentTypeVersion="2" ma:contentTypeDescription="Yeni belge oluşturun." ma:contentTypeScope="" ma:versionID="506441a1d85ca9d48903720c2e7472a6">
  <xsd:schema xmlns:xsd="http://www.w3.org/2001/XMLSchema" xmlns:xs="http://www.w3.org/2001/XMLSchema" xmlns:p="http://schemas.microsoft.com/office/2006/metadata/properties" xmlns:ns2="855facfb-1180-49c0-8f99-af85aa4ac21f" targetNamespace="http://schemas.microsoft.com/office/2006/metadata/properties" ma:root="true" ma:fieldsID="0a3ac419a6c163e66e1a096a6e9614d7" ns2:_="">
    <xsd:import namespace="855facfb-1180-49c0-8f99-af85aa4ac2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acfb-1180-49c0-8f99-af85aa4ac2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4EA22-F385-43BA-BCD4-ECEE2B25B25A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B557A2DB-28F0-43F3-8774-AF969E4EEF07}">
  <ds:schemaRefs>
    <ds:schemaRef ds:uri="http://purl.org/dc/terms/"/>
    <ds:schemaRef ds:uri="http://purl.org/dc/dcmitype/"/>
    <ds:schemaRef ds:uri="855facfb-1180-49c0-8f99-af85aa4ac21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CA0DBCE4-DD54-4DCF-A593-EECE27145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acfb-1180-49c0-8f99-af85aa4a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EA03B42-154F-43D7-84CB-C241E8769B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Enerjisa</Template>
  <TotalTime>51835</TotalTime>
  <Words>33</Words>
  <Application>Microsoft Office PowerPoint</Application>
  <PresentationFormat>Geniş ekran</PresentationFormat>
  <Paragraphs>4</Paragraphs>
  <Slides>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Verdana</vt:lpstr>
      <vt:lpstr>Enerjisa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>CLASSIFICATION=I4886p293727nO8</cp:keywords>
  <cp:lastModifiedBy>Betul CETIN</cp:lastModifiedBy>
  <cp:revision>2396</cp:revision>
  <cp:lastPrinted>2019-02-09T19:24:13Z</cp:lastPrinted>
  <dcterms:created xsi:type="dcterms:W3CDTF">2019-02-09T19:23:12Z</dcterms:created>
  <dcterms:modified xsi:type="dcterms:W3CDTF">2026-09-24T12:16:23Z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e6412ec4-9a9a-4c83-a47b-d26524506f4a</vt:lpwstr>
  </property>
  <property fmtid="{D5CDD505-2E9C-101B-9397-08002B2CF9AE}" pid="3" name="FirstClassifierName">
    <vt:lpwstr>Pelin ARSLAN</vt:lpwstr>
  </property>
  <property fmtid="{D5CDD505-2E9C-101B-9397-08002B2CF9AE}" pid="4" name="FirstClassifiedDate">
    <vt:lpwstr>28.9.2020, 17:01</vt:lpwstr>
  </property>
  <property fmtid="{D5CDD505-2E9C-101B-9397-08002B2CF9AE}" pid="5" name="LastClassifiedDate">
    <vt:lpwstr>28.9.2020, 17:01</vt:lpwstr>
  </property>
  <property fmtid="{D5CDD505-2E9C-101B-9397-08002B2CF9AE}" pid="6" name="LastClassifierName">
    <vt:lpwstr>Pelin ARSLAN</vt:lpwstr>
  </property>
  <property fmtid="{D5CDD505-2E9C-101B-9397-08002B2CF9AE}" pid="7" name="CLASSIFICATION">
    <vt:lpwstr>I4886p293727nO8</vt:lpwstr>
  </property>
  <property fmtid="{D5CDD505-2E9C-101B-9397-08002B2CF9AE}" pid="8" name="ContentTypeId">
    <vt:lpwstr>0x01010030115890377A484C80C354744C69C8B5</vt:lpwstr>
  </property>
  <property fmtid="{D5CDD505-2E9C-101B-9397-08002B2CF9AE}" pid="9" name="IsMyDocuments">
    <vt:bool>true</vt:bool>
  </property>
</Properties>
</file>